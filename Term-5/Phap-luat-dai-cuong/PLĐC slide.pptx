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4"/>
  </p:sldMasterIdLst>
  <p:notesMasterIdLst>
    <p:notesMasterId r:id="rId41"/>
  </p:notesMasterIdLst>
  <p:handoutMasterIdLst>
    <p:handoutMasterId r:id="rId42"/>
  </p:handoutMasterIdLst>
  <p:sldIdLst>
    <p:sldId id="264" r:id="rId5"/>
    <p:sldId id="331" r:id="rId6"/>
    <p:sldId id="287" r:id="rId7"/>
    <p:sldId id="286" r:id="rId8"/>
    <p:sldId id="291" r:id="rId9"/>
    <p:sldId id="292" r:id="rId10"/>
    <p:sldId id="334" r:id="rId11"/>
    <p:sldId id="293" r:id="rId12"/>
    <p:sldId id="294" r:id="rId13"/>
    <p:sldId id="295" r:id="rId14"/>
    <p:sldId id="333" r:id="rId15"/>
    <p:sldId id="297" r:id="rId16"/>
    <p:sldId id="299" r:id="rId17"/>
    <p:sldId id="300" r:id="rId18"/>
    <p:sldId id="301" r:id="rId19"/>
    <p:sldId id="303" r:id="rId20"/>
    <p:sldId id="302" r:id="rId21"/>
    <p:sldId id="305" r:id="rId22"/>
    <p:sldId id="306" r:id="rId23"/>
    <p:sldId id="307" r:id="rId24"/>
    <p:sldId id="308" r:id="rId25"/>
    <p:sldId id="309" r:id="rId26"/>
    <p:sldId id="310" r:id="rId27"/>
    <p:sldId id="311" r:id="rId28"/>
    <p:sldId id="312" r:id="rId29"/>
    <p:sldId id="313" r:id="rId30"/>
    <p:sldId id="314" r:id="rId31"/>
    <p:sldId id="315" r:id="rId32"/>
    <p:sldId id="316" r:id="rId33"/>
    <p:sldId id="317" r:id="rId34"/>
    <p:sldId id="318" r:id="rId35"/>
    <p:sldId id="319" r:id="rId36"/>
    <p:sldId id="320" r:id="rId37"/>
    <p:sldId id="321" r:id="rId38"/>
    <p:sldId id="322" r:id="rId39"/>
    <p:sldId id="332" r:id="rId40"/>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9" pos="3839" userDrawn="1">
          <p15:clr>
            <a:srgbClr val="A4A3A4"/>
          </p15:clr>
        </p15:guide>
        <p15:guide id="10"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5E5E"/>
    <a:srgbClr val="941651"/>
    <a:srgbClr val="257E56"/>
    <a:srgbClr val="0090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54" autoAdjust="0"/>
    <p:restoredTop sz="94255" autoAdjust="0"/>
  </p:normalViewPr>
  <p:slideViewPr>
    <p:cSldViewPr showGuides="1">
      <p:cViewPr varScale="1">
        <p:scale>
          <a:sx n="78" d="100"/>
          <a:sy n="78" d="100"/>
        </p:scale>
        <p:origin x="200" y="920"/>
      </p:cViewPr>
      <p:guideLst>
        <p:guide pos="3839"/>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63" d="100"/>
          <a:sy n="63" d="100"/>
        </p:scale>
        <p:origin x="1986"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388F3A-EA1E-41CD-936D-894D410D9665}" type="doc">
      <dgm:prSet loTypeId="urn:microsoft.com/office/officeart/2005/8/layout/hierarchy1" loCatId="hierarchy" qsTypeId="urn:microsoft.com/office/officeart/2005/8/quickstyle/simple2" qsCatId="simple" csTypeId="urn:microsoft.com/office/officeart/2005/8/colors/accent1_2" csCatId="accent1" phldr="1"/>
      <dgm:spPr/>
      <dgm:t>
        <a:bodyPr/>
        <a:lstStyle/>
        <a:p>
          <a:endParaRPr lang="en-US"/>
        </a:p>
      </dgm:t>
    </dgm:pt>
    <dgm:pt modelId="{A28F28D3-8F55-4910-8884-95C1BA9F85DB}">
      <dgm:prSet custT="1"/>
      <dgm:spPr/>
      <dgm:t>
        <a:bodyPr/>
        <a:lstStyle/>
        <a:p>
          <a:pPr>
            <a:lnSpc>
              <a:spcPct val="130000"/>
            </a:lnSpc>
            <a:spcAft>
              <a:spcPts val="0"/>
            </a:spcAft>
          </a:pPr>
          <a:r>
            <a:rPr lang="vi-VN" sz="2300" dirty="0">
              <a:latin typeface="Arial" panose="020B0604020202020204" pitchFamily="34" charset="0"/>
              <a:cs typeface="Arial" panose="020B0604020202020204" pitchFamily="34" charset="0"/>
            </a:rPr>
            <a:t>-</a:t>
          </a:r>
          <a:r>
            <a:rPr lang="en-US" sz="2300" dirty="0">
              <a:latin typeface="Arial" panose="020B0604020202020204" pitchFamily="34" charset="0"/>
              <a:cs typeface="Arial" panose="020B0604020202020204" pitchFamily="34" charset="0"/>
            </a:rPr>
            <a:t> Quan </a:t>
          </a:r>
          <a:r>
            <a:rPr lang="en-US" sz="2300" dirty="0" err="1">
              <a:latin typeface="Arial" panose="020B0604020202020204" pitchFamily="34" charset="0"/>
              <a:cs typeface="Arial" panose="020B0604020202020204" pitchFamily="34" charset="0"/>
            </a:rPr>
            <a:t>hệ</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pháp</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luật</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là</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quan</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hệ</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có</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ý</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chí</a:t>
          </a:r>
          <a:r>
            <a:rPr lang="vi-VN" sz="2300" dirty="0">
              <a:latin typeface="Arial" panose="020B0604020202020204" pitchFamily="34" charset="0"/>
              <a:cs typeface="Arial" panose="020B0604020202020204" pitchFamily="34" charset="0"/>
            </a:rPr>
            <a:t>,</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thể</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hiện</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ý</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chí</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của</a:t>
          </a:r>
          <a:r>
            <a:rPr lang="en-US" sz="2300" dirty="0">
              <a:latin typeface="Arial" panose="020B0604020202020204" pitchFamily="34" charset="0"/>
              <a:cs typeface="Arial" panose="020B0604020202020204" pitchFamily="34" charset="0"/>
            </a:rPr>
            <a:t> con </a:t>
          </a:r>
          <a:r>
            <a:rPr lang="en-US" sz="2300" dirty="0" err="1">
              <a:latin typeface="Arial" panose="020B0604020202020204" pitchFamily="34" charset="0"/>
              <a:cs typeface="Arial" panose="020B0604020202020204" pitchFamily="34" charset="0"/>
            </a:rPr>
            <a:t>người</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mà</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cụ</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thể</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là</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ý</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chí</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của</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nhà</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nước</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hoặc</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ý</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chí</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của</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các</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bên</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tham</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gia</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quan</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hệ</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trong</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khuôn</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khổ</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ý</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chí</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của</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nhà</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nước</a:t>
          </a:r>
          <a:r>
            <a:rPr lang="en-US" sz="2300" dirty="0">
              <a:latin typeface="Arial" panose="020B0604020202020204" pitchFamily="34" charset="0"/>
              <a:cs typeface="Arial" panose="020B0604020202020204" pitchFamily="34" charset="0"/>
            </a:rPr>
            <a:t>.</a:t>
          </a:r>
        </a:p>
      </dgm:t>
    </dgm:pt>
    <dgm:pt modelId="{54BBC0E7-44C5-4886-BB72-298E886C04EF}" type="parTrans" cxnId="{7A6DA90F-C039-4EA4-874E-40C254E0AEDD}">
      <dgm:prSet/>
      <dgm:spPr/>
      <dgm:t>
        <a:bodyPr/>
        <a:lstStyle/>
        <a:p>
          <a:endParaRPr lang="en-US"/>
        </a:p>
      </dgm:t>
    </dgm:pt>
    <dgm:pt modelId="{8A226AC1-761E-4061-8B23-01D6A16F6162}" type="sibTrans" cxnId="{7A6DA90F-C039-4EA4-874E-40C254E0AEDD}">
      <dgm:prSet/>
      <dgm:spPr/>
      <dgm:t>
        <a:bodyPr/>
        <a:lstStyle/>
        <a:p>
          <a:endParaRPr lang="en-US"/>
        </a:p>
      </dgm:t>
    </dgm:pt>
    <dgm:pt modelId="{460E8F5B-17E9-4146-84ED-71A51C58A6C6}">
      <dgm:prSet custT="1"/>
      <dgm:spPr/>
      <dgm:t>
        <a:bodyPr/>
        <a:lstStyle/>
        <a:p>
          <a:pPr>
            <a:lnSpc>
              <a:spcPct val="110000"/>
            </a:lnSpc>
          </a:pPr>
          <a:r>
            <a:rPr lang="vi-VN" sz="2300" dirty="0">
              <a:latin typeface="Arial" panose="020B0604020202020204" pitchFamily="34" charset="0"/>
              <a:cs typeface="Arial" panose="020B0604020202020204" pitchFamily="34" charset="0"/>
            </a:rPr>
            <a:t>- </a:t>
          </a:r>
          <a:r>
            <a:rPr lang="en-US" sz="2300" dirty="0">
              <a:latin typeface="Arial" panose="020B0604020202020204" pitchFamily="34" charset="0"/>
              <a:cs typeface="Arial" panose="020B0604020202020204" pitchFamily="34" charset="0"/>
            </a:rPr>
            <a:t>Quan </a:t>
          </a:r>
          <a:r>
            <a:rPr lang="en-US" sz="2300" dirty="0" err="1">
              <a:latin typeface="Arial" panose="020B0604020202020204" pitchFamily="34" charset="0"/>
              <a:cs typeface="Arial" panose="020B0604020202020204" pitchFamily="34" charset="0"/>
            </a:rPr>
            <a:t>hệ</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pháp</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luật</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nảy</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sinh</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giữa</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các</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chủ</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thể</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xác</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định</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Nội</a:t>
          </a:r>
          <a:r>
            <a:rPr lang="en-US" sz="2300" dirty="0">
              <a:latin typeface="Arial" panose="020B0604020202020204" pitchFamily="34" charset="0"/>
              <a:cs typeface="Arial" panose="020B0604020202020204" pitchFamily="34" charset="0"/>
            </a:rPr>
            <a:t> dung </a:t>
          </a:r>
          <a:r>
            <a:rPr lang="en-US" sz="2300" dirty="0" err="1">
              <a:latin typeface="Arial" panose="020B0604020202020204" pitchFamily="34" charset="0"/>
              <a:cs typeface="Arial" panose="020B0604020202020204" pitchFamily="34" charset="0"/>
            </a:rPr>
            <a:t>của</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quan</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hệ</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pháp</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luật</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được</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cấu</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thành</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bởi</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các</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quyền</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và</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nghĩa</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vụ</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pháp</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lý</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cụ</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thể</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của</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các</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bên</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và</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được</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đảm</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bảo</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bằng</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sức</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mạnh</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cưỡng</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chế</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của</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nhà</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nước</a:t>
          </a:r>
          <a:r>
            <a:rPr lang="vi-VN" sz="2300" dirty="0">
              <a:latin typeface="Arial" panose="020B0604020202020204" pitchFamily="34" charset="0"/>
              <a:cs typeface="Arial" panose="020B0604020202020204" pitchFamily="34" charset="0"/>
            </a:rPr>
            <a:t>.</a:t>
          </a:r>
          <a:endParaRPr lang="en-US" sz="2300" dirty="0">
            <a:latin typeface="Arial" panose="020B0604020202020204" pitchFamily="34" charset="0"/>
            <a:cs typeface="Arial" panose="020B0604020202020204" pitchFamily="34" charset="0"/>
          </a:endParaRPr>
        </a:p>
      </dgm:t>
    </dgm:pt>
    <dgm:pt modelId="{28A84136-9417-455F-8748-219D29E86781}" type="parTrans" cxnId="{799414ED-64A7-459B-8ACA-B7371A82D852}">
      <dgm:prSet/>
      <dgm:spPr/>
      <dgm:t>
        <a:bodyPr/>
        <a:lstStyle/>
        <a:p>
          <a:endParaRPr lang="en-US"/>
        </a:p>
      </dgm:t>
    </dgm:pt>
    <dgm:pt modelId="{156D1DBF-EC18-4D6B-95F4-BB256D07AC15}" type="sibTrans" cxnId="{799414ED-64A7-459B-8ACA-B7371A82D852}">
      <dgm:prSet/>
      <dgm:spPr/>
      <dgm:t>
        <a:bodyPr/>
        <a:lstStyle/>
        <a:p>
          <a:endParaRPr lang="en-US"/>
        </a:p>
      </dgm:t>
    </dgm:pt>
    <dgm:pt modelId="{DD77D755-FF80-C04D-8FA0-DC01E3AB6E1D}" type="pres">
      <dgm:prSet presAssocID="{0F388F3A-EA1E-41CD-936D-894D410D9665}" presName="hierChild1" presStyleCnt="0">
        <dgm:presLayoutVars>
          <dgm:chPref val="1"/>
          <dgm:dir/>
          <dgm:animOne val="branch"/>
          <dgm:animLvl val="lvl"/>
          <dgm:resizeHandles/>
        </dgm:presLayoutVars>
      </dgm:prSet>
      <dgm:spPr/>
    </dgm:pt>
    <dgm:pt modelId="{FCC7E592-2BC6-5948-9E01-B6B87998A672}" type="pres">
      <dgm:prSet presAssocID="{A28F28D3-8F55-4910-8884-95C1BA9F85DB}" presName="hierRoot1" presStyleCnt="0"/>
      <dgm:spPr/>
    </dgm:pt>
    <dgm:pt modelId="{C373C2E9-CCBA-1643-9028-872ED7B31728}" type="pres">
      <dgm:prSet presAssocID="{A28F28D3-8F55-4910-8884-95C1BA9F85DB}" presName="composite" presStyleCnt="0"/>
      <dgm:spPr/>
    </dgm:pt>
    <dgm:pt modelId="{C82AA8F2-563D-0743-959B-4171D74AA116}" type="pres">
      <dgm:prSet presAssocID="{A28F28D3-8F55-4910-8884-95C1BA9F85DB}" presName="background" presStyleLbl="node0" presStyleIdx="0" presStyleCnt="2"/>
      <dgm:spPr/>
    </dgm:pt>
    <dgm:pt modelId="{D6837AA8-87A0-464A-B0D8-7EE5B97173EE}" type="pres">
      <dgm:prSet presAssocID="{A28F28D3-8F55-4910-8884-95C1BA9F85DB}" presName="text" presStyleLbl="fgAcc0" presStyleIdx="0" presStyleCnt="2" custScaleY="129608">
        <dgm:presLayoutVars>
          <dgm:chPref val="3"/>
        </dgm:presLayoutVars>
      </dgm:prSet>
      <dgm:spPr/>
    </dgm:pt>
    <dgm:pt modelId="{3FD9B1FD-F4E8-BD43-A010-84154DC5FC21}" type="pres">
      <dgm:prSet presAssocID="{A28F28D3-8F55-4910-8884-95C1BA9F85DB}" presName="hierChild2" presStyleCnt="0"/>
      <dgm:spPr/>
    </dgm:pt>
    <dgm:pt modelId="{8C3D36BE-40F8-514F-9340-B5AFF705E218}" type="pres">
      <dgm:prSet presAssocID="{460E8F5B-17E9-4146-84ED-71A51C58A6C6}" presName="hierRoot1" presStyleCnt="0"/>
      <dgm:spPr/>
    </dgm:pt>
    <dgm:pt modelId="{754D9FEA-8DDE-AA45-8BDC-0BD9AD83CE53}" type="pres">
      <dgm:prSet presAssocID="{460E8F5B-17E9-4146-84ED-71A51C58A6C6}" presName="composite" presStyleCnt="0"/>
      <dgm:spPr/>
    </dgm:pt>
    <dgm:pt modelId="{660F9BE2-8769-6E47-9E95-76B04663D9D3}" type="pres">
      <dgm:prSet presAssocID="{460E8F5B-17E9-4146-84ED-71A51C58A6C6}" presName="background" presStyleLbl="node0" presStyleIdx="1" presStyleCnt="2"/>
      <dgm:spPr/>
    </dgm:pt>
    <dgm:pt modelId="{99B71868-639F-BD49-A672-613884C612E3}" type="pres">
      <dgm:prSet presAssocID="{460E8F5B-17E9-4146-84ED-71A51C58A6C6}" presName="text" presStyleLbl="fgAcc0" presStyleIdx="1" presStyleCnt="2" custScaleX="93860" custScaleY="128799">
        <dgm:presLayoutVars>
          <dgm:chPref val="3"/>
        </dgm:presLayoutVars>
      </dgm:prSet>
      <dgm:spPr/>
    </dgm:pt>
    <dgm:pt modelId="{BE785552-6C79-0B4F-8A29-DC0B04F89AAD}" type="pres">
      <dgm:prSet presAssocID="{460E8F5B-17E9-4146-84ED-71A51C58A6C6}" presName="hierChild2" presStyleCnt="0"/>
      <dgm:spPr/>
    </dgm:pt>
  </dgm:ptLst>
  <dgm:cxnLst>
    <dgm:cxn modelId="{7A6DA90F-C039-4EA4-874E-40C254E0AEDD}" srcId="{0F388F3A-EA1E-41CD-936D-894D410D9665}" destId="{A28F28D3-8F55-4910-8884-95C1BA9F85DB}" srcOrd="0" destOrd="0" parTransId="{54BBC0E7-44C5-4886-BB72-298E886C04EF}" sibTransId="{8A226AC1-761E-4061-8B23-01D6A16F6162}"/>
    <dgm:cxn modelId="{3AF4CF32-5D85-A447-90E6-72BCE8FD7950}" type="presOf" srcId="{A28F28D3-8F55-4910-8884-95C1BA9F85DB}" destId="{D6837AA8-87A0-464A-B0D8-7EE5B97173EE}" srcOrd="0" destOrd="0" presId="urn:microsoft.com/office/officeart/2005/8/layout/hierarchy1"/>
    <dgm:cxn modelId="{E3870879-C0D5-5947-8776-773A57081FBA}" type="presOf" srcId="{0F388F3A-EA1E-41CD-936D-894D410D9665}" destId="{DD77D755-FF80-C04D-8FA0-DC01E3AB6E1D}" srcOrd="0" destOrd="0" presId="urn:microsoft.com/office/officeart/2005/8/layout/hierarchy1"/>
    <dgm:cxn modelId="{03BEFEEA-B276-D04B-B82F-D9D4E0203872}" type="presOf" srcId="{460E8F5B-17E9-4146-84ED-71A51C58A6C6}" destId="{99B71868-639F-BD49-A672-613884C612E3}" srcOrd="0" destOrd="0" presId="urn:microsoft.com/office/officeart/2005/8/layout/hierarchy1"/>
    <dgm:cxn modelId="{799414ED-64A7-459B-8ACA-B7371A82D852}" srcId="{0F388F3A-EA1E-41CD-936D-894D410D9665}" destId="{460E8F5B-17E9-4146-84ED-71A51C58A6C6}" srcOrd="1" destOrd="0" parTransId="{28A84136-9417-455F-8748-219D29E86781}" sibTransId="{156D1DBF-EC18-4D6B-95F4-BB256D07AC15}"/>
    <dgm:cxn modelId="{0E1968DB-5547-FA4C-AA38-D6A17C37AFDD}" type="presParOf" srcId="{DD77D755-FF80-C04D-8FA0-DC01E3AB6E1D}" destId="{FCC7E592-2BC6-5948-9E01-B6B87998A672}" srcOrd="0" destOrd="0" presId="urn:microsoft.com/office/officeart/2005/8/layout/hierarchy1"/>
    <dgm:cxn modelId="{6B4BA92D-6196-3243-A395-C9276CECB9FF}" type="presParOf" srcId="{FCC7E592-2BC6-5948-9E01-B6B87998A672}" destId="{C373C2E9-CCBA-1643-9028-872ED7B31728}" srcOrd="0" destOrd="0" presId="urn:microsoft.com/office/officeart/2005/8/layout/hierarchy1"/>
    <dgm:cxn modelId="{C2CD4356-6E50-7743-979E-F852CF86680F}" type="presParOf" srcId="{C373C2E9-CCBA-1643-9028-872ED7B31728}" destId="{C82AA8F2-563D-0743-959B-4171D74AA116}" srcOrd="0" destOrd="0" presId="urn:microsoft.com/office/officeart/2005/8/layout/hierarchy1"/>
    <dgm:cxn modelId="{374381FD-0F7D-3F46-B664-4E960BE86BF3}" type="presParOf" srcId="{C373C2E9-CCBA-1643-9028-872ED7B31728}" destId="{D6837AA8-87A0-464A-B0D8-7EE5B97173EE}" srcOrd="1" destOrd="0" presId="urn:microsoft.com/office/officeart/2005/8/layout/hierarchy1"/>
    <dgm:cxn modelId="{999956EE-F879-B847-9AB6-A5E13593114E}" type="presParOf" srcId="{FCC7E592-2BC6-5948-9E01-B6B87998A672}" destId="{3FD9B1FD-F4E8-BD43-A010-84154DC5FC21}" srcOrd="1" destOrd="0" presId="urn:microsoft.com/office/officeart/2005/8/layout/hierarchy1"/>
    <dgm:cxn modelId="{07782F0B-0047-DF4D-84A0-8FBD7151E709}" type="presParOf" srcId="{DD77D755-FF80-C04D-8FA0-DC01E3AB6E1D}" destId="{8C3D36BE-40F8-514F-9340-B5AFF705E218}" srcOrd="1" destOrd="0" presId="urn:microsoft.com/office/officeart/2005/8/layout/hierarchy1"/>
    <dgm:cxn modelId="{1FB259F9-EDAD-4C4E-984F-99C15EFDA53C}" type="presParOf" srcId="{8C3D36BE-40F8-514F-9340-B5AFF705E218}" destId="{754D9FEA-8DDE-AA45-8BDC-0BD9AD83CE53}" srcOrd="0" destOrd="0" presId="urn:microsoft.com/office/officeart/2005/8/layout/hierarchy1"/>
    <dgm:cxn modelId="{463049E6-B347-A149-9AFF-EEB7E8AFC8D2}" type="presParOf" srcId="{754D9FEA-8DDE-AA45-8BDC-0BD9AD83CE53}" destId="{660F9BE2-8769-6E47-9E95-76B04663D9D3}" srcOrd="0" destOrd="0" presId="urn:microsoft.com/office/officeart/2005/8/layout/hierarchy1"/>
    <dgm:cxn modelId="{067F621B-9C61-484C-BF27-28B1E996E111}" type="presParOf" srcId="{754D9FEA-8DDE-AA45-8BDC-0BD9AD83CE53}" destId="{99B71868-639F-BD49-A672-613884C612E3}" srcOrd="1" destOrd="0" presId="urn:microsoft.com/office/officeart/2005/8/layout/hierarchy1"/>
    <dgm:cxn modelId="{81158D42-55FB-724F-961E-D144C8FA8418}" type="presParOf" srcId="{8C3D36BE-40F8-514F-9340-B5AFF705E218}" destId="{BE785552-6C79-0B4F-8A29-DC0B04F89AA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C90A61-357A-7B4D-B9AB-7C3858BC3C24}" type="doc">
      <dgm:prSet loTypeId="urn:microsoft.com/office/officeart/2005/8/layout/target3" loCatId="" qsTypeId="urn:microsoft.com/office/officeart/2005/8/quickstyle/simple1" qsCatId="simple" csTypeId="urn:microsoft.com/office/officeart/2005/8/colors/accent1_4" csCatId="accent1" phldr="1"/>
      <dgm:spPr/>
    </dgm:pt>
    <dgm:pt modelId="{26F6100B-7B1D-7840-A2B1-B3C9E42F21D5}">
      <dgm:prSet phldrT="[Text]" custT="1"/>
      <dgm:spPr/>
      <dgm:t>
        <a:bodyPr/>
        <a:lstStyle/>
        <a:p>
          <a:r>
            <a:rPr lang="en-US" sz="2800" b="0" i="0" dirty="0" err="1">
              <a:solidFill>
                <a:srgbClr val="C00000"/>
              </a:solidFill>
              <a:latin typeface="Arial" panose="020B0604020202020204" pitchFamily="34" charset="0"/>
              <a:cs typeface="Arial" panose="020B0604020202020204" pitchFamily="34" charset="0"/>
            </a:rPr>
            <a:t>Chủ</a:t>
          </a:r>
          <a:r>
            <a:rPr lang="en-US" sz="2800" b="0" i="0" dirty="0">
              <a:solidFill>
                <a:srgbClr val="C00000"/>
              </a:solidFill>
              <a:latin typeface="Arial" panose="020B0604020202020204" pitchFamily="34" charset="0"/>
              <a:cs typeface="Arial" panose="020B0604020202020204" pitchFamily="34" charset="0"/>
            </a:rPr>
            <a:t> </a:t>
          </a:r>
          <a:r>
            <a:rPr lang="en-US" sz="2800" b="0" i="0" dirty="0" err="1">
              <a:solidFill>
                <a:srgbClr val="C00000"/>
              </a:solidFill>
              <a:latin typeface="Arial" panose="020B0604020202020204" pitchFamily="34" charset="0"/>
              <a:cs typeface="Arial" panose="020B0604020202020204" pitchFamily="34" charset="0"/>
            </a:rPr>
            <a:t>thể</a:t>
          </a:r>
          <a:r>
            <a:rPr lang="en-US" sz="2800" b="0" i="0" dirty="0">
              <a:solidFill>
                <a:srgbClr val="C00000"/>
              </a:solidFill>
              <a:latin typeface="Arial" panose="020B0604020202020204" pitchFamily="34" charset="0"/>
              <a:cs typeface="Arial" panose="020B0604020202020204" pitchFamily="34" charset="0"/>
            </a:rPr>
            <a:t> QHPL </a:t>
          </a:r>
        </a:p>
        <a:p>
          <a:r>
            <a:rPr lang="en-US" sz="2800" i="1" dirty="0">
              <a:solidFill>
                <a:schemeClr val="tx2">
                  <a:lumMod val="75000"/>
                </a:schemeClr>
              </a:solidFill>
              <a:latin typeface="Arial" panose="020B0604020202020204" pitchFamily="34" charset="0"/>
              <a:cs typeface="Arial" panose="020B0604020202020204" pitchFamily="34" charset="0"/>
            </a:rPr>
            <a:t>(</a:t>
          </a:r>
          <a:r>
            <a:rPr lang="en-US" sz="2800" i="1" dirty="0" err="1">
              <a:solidFill>
                <a:schemeClr val="tx2">
                  <a:lumMod val="75000"/>
                </a:schemeClr>
              </a:solidFill>
              <a:latin typeface="Arial" panose="020B0604020202020204" pitchFamily="34" charset="0"/>
              <a:cs typeface="Arial" panose="020B0604020202020204" pitchFamily="34" charset="0"/>
            </a:rPr>
            <a:t>tổ</a:t>
          </a:r>
          <a:r>
            <a:rPr lang="en-US" sz="2800" i="1" dirty="0">
              <a:solidFill>
                <a:schemeClr val="tx2">
                  <a:lumMod val="75000"/>
                </a:schemeClr>
              </a:solidFill>
              <a:latin typeface="Arial" panose="020B0604020202020204" pitchFamily="34" charset="0"/>
              <a:cs typeface="Arial" panose="020B0604020202020204" pitchFamily="34" charset="0"/>
            </a:rPr>
            <a:t> </a:t>
          </a:r>
          <a:r>
            <a:rPr lang="en-US" sz="2800" i="1" dirty="0" err="1">
              <a:solidFill>
                <a:schemeClr val="tx2">
                  <a:lumMod val="75000"/>
                </a:schemeClr>
              </a:solidFill>
              <a:latin typeface="Arial" panose="020B0604020202020204" pitchFamily="34" charset="0"/>
              <a:cs typeface="Arial" panose="020B0604020202020204" pitchFamily="34" charset="0"/>
            </a:rPr>
            <a:t>chức</a:t>
          </a:r>
          <a:r>
            <a:rPr lang="en-US" sz="2800" i="1" dirty="0">
              <a:solidFill>
                <a:schemeClr val="tx2">
                  <a:lumMod val="75000"/>
                </a:schemeClr>
              </a:solidFill>
              <a:latin typeface="Arial" panose="020B0604020202020204" pitchFamily="34" charset="0"/>
              <a:cs typeface="Arial" panose="020B0604020202020204" pitchFamily="34" charset="0"/>
            </a:rPr>
            <a:t>, </a:t>
          </a:r>
          <a:r>
            <a:rPr lang="en-US" sz="2800" i="1" dirty="0" err="1">
              <a:solidFill>
                <a:schemeClr val="tx2">
                  <a:lumMod val="75000"/>
                </a:schemeClr>
              </a:solidFill>
              <a:latin typeface="Arial" panose="020B0604020202020204" pitchFamily="34" charset="0"/>
              <a:cs typeface="Arial" panose="020B0604020202020204" pitchFamily="34" charset="0"/>
            </a:rPr>
            <a:t>cá</a:t>
          </a:r>
          <a:r>
            <a:rPr lang="en-US" sz="2800" i="1" dirty="0">
              <a:solidFill>
                <a:schemeClr val="tx2">
                  <a:lumMod val="75000"/>
                </a:schemeClr>
              </a:solidFill>
              <a:latin typeface="Arial" panose="020B0604020202020204" pitchFamily="34" charset="0"/>
              <a:cs typeface="Arial" panose="020B0604020202020204" pitchFamily="34" charset="0"/>
            </a:rPr>
            <a:t> </a:t>
          </a:r>
          <a:r>
            <a:rPr lang="en-US" sz="2800" i="1" dirty="0" err="1">
              <a:solidFill>
                <a:schemeClr val="tx2">
                  <a:lumMod val="75000"/>
                </a:schemeClr>
              </a:solidFill>
              <a:latin typeface="Arial" panose="020B0604020202020204" pitchFamily="34" charset="0"/>
              <a:cs typeface="Arial" panose="020B0604020202020204" pitchFamily="34" charset="0"/>
            </a:rPr>
            <a:t>nhân</a:t>
          </a:r>
          <a:r>
            <a:rPr lang="en-US" sz="2800" i="1" dirty="0">
              <a:solidFill>
                <a:schemeClr val="tx2">
                  <a:lumMod val="75000"/>
                </a:schemeClr>
              </a:solidFill>
              <a:latin typeface="Arial" panose="020B0604020202020204" pitchFamily="34" charset="0"/>
              <a:cs typeface="Arial" panose="020B0604020202020204" pitchFamily="34" charset="0"/>
            </a:rPr>
            <a:t> </a:t>
          </a:r>
          <a:r>
            <a:rPr lang="en-US" sz="2800" i="1" dirty="0" err="1">
              <a:solidFill>
                <a:schemeClr val="tx2">
                  <a:lumMod val="75000"/>
                </a:schemeClr>
              </a:solidFill>
              <a:latin typeface="Arial" panose="020B0604020202020204" pitchFamily="34" charset="0"/>
              <a:cs typeface="Arial" panose="020B0604020202020204" pitchFamily="34" charset="0"/>
            </a:rPr>
            <a:t>có</a:t>
          </a:r>
          <a:r>
            <a:rPr lang="en-US" sz="2800" i="1" dirty="0">
              <a:solidFill>
                <a:schemeClr val="tx2">
                  <a:lumMod val="75000"/>
                </a:schemeClr>
              </a:solidFill>
              <a:latin typeface="Arial" panose="020B0604020202020204" pitchFamily="34" charset="0"/>
              <a:cs typeface="Arial" panose="020B0604020202020204" pitchFamily="34" charset="0"/>
            </a:rPr>
            <a:t> </a:t>
          </a:r>
          <a:r>
            <a:rPr lang="en-US" sz="2800" i="1" dirty="0" err="1">
              <a:solidFill>
                <a:schemeClr val="tx2">
                  <a:lumMod val="75000"/>
                </a:schemeClr>
              </a:solidFill>
              <a:latin typeface="Arial" panose="020B0604020202020204" pitchFamily="34" charset="0"/>
              <a:cs typeface="Arial" panose="020B0604020202020204" pitchFamily="34" charset="0"/>
            </a:rPr>
            <a:t>năng</a:t>
          </a:r>
          <a:r>
            <a:rPr lang="en-US" sz="2800" i="1" dirty="0">
              <a:solidFill>
                <a:schemeClr val="tx2">
                  <a:lumMod val="75000"/>
                </a:schemeClr>
              </a:solidFill>
              <a:latin typeface="Arial" panose="020B0604020202020204" pitchFamily="34" charset="0"/>
              <a:cs typeface="Arial" panose="020B0604020202020204" pitchFamily="34" charset="0"/>
            </a:rPr>
            <a:t> </a:t>
          </a:r>
          <a:r>
            <a:rPr lang="en-US" sz="2800" i="1" dirty="0" err="1">
              <a:solidFill>
                <a:schemeClr val="tx2">
                  <a:lumMod val="75000"/>
                </a:schemeClr>
              </a:solidFill>
              <a:latin typeface="Arial" panose="020B0604020202020204" pitchFamily="34" charset="0"/>
              <a:cs typeface="Arial" panose="020B0604020202020204" pitchFamily="34" charset="0"/>
            </a:rPr>
            <a:t>lực</a:t>
          </a:r>
          <a:r>
            <a:rPr lang="en-US" sz="2800" i="1" dirty="0">
              <a:solidFill>
                <a:schemeClr val="tx2">
                  <a:lumMod val="75000"/>
                </a:schemeClr>
              </a:solidFill>
              <a:latin typeface="Arial" panose="020B0604020202020204" pitchFamily="34" charset="0"/>
              <a:cs typeface="Arial" panose="020B0604020202020204" pitchFamily="34" charset="0"/>
            </a:rPr>
            <a:t> </a:t>
          </a:r>
          <a:r>
            <a:rPr lang="en-US" sz="2800" i="1" dirty="0" err="1">
              <a:solidFill>
                <a:schemeClr val="tx2">
                  <a:lumMod val="75000"/>
                </a:schemeClr>
              </a:solidFill>
              <a:latin typeface="Arial" panose="020B0604020202020204" pitchFamily="34" charset="0"/>
              <a:cs typeface="Arial" panose="020B0604020202020204" pitchFamily="34" charset="0"/>
            </a:rPr>
            <a:t>chủ</a:t>
          </a:r>
          <a:r>
            <a:rPr lang="en-US" sz="2800" i="1" dirty="0">
              <a:solidFill>
                <a:schemeClr val="tx2">
                  <a:lumMod val="75000"/>
                </a:schemeClr>
              </a:solidFill>
              <a:latin typeface="Arial" panose="020B0604020202020204" pitchFamily="34" charset="0"/>
              <a:cs typeface="Arial" panose="020B0604020202020204" pitchFamily="34" charset="0"/>
            </a:rPr>
            <a:t> </a:t>
          </a:r>
          <a:r>
            <a:rPr lang="en-US" sz="2800" i="1" dirty="0" err="1">
              <a:solidFill>
                <a:schemeClr val="tx2">
                  <a:lumMod val="75000"/>
                </a:schemeClr>
              </a:solidFill>
              <a:latin typeface="Arial" panose="020B0604020202020204" pitchFamily="34" charset="0"/>
              <a:cs typeface="Arial" panose="020B0604020202020204" pitchFamily="34" charset="0"/>
            </a:rPr>
            <a:t>thể</a:t>
          </a:r>
          <a:r>
            <a:rPr lang="en-US" sz="2800" i="1" dirty="0">
              <a:solidFill>
                <a:schemeClr val="tx2">
                  <a:lumMod val="75000"/>
                </a:schemeClr>
              </a:solidFill>
              <a:latin typeface="Arial" panose="020B0604020202020204" pitchFamily="34" charset="0"/>
              <a:cs typeface="Arial" panose="020B0604020202020204" pitchFamily="34" charset="0"/>
            </a:rPr>
            <a:t>)</a:t>
          </a:r>
        </a:p>
      </dgm:t>
    </dgm:pt>
    <dgm:pt modelId="{8B6CF9BD-4CC7-6145-934C-79567811C7A0}" type="parTrans" cxnId="{B7ACAE4B-22CD-1A40-B5BA-024DABC90E2D}">
      <dgm:prSet/>
      <dgm:spPr/>
      <dgm:t>
        <a:bodyPr/>
        <a:lstStyle/>
        <a:p>
          <a:endParaRPr lang="en-US"/>
        </a:p>
      </dgm:t>
    </dgm:pt>
    <dgm:pt modelId="{55549EAE-4476-2549-B4E7-14571FA9F2F8}" type="sibTrans" cxnId="{B7ACAE4B-22CD-1A40-B5BA-024DABC90E2D}">
      <dgm:prSet/>
      <dgm:spPr/>
      <dgm:t>
        <a:bodyPr/>
        <a:lstStyle/>
        <a:p>
          <a:endParaRPr lang="en-US"/>
        </a:p>
      </dgm:t>
    </dgm:pt>
    <dgm:pt modelId="{C3E62C31-B02E-E143-8EA2-0156D03F5FD8}">
      <dgm:prSet phldrT="[Text]" custT="1"/>
      <dgm:spPr/>
      <dgm:t>
        <a:bodyPr/>
        <a:lstStyle/>
        <a:p>
          <a:r>
            <a:rPr lang="en-US" sz="2800" i="0" dirty="0" err="1">
              <a:solidFill>
                <a:srgbClr val="C00000"/>
              </a:solidFill>
              <a:latin typeface="Arial" panose="020B0604020202020204" pitchFamily="34" charset="0"/>
              <a:cs typeface="Arial" panose="020B0604020202020204" pitchFamily="34" charset="0"/>
            </a:rPr>
            <a:t>Nội</a:t>
          </a:r>
          <a:r>
            <a:rPr lang="en-US" sz="2800" i="0" dirty="0">
              <a:solidFill>
                <a:srgbClr val="C00000"/>
              </a:solidFill>
              <a:latin typeface="Arial" panose="020B0604020202020204" pitchFamily="34" charset="0"/>
              <a:cs typeface="Arial" panose="020B0604020202020204" pitchFamily="34" charset="0"/>
            </a:rPr>
            <a:t> dung QHPL </a:t>
          </a:r>
        </a:p>
        <a:p>
          <a:r>
            <a:rPr lang="en-US" sz="2800" i="0" dirty="0">
              <a:solidFill>
                <a:schemeClr val="tx1"/>
              </a:solidFill>
              <a:latin typeface="Arial" panose="020B0604020202020204" pitchFamily="34" charset="0"/>
              <a:cs typeface="Arial" panose="020B0604020202020204" pitchFamily="34" charset="0"/>
            </a:rPr>
            <a:t>(</a:t>
          </a:r>
          <a:r>
            <a:rPr lang="en-US" sz="2800" i="0" dirty="0" err="1">
              <a:solidFill>
                <a:schemeClr val="tx1"/>
              </a:solidFill>
              <a:latin typeface="Arial" panose="020B0604020202020204" pitchFamily="34" charset="0"/>
              <a:cs typeface="Arial" panose="020B0604020202020204" pitchFamily="34" charset="0"/>
            </a:rPr>
            <a:t>quyền</a:t>
          </a:r>
          <a:r>
            <a:rPr lang="en-US" sz="2800" i="0" dirty="0">
              <a:solidFill>
                <a:schemeClr val="tx1"/>
              </a:solidFill>
              <a:latin typeface="Arial" panose="020B0604020202020204" pitchFamily="34" charset="0"/>
              <a:cs typeface="Arial" panose="020B0604020202020204" pitchFamily="34" charset="0"/>
            </a:rPr>
            <a:t> </a:t>
          </a:r>
          <a:r>
            <a:rPr lang="en-US" sz="2800" i="0" dirty="0" err="1">
              <a:solidFill>
                <a:schemeClr val="tx1"/>
              </a:solidFill>
              <a:latin typeface="Arial" panose="020B0604020202020204" pitchFamily="34" charset="0"/>
              <a:cs typeface="Arial" panose="020B0604020202020204" pitchFamily="34" charset="0"/>
            </a:rPr>
            <a:t>và</a:t>
          </a:r>
          <a:r>
            <a:rPr lang="en-US" sz="2800" i="0" dirty="0">
              <a:solidFill>
                <a:schemeClr val="tx1"/>
              </a:solidFill>
              <a:latin typeface="Arial" panose="020B0604020202020204" pitchFamily="34" charset="0"/>
              <a:cs typeface="Arial" panose="020B0604020202020204" pitchFamily="34" charset="0"/>
            </a:rPr>
            <a:t> </a:t>
          </a:r>
          <a:r>
            <a:rPr lang="en-US" sz="2800" i="0" dirty="0" err="1">
              <a:solidFill>
                <a:schemeClr val="tx1"/>
              </a:solidFill>
              <a:latin typeface="Arial" panose="020B0604020202020204" pitchFamily="34" charset="0"/>
              <a:cs typeface="Arial" panose="020B0604020202020204" pitchFamily="34" charset="0"/>
            </a:rPr>
            <a:t>nghĩa</a:t>
          </a:r>
          <a:r>
            <a:rPr lang="en-US" sz="2800" i="0" dirty="0">
              <a:solidFill>
                <a:schemeClr val="tx1"/>
              </a:solidFill>
              <a:latin typeface="Arial" panose="020B0604020202020204" pitchFamily="34" charset="0"/>
              <a:cs typeface="Arial" panose="020B0604020202020204" pitchFamily="34" charset="0"/>
            </a:rPr>
            <a:t> </a:t>
          </a:r>
          <a:r>
            <a:rPr lang="en-US" sz="2800" i="0" dirty="0" err="1">
              <a:solidFill>
                <a:schemeClr val="tx1"/>
              </a:solidFill>
              <a:latin typeface="Arial" panose="020B0604020202020204" pitchFamily="34" charset="0"/>
              <a:cs typeface="Arial" panose="020B0604020202020204" pitchFamily="34" charset="0"/>
            </a:rPr>
            <a:t>vụ</a:t>
          </a:r>
          <a:r>
            <a:rPr lang="en-US" sz="2800" i="0" dirty="0">
              <a:solidFill>
                <a:schemeClr val="tx1"/>
              </a:solidFill>
              <a:latin typeface="Arial" panose="020B0604020202020204" pitchFamily="34" charset="0"/>
              <a:cs typeface="Arial" panose="020B0604020202020204" pitchFamily="34" charset="0"/>
            </a:rPr>
            <a:t> </a:t>
          </a:r>
          <a:r>
            <a:rPr lang="en-US" sz="2800" i="0" dirty="0" err="1">
              <a:solidFill>
                <a:schemeClr val="tx1"/>
              </a:solidFill>
              <a:latin typeface="Arial" panose="020B0604020202020204" pitchFamily="34" charset="0"/>
              <a:cs typeface="Arial" panose="020B0604020202020204" pitchFamily="34" charset="0"/>
            </a:rPr>
            <a:t>pháp</a:t>
          </a:r>
          <a:r>
            <a:rPr lang="en-US" sz="2800" i="0" dirty="0">
              <a:solidFill>
                <a:schemeClr val="tx1"/>
              </a:solidFill>
              <a:latin typeface="Arial" panose="020B0604020202020204" pitchFamily="34" charset="0"/>
              <a:cs typeface="Arial" panose="020B0604020202020204" pitchFamily="34" charset="0"/>
            </a:rPr>
            <a:t> </a:t>
          </a:r>
          <a:r>
            <a:rPr lang="en-US" sz="2800" i="0" dirty="0" err="1">
              <a:solidFill>
                <a:schemeClr val="tx1"/>
              </a:solidFill>
              <a:latin typeface="Arial" panose="020B0604020202020204" pitchFamily="34" charset="0"/>
              <a:cs typeface="Arial" panose="020B0604020202020204" pitchFamily="34" charset="0"/>
            </a:rPr>
            <a:t>lý</a:t>
          </a:r>
          <a:r>
            <a:rPr lang="en-US" sz="2800" i="0" dirty="0">
              <a:solidFill>
                <a:schemeClr val="tx1"/>
              </a:solidFill>
              <a:latin typeface="Arial" panose="020B0604020202020204" pitchFamily="34" charset="0"/>
              <a:cs typeface="Arial" panose="020B0604020202020204" pitchFamily="34" charset="0"/>
            </a:rPr>
            <a:t> </a:t>
          </a:r>
          <a:r>
            <a:rPr lang="en-US" sz="2800" i="0" dirty="0" err="1">
              <a:solidFill>
                <a:schemeClr val="tx1"/>
              </a:solidFill>
              <a:latin typeface="Arial" panose="020B0604020202020204" pitchFamily="34" charset="0"/>
              <a:cs typeface="Arial" panose="020B0604020202020204" pitchFamily="34" charset="0"/>
            </a:rPr>
            <a:t>của</a:t>
          </a:r>
          <a:r>
            <a:rPr lang="en-US" sz="2800" i="0" dirty="0">
              <a:solidFill>
                <a:schemeClr val="tx1"/>
              </a:solidFill>
              <a:latin typeface="Arial" panose="020B0604020202020204" pitchFamily="34" charset="0"/>
              <a:cs typeface="Arial" panose="020B0604020202020204" pitchFamily="34" charset="0"/>
            </a:rPr>
            <a:t> </a:t>
          </a:r>
          <a:r>
            <a:rPr lang="en-US" sz="2800" i="0" dirty="0" err="1">
              <a:solidFill>
                <a:schemeClr val="tx1"/>
              </a:solidFill>
              <a:latin typeface="Arial" panose="020B0604020202020204" pitchFamily="34" charset="0"/>
              <a:cs typeface="Arial" panose="020B0604020202020204" pitchFamily="34" charset="0"/>
            </a:rPr>
            <a:t>chủ</a:t>
          </a:r>
          <a:r>
            <a:rPr lang="en-US" sz="2800" i="0" dirty="0">
              <a:solidFill>
                <a:schemeClr val="tx1"/>
              </a:solidFill>
              <a:latin typeface="Arial" panose="020B0604020202020204" pitchFamily="34" charset="0"/>
              <a:cs typeface="Arial" panose="020B0604020202020204" pitchFamily="34" charset="0"/>
            </a:rPr>
            <a:t> </a:t>
          </a:r>
          <a:r>
            <a:rPr lang="en-US" sz="2800" i="0" dirty="0" err="1">
              <a:solidFill>
                <a:schemeClr val="tx1"/>
              </a:solidFill>
              <a:latin typeface="Arial" panose="020B0604020202020204" pitchFamily="34" charset="0"/>
              <a:cs typeface="Arial" panose="020B0604020202020204" pitchFamily="34" charset="0"/>
            </a:rPr>
            <a:t>thể</a:t>
          </a:r>
          <a:r>
            <a:rPr lang="en-US" sz="2800" i="0" dirty="0">
              <a:solidFill>
                <a:schemeClr val="tx1"/>
              </a:solidFill>
              <a:latin typeface="Arial" panose="020B0604020202020204" pitchFamily="34" charset="0"/>
              <a:cs typeface="Arial" panose="020B0604020202020204" pitchFamily="34" charset="0"/>
            </a:rPr>
            <a:t>)</a:t>
          </a:r>
          <a:endParaRPr lang="en-US" sz="2800" i="0" dirty="0">
            <a:solidFill>
              <a:srgbClr val="C00000"/>
            </a:solidFill>
            <a:latin typeface="Arial" panose="020B0604020202020204" pitchFamily="34" charset="0"/>
            <a:cs typeface="Arial" panose="020B0604020202020204" pitchFamily="34" charset="0"/>
          </a:endParaRPr>
        </a:p>
      </dgm:t>
    </dgm:pt>
    <dgm:pt modelId="{44F1502B-7316-8344-A432-BC8325F6141F}" type="parTrans" cxnId="{8EB895EC-7B85-BB44-968C-2147E01CB752}">
      <dgm:prSet/>
      <dgm:spPr/>
      <dgm:t>
        <a:bodyPr/>
        <a:lstStyle/>
        <a:p>
          <a:endParaRPr lang="en-US"/>
        </a:p>
      </dgm:t>
    </dgm:pt>
    <dgm:pt modelId="{C9467A76-0D0F-C741-9FD9-B9C026147D71}" type="sibTrans" cxnId="{8EB895EC-7B85-BB44-968C-2147E01CB752}">
      <dgm:prSet/>
      <dgm:spPr/>
      <dgm:t>
        <a:bodyPr/>
        <a:lstStyle/>
        <a:p>
          <a:endParaRPr lang="en-US"/>
        </a:p>
      </dgm:t>
    </dgm:pt>
    <dgm:pt modelId="{DB25B87E-1DA0-D94D-9EA5-6B070234C1F5}">
      <dgm:prSet phldrT="[Text]" custT="1"/>
      <dgm:spPr/>
      <dgm:t>
        <a:bodyPr/>
        <a:lstStyle/>
        <a:p>
          <a:r>
            <a:rPr lang="en-US" sz="2800" i="0" dirty="0" err="1">
              <a:solidFill>
                <a:srgbClr val="C00000"/>
              </a:solidFill>
              <a:latin typeface="Arial" panose="020B0604020202020204" pitchFamily="34" charset="0"/>
              <a:cs typeface="Arial" panose="020B0604020202020204" pitchFamily="34" charset="0"/>
            </a:rPr>
            <a:t>Khách</a:t>
          </a:r>
          <a:r>
            <a:rPr lang="en-US" sz="2800" i="0" dirty="0">
              <a:solidFill>
                <a:srgbClr val="C00000"/>
              </a:solidFill>
              <a:latin typeface="Arial" panose="020B0604020202020204" pitchFamily="34" charset="0"/>
              <a:cs typeface="Arial" panose="020B0604020202020204" pitchFamily="34" charset="0"/>
            </a:rPr>
            <a:t> </a:t>
          </a:r>
          <a:r>
            <a:rPr lang="en-US" sz="2800" i="0" dirty="0" err="1">
              <a:solidFill>
                <a:srgbClr val="C00000"/>
              </a:solidFill>
              <a:latin typeface="Arial" panose="020B0604020202020204" pitchFamily="34" charset="0"/>
              <a:cs typeface="Arial" panose="020B0604020202020204" pitchFamily="34" charset="0"/>
            </a:rPr>
            <a:t>thể</a:t>
          </a:r>
          <a:r>
            <a:rPr lang="en-US" sz="2800" i="0" dirty="0">
              <a:solidFill>
                <a:srgbClr val="C00000"/>
              </a:solidFill>
              <a:latin typeface="Arial" panose="020B0604020202020204" pitchFamily="34" charset="0"/>
              <a:cs typeface="Arial" panose="020B0604020202020204" pitchFamily="34" charset="0"/>
            </a:rPr>
            <a:t> QHPL </a:t>
          </a:r>
        </a:p>
        <a:p>
          <a:r>
            <a:rPr lang="en-US" sz="2800" i="0" dirty="0">
              <a:solidFill>
                <a:schemeClr val="tx1"/>
              </a:solidFill>
              <a:latin typeface="Arial" panose="020B0604020202020204" pitchFamily="34" charset="0"/>
              <a:cs typeface="Arial" panose="020B0604020202020204" pitchFamily="34" charset="0"/>
            </a:rPr>
            <a:t>(</a:t>
          </a:r>
          <a:r>
            <a:rPr lang="en-US" sz="2800" i="0" dirty="0" err="1">
              <a:solidFill>
                <a:schemeClr val="tx1"/>
              </a:solidFill>
              <a:latin typeface="Arial" panose="020B0604020202020204" pitchFamily="34" charset="0"/>
              <a:cs typeface="Arial" panose="020B0604020202020204" pitchFamily="34" charset="0"/>
            </a:rPr>
            <a:t>lợi</a:t>
          </a:r>
          <a:r>
            <a:rPr lang="en-US" sz="2800" i="0" dirty="0">
              <a:solidFill>
                <a:schemeClr val="tx1"/>
              </a:solidFill>
              <a:latin typeface="Arial" panose="020B0604020202020204" pitchFamily="34" charset="0"/>
              <a:cs typeface="Arial" panose="020B0604020202020204" pitchFamily="34" charset="0"/>
            </a:rPr>
            <a:t> </a:t>
          </a:r>
          <a:r>
            <a:rPr lang="en-US" sz="2800" i="0" dirty="0" err="1">
              <a:solidFill>
                <a:schemeClr val="tx1"/>
              </a:solidFill>
              <a:latin typeface="Arial" panose="020B0604020202020204" pitchFamily="34" charset="0"/>
              <a:cs typeface="Arial" panose="020B0604020202020204" pitchFamily="34" charset="0"/>
            </a:rPr>
            <a:t>ích</a:t>
          </a:r>
          <a:r>
            <a:rPr lang="en-US" sz="2800" i="0" dirty="0">
              <a:solidFill>
                <a:schemeClr val="tx1"/>
              </a:solidFill>
              <a:latin typeface="Arial" panose="020B0604020202020204" pitchFamily="34" charset="0"/>
              <a:cs typeface="Arial" panose="020B0604020202020204" pitchFamily="34" charset="0"/>
            </a:rPr>
            <a:t> </a:t>
          </a:r>
          <a:r>
            <a:rPr lang="en-US" sz="2800" i="0" dirty="0" err="1">
              <a:solidFill>
                <a:schemeClr val="tx1"/>
              </a:solidFill>
              <a:latin typeface="Arial" panose="020B0604020202020204" pitchFamily="34" charset="0"/>
              <a:cs typeface="Arial" panose="020B0604020202020204" pitchFamily="34" charset="0"/>
            </a:rPr>
            <a:t>chủ</a:t>
          </a:r>
          <a:r>
            <a:rPr lang="en-US" sz="2800" i="0" dirty="0">
              <a:solidFill>
                <a:schemeClr val="tx1"/>
              </a:solidFill>
              <a:latin typeface="Arial" panose="020B0604020202020204" pitchFamily="34" charset="0"/>
              <a:cs typeface="Arial" panose="020B0604020202020204" pitchFamily="34" charset="0"/>
            </a:rPr>
            <a:t> </a:t>
          </a:r>
          <a:r>
            <a:rPr lang="en-US" sz="2800" i="0" dirty="0" err="1">
              <a:solidFill>
                <a:schemeClr val="tx1"/>
              </a:solidFill>
              <a:latin typeface="Arial" panose="020B0604020202020204" pitchFamily="34" charset="0"/>
              <a:cs typeface="Arial" panose="020B0604020202020204" pitchFamily="34" charset="0"/>
            </a:rPr>
            <a:t>thể</a:t>
          </a:r>
          <a:r>
            <a:rPr lang="en-US" sz="2800" i="0" dirty="0">
              <a:solidFill>
                <a:schemeClr val="tx1"/>
              </a:solidFill>
              <a:latin typeface="Arial" panose="020B0604020202020204" pitchFamily="34" charset="0"/>
              <a:cs typeface="Arial" panose="020B0604020202020204" pitchFamily="34" charset="0"/>
            </a:rPr>
            <a:t> </a:t>
          </a:r>
          <a:r>
            <a:rPr lang="en-US" sz="2800" i="0" dirty="0" err="1">
              <a:solidFill>
                <a:schemeClr val="tx1"/>
              </a:solidFill>
              <a:latin typeface="Arial" panose="020B0604020202020204" pitchFamily="34" charset="0"/>
              <a:cs typeface="Arial" panose="020B0604020202020204" pitchFamily="34" charset="0"/>
            </a:rPr>
            <a:t>mong</a:t>
          </a:r>
          <a:r>
            <a:rPr lang="en-US" sz="2800" i="0" dirty="0">
              <a:solidFill>
                <a:schemeClr val="tx1"/>
              </a:solidFill>
              <a:latin typeface="Arial" panose="020B0604020202020204" pitchFamily="34" charset="0"/>
              <a:cs typeface="Arial" panose="020B0604020202020204" pitchFamily="34" charset="0"/>
            </a:rPr>
            <a:t> </a:t>
          </a:r>
          <a:r>
            <a:rPr lang="en-US" sz="2800" i="0" dirty="0" err="1">
              <a:solidFill>
                <a:schemeClr val="tx1"/>
              </a:solidFill>
              <a:latin typeface="Arial" panose="020B0604020202020204" pitchFamily="34" charset="0"/>
              <a:cs typeface="Arial" panose="020B0604020202020204" pitchFamily="34" charset="0"/>
            </a:rPr>
            <a:t>muốn</a:t>
          </a:r>
          <a:r>
            <a:rPr lang="en-US" sz="2800" i="0" dirty="0">
              <a:solidFill>
                <a:schemeClr val="tx1"/>
              </a:solidFill>
              <a:latin typeface="Arial" panose="020B0604020202020204" pitchFamily="34" charset="0"/>
              <a:cs typeface="Arial" panose="020B0604020202020204" pitchFamily="34" charset="0"/>
            </a:rPr>
            <a:t> </a:t>
          </a:r>
          <a:r>
            <a:rPr lang="en-US" sz="2800" i="0" dirty="0" err="1">
              <a:solidFill>
                <a:schemeClr val="tx1"/>
              </a:solidFill>
              <a:latin typeface="Arial" panose="020B0604020202020204" pitchFamily="34" charset="0"/>
              <a:cs typeface="Arial" panose="020B0604020202020204" pitchFamily="34" charset="0"/>
            </a:rPr>
            <a:t>đạt</a:t>
          </a:r>
          <a:r>
            <a:rPr lang="en-US" sz="2800" i="0" dirty="0">
              <a:solidFill>
                <a:schemeClr val="tx1"/>
              </a:solidFill>
              <a:latin typeface="Arial" panose="020B0604020202020204" pitchFamily="34" charset="0"/>
              <a:cs typeface="Arial" panose="020B0604020202020204" pitchFamily="34" charset="0"/>
            </a:rPr>
            <a:t> </a:t>
          </a:r>
          <a:r>
            <a:rPr lang="en-US" sz="2800" i="0" dirty="0" err="1">
              <a:solidFill>
                <a:schemeClr val="tx1"/>
              </a:solidFill>
              <a:latin typeface="Arial" panose="020B0604020202020204" pitchFamily="34" charset="0"/>
              <a:cs typeface="Arial" panose="020B0604020202020204" pitchFamily="34" charset="0"/>
            </a:rPr>
            <a:t>được</a:t>
          </a:r>
          <a:r>
            <a:rPr lang="en-US" sz="2800" i="0" dirty="0">
              <a:solidFill>
                <a:schemeClr val="tx1"/>
              </a:solidFill>
              <a:latin typeface="Arial" panose="020B0604020202020204" pitchFamily="34" charset="0"/>
              <a:cs typeface="Arial" panose="020B0604020202020204" pitchFamily="34" charset="0"/>
            </a:rPr>
            <a:t>)</a:t>
          </a:r>
          <a:endParaRPr lang="en-US" sz="2800" i="0" dirty="0">
            <a:solidFill>
              <a:srgbClr val="C00000"/>
            </a:solidFill>
            <a:latin typeface="Arial" panose="020B0604020202020204" pitchFamily="34" charset="0"/>
            <a:cs typeface="Arial" panose="020B0604020202020204" pitchFamily="34" charset="0"/>
          </a:endParaRPr>
        </a:p>
      </dgm:t>
    </dgm:pt>
    <dgm:pt modelId="{B142CCED-D6CC-7B4C-B0D0-5D65FC7857F6}" type="parTrans" cxnId="{2CC6BA31-5250-C349-9B63-42269364EA64}">
      <dgm:prSet/>
      <dgm:spPr/>
      <dgm:t>
        <a:bodyPr/>
        <a:lstStyle/>
        <a:p>
          <a:endParaRPr lang="en-US"/>
        </a:p>
      </dgm:t>
    </dgm:pt>
    <dgm:pt modelId="{2FE3D975-1F2E-B74B-AA89-7B7C24B9F6B9}" type="sibTrans" cxnId="{2CC6BA31-5250-C349-9B63-42269364EA64}">
      <dgm:prSet/>
      <dgm:spPr/>
      <dgm:t>
        <a:bodyPr/>
        <a:lstStyle/>
        <a:p>
          <a:endParaRPr lang="en-US"/>
        </a:p>
      </dgm:t>
    </dgm:pt>
    <dgm:pt modelId="{0B428CE7-923F-AA43-AFC1-6BEEA7440FC1}" type="pres">
      <dgm:prSet presAssocID="{7DC90A61-357A-7B4D-B9AB-7C3858BC3C24}" presName="Name0" presStyleCnt="0">
        <dgm:presLayoutVars>
          <dgm:chMax val="7"/>
          <dgm:dir/>
          <dgm:animLvl val="lvl"/>
          <dgm:resizeHandles val="exact"/>
        </dgm:presLayoutVars>
      </dgm:prSet>
      <dgm:spPr/>
    </dgm:pt>
    <dgm:pt modelId="{E642268E-6F2A-5742-9995-162213562628}" type="pres">
      <dgm:prSet presAssocID="{26F6100B-7B1D-7840-A2B1-B3C9E42F21D5}" presName="circle1" presStyleLbl="node1" presStyleIdx="0" presStyleCnt="3"/>
      <dgm:spPr/>
    </dgm:pt>
    <dgm:pt modelId="{EE00F13C-59ED-3646-9C30-C5FAB4108357}" type="pres">
      <dgm:prSet presAssocID="{26F6100B-7B1D-7840-A2B1-B3C9E42F21D5}" presName="space" presStyleCnt="0"/>
      <dgm:spPr/>
    </dgm:pt>
    <dgm:pt modelId="{7AB8FA68-1F0B-B449-8C4D-05419A5FC168}" type="pres">
      <dgm:prSet presAssocID="{26F6100B-7B1D-7840-A2B1-B3C9E42F21D5}" presName="rect1" presStyleLbl="alignAcc1" presStyleIdx="0" presStyleCnt="3"/>
      <dgm:spPr/>
    </dgm:pt>
    <dgm:pt modelId="{82B562FC-F033-6048-8C7C-5679306A33F7}" type="pres">
      <dgm:prSet presAssocID="{C3E62C31-B02E-E143-8EA2-0156D03F5FD8}" presName="vertSpace2" presStyleLbl="node1" presStyleIdx="0" presStyleCnt="3"/>
      <dgm:spPr/>
    </dgm:pt>
    <dgm:pt modelId="{0A522FCD-30B3-D04C-AA07-56A2708DE130}" type="pres">
      <dgm:prSet presAssocID="{C3E62C31-B02E-E143-8EA2-0156D03F5FD8}" presName="circle2" presStyleLbl="node1" presStyleIdx="1" presStyleCnt="3"/>
      <dgm:spPr/>
    </dgm:pt>
    <dgm:pt modelId="{0AEB2FE7-F02D-5144-A208-CA39C3221F26}" type="pres">
      <dgm:prSet presAssocID="{C3E62C31-B02E-E143-8EA2-0156D03F5FD8}" presName="rect2" presStyleLbl="alignAcc1" presStyleIdx="1" presStyleCnt="3" custLinFactNeighborX="-115" custLinFactNeighborY="289"/>
      <dgm:spPr/>
    </dgm:pt>
    <dgm:pt modelId="{A2607B0B-EA5B-734A-8B65-CEE07417ACFF}" type="pres">
      <dgm:prSet presAssocID="{DB25B87E-1DA0-D94D-9EA5-6B070234C1F5}" presName="vertSpace3" presStyleLbl="node1" presStyleIdx="1" presStyleCnt="3"/>
      <dgm:spPr/>
    </dgm:pt>
    <dgm:pt modelId="{14063A19-A5E7-004C-B03A-9F58660A5EFD}" type="pres">
      <dgm:prSet presAssocID="{DB25B87E-1DA0-D94D-9EA5-6B070234C1F5}" presName="circle3" presStyleLbl="node1" presStyleIdx="2" presStyleCnt="3"/>
      <dgm:spPr/>
    </dgm:pt>
    <dgm:pt modelId="{70965140-3FBB-034A-893F-D46C48DF19D4}" type="pres">
      <dgm:prSet presAssocID="{DB25B87E-1DA0-D94D-9EA5-6B070234C1F5}" presName="rect3" presStyleLbl="alignAcc1" presStyleIdx="2" presStyleCnt="3"/>
      <dgm:spPr/>
    </dgm:pt>
    <dgm:pt modelId="{8BDB07C4-2751-DE4C-A704-C8671BA0FBD9}" type="pres">
      <dgm:prSet presAssocID="{26F6100B-7B1D-7840-A2B1-B3C9E42F21D5}" presName="rect1ParTxNoCh" presStyleLbl="alignAcc1" presStyleIdx="2" presStyleCnt="3">
        <dgm:presLayoutVars>
          <dgm:chMax val="1"/>
          <dgm:bulletEnabled val="1"/>
        </dgm:presLayoutVars>
      </dgm:prSet>
      <dgm:spPr/>
    </dgm:pt>
    <dgm:pt modelId="{A11EC389-E0E8-B343-BAD4-9EBCD89C7AE4}" type="pres">
      <dgm:prSet presAssocID="{C3E62C31-B02E-E143-8EA2-0156D03F5FD8}" presName="rect2ParTxNoCh" presStyleLbl="alignAcc1" presStyleIdx="2" presStyleCnt="3">
        <dgm:presLayoutVars>
          <dgm:chMax val="1"/>
          <dgm:bulletEnabled val="1"/>
        </dgm:presLayoutVars>
      </dgm:prSet>
      <dgm:spPr/>
    </dgm:pt>
    <dgm:pt modelId="{ECEC0590-4A40-BE4E-ACBE-F8AEFCA7120A}" type="pres">
      <dgm:prSet presAssocID="{DB25B87E-1DA0-D94D-9EA5-6B070234C1F5}" presName="rect3ParTxNoCh" presStyleLbl="alignAcc1" presStyleIdx="2" presStyleCnt="3">
        <dgm:presLayoutVars>
          <dgm:chMax val="1"/>
          <dgm:bulletEnabled val="1"/>
        </dgm:presLayoutVars>
      </dgm:prSet>
      <dgm:spPr/>
    </dgm:pt>
  </dgm:ptLst>
  <dgm:cxnLst>
    <dgm:cxn modelId="{F7082309-ED47-E345-82C1-A68B5FE057DD}" type="presOf" srcId="{DB25B87E-1DA0-D94D-9EA5-6B070234C1F5}" destId="{70965140-3FBB-034A-893F-D46C48DF19D4}" srcOrd="0" destOrd="0" presId="urn:microsoft.com/office/officeart/2005/8/layout/target3"/>
    <dgm:cxn modelId="{DC96CF0B-E63F-3E40-80BA-35EE33591C22}" type="presOf" srcId="{26F6100B-7B1D-7840-A2B1-B3C9E42F21D5}" destId="{7AB8FA68-1F0B-B449-8C4D-05419A5FC168}" srcOrd="0" destOrd="0" presId="urn:microsoft.com/office/officeart/2005/8/layout/target3"/>
    <dgm:cxn modelId="{59DABC1D-159D-5440-A7EE-6D099FECE7C5}" type="presOf" srcId="{DB25B87E-1DA0-D94D-9EA5-6B070234C1F5}" destId="{ECEC0590-4A40-BE4E-ACBE-F8AEFCA7120A}" srcOrd="1" destOrd="0" presId="urn:microsoft.com/office/officeart/2005/8/layout/target3"/>
    <dgm:cxn modelId="{2CC6BA31-5250-C349-9B63-42269364EA64}" srcId="{7DC90A61-357A-7B4D-B9AB-7C3858BC3C24}" destId="{DB25B87E-1DA0-D94D-9EA5-6B070234C1F5}" srcOrd="2" destOrd="0" parTransId="{B142CCED-D6CC-7B4C-B0D0-5D65FC7857F6}" sibTransId="{2FE3D975-1F2E-B74B-AA89-7B7C24B9F6B9}"/>
    <dgm:cxn modelId="{5A604740-0E6A-9542-BF38-E4ED64D1985B}" type="presOf" srcId="{7DC90A61-357A-7B4D-B9AB-7C3858BC3C24}" destId="{0B428CE7-923F-AA43-AFC1-6BEEA7440FC1}" srcOrd="0" destOrd="0" presId="urn:microsoft.com/office/officeart/2005/8/layout/target3"/>
    <dgm:cxn modelId="{D7CCF543-03DB-1844-BCA5-5A8C331E595A}" type="presOf" srcId="{C3E62C31-B02E-E143-8EA2-0156D03F5FD8}" destId="{0AEB2FE7-F02D-5144-A208-CA39C3221F26}" srcOrd="0" destOrd="0" presId="urn:microsoft.com/office/officeart/2005/8/layout/target3"/>
    <dgm:cxn modelId="{76729F4B-ABF7-794C-A555-2BF0775AEFF0}" type="presOf" srcId="{26F6100B-7B1D-7840-A2B1-B3C9E42F21D5}" destId="{8BDB07C4-2751-DE4C-A704-C8671BA0FBD9}" srcOrd="1" destOrd="0" presId="urn:microsoft.com/office/officeart/2005/8/layout/target3"/>
    <dgm:cxn modelId="{B7ACAE4B-22CD-1A40-B5BA-024DABC90E2D}" srcId="{7DC90A61-357A-7B4D-B9AB-7C3858BC3C24}" destId="{26F6100B-7B1D-7840-A2B1-B3C9E42F21D5}" srcOrd="0" destOrd="0" parTransId="{8B6CF9BD-4CC7-6145-934C-79567811C7A0}" sibTransId="{55549EAE-4476-2549-B4E7-14571FA9F2F8}"/>
    <dgm:cxn modelId="{4FC981BF-B7DA-8840-9910-609C4587ECBC}" type="presOf" srcId="{C3E62C31-B02E-E143-8EA2-0156D03F5FD8}" destId="{A11EC389-E0E8-B343-BAD4-9EBCD89C7AE4}" srcOrd="1" destOrd="0" presId="urn:microsoft.com/office/officeart/2005/8/layout/target3"/>
    <dgm:cxn modelId="{8EB895EC-7B85-BB44-968C-2147E01CB752}" srcId="{7DC90A61-357A-7B4D-B9AB-7C3858BC3C24}" destId="{C3E62C31-B02E-E143-8EA2-0156D03F5FD8}" srcOrd="1" destOrd="0" parTransId="{44F1502B-7316-8344-A432-BC8325F6141F}" sibTransId="{C9467A76-0D0F-C741-9FD9-B9C026147D71}"/>
    <dgm:cxn modelId="{B4EA1D6B-E34D-7C49-B5DD-4294A91C1419}" type="presParOf" srcId="{0B428CE7-923F-AA43-AFC1-6BEEA7440FC1}" destId="{E642268E-6F2A-5742-9995-162213562628}" srcOrd="0" destOrd="0" presId="urn:microsoft.com/office/officeart/2005/8/layout/target3"/>
    <dgm:cxn modelId="{1542A837-9A29-A24C-AA10-D8D82835EA12}" type="presParOf" srcId="{0B428CE7-923F-AA43-AFC1-6BEEA7440FC1}" destId="{EE00F13C-59ED-3646-9C30-C5FAB4108357}" srcOrd="1" destOrd="0" presId="urn:microsoft.com/office/officeart/2005/8/layout/target3"/>
    <dgm:cxn modelId="{6339B184-7F45-D843-B68E-BB166BA06AD8}" type="presParOf" srcId="{0B428CE7-923F-AA43-AFC1-6BEEA7440FC1}" destId="{7AB8FA68-1F0B-B449-8C4D-05419A5FC168}" srcOrd="2" destOrd="0" presId="urn:microsoft.com/office/officeart/2005/8/layout/target3"/>
    <dgm:cxn modelId="{D8C483A0-068B-3645-ABF6-6E00DFD5693A}" type="presParOf" srcId="{0B428CE7-923F-AA43-AFC1-6BEEA7440FC1}" destId="{82B562FC-F033-6048-8C7C-5679306A33F7}" srcOrd="3" destOrd="0" presId="urn:microsoft.com/office/officeart/2005/8/layout/target3"/>
    <dgm:cxn modelId="{83478235-70E4-8B47-89E5-C151F23165D0}" type="presParOf" srcId="{0B428CE7-923F-AA43-AFC1-6BEEA7440FC1}" destId="{0A522FCD-30B3-D04C-AA07-56A2708DE130}" srcOrd="4" destOrd="0" presId="urn:microsoft.com/office/officeart/2005/8/layout/target3"/>
    <dgm:cxn modelId="{FB20EAAB-E438-5D4B-BF63-69B10FDAED81}" type="presParOf" srcId="{0B428CE7-923F-AA43-AFC1-6BEEA7440FC1}" destId="{0AEB2FE7-F02D-5144-A208-CA39C3221F26}" srcOrd="5" destOrd="0" presId="urn:microsoft.com/office/officeart/2005/8/layout/target3"/>
    <dgm:cxn modelId="{57197C43-B7B7-334B-8CBC-A6FDE0F915AC}" type="presParOf" srcId="{0B428CE7-923F-AA43-AFC1-6BEEA7440FC1}" destId="{A2607B0B-EA5B-734A-8B65-CEE07417ACFF}" srcOrd="6" destOrd="0" presId="urn:microsoft.com/office/officeart/2005/8/layout/target3"/>
    <dgm:cxn modelId="{8E85E436-878D-2C48-A46E-B7F722625EAE}" type="presParOf" srcId="{0B428CE7-923F-AA43-AFC1-6BEEA7440FC1}" destId="{14063A19-A5E7-004C-B03A-9F58660A5EFD}" srcOrd="7" destOrd="0" presId="urn:microsoft.com/office/officeart/2005/8/layout/target3"/>
    <dgm:cxn modelId="{524F4FBC-02BE-3D4E-BC1C-CBDD5ACA7384}" type="presParOf" srcId="{0B428CE7-923F-AA43-AFC1-6BEEA7440FC1}" destId="{70965140-3FBB-034A-893F-D46C48DF19D4}" srcOrd="8" destOrd="0" presId="urn:microsoft.com/office/officeart/2005/8/layout/target3"/>
    <dgm:cxn modelId="{BFB5C1B9-1412-FD46-BE96-F062EC780004}" type="presParOf" srcId="{0B428CE7-923F-AA43-AFC1-6BEEA7440FC1}" destId="{8BDB07C4-2751-DE4C-A704-C8671BA0FBD9}" srcOrd="9" destOrd="0" presId="urn:microsoft.com/office/officeart/2005/8/layout/target3"/>
    <dgm:cxn modelId="{D82168AD-5E55-7940-A09C-49EE9A00CBB9}" type="presParOf" srcId="{0B428CE7-923F-AA43-AFC1-6BEEA7440FC1}" destId="{A11EC389-E0E8-B343-BAD4-9EBCD89C7AE4}" srcOrd="10" destOrd="0" presId="urn:microsoft.com/office/officeart/2005/8/layout/target3"/>
    <dgm:cxn modelId="{05C4BE88-87DA-1148-851E-2F160D02773D}" type="presParOf" srcId="{0B428CE7-923F-AA43-AFC1-6BEEA7440FC1}" destId="{ECEC0590-4A40-BE4E-ACBE-F8AEFCA7120A}" srcOrd="11"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5C90CF0-F671-5E48-B838-60467E7646B9}" type="doc">
      <dgm:prSet loTypeId="urn:microsoft.com/office/officeart/2005/8/layout/hierarchy2" loCatId="" qsTypeId="urn:microsoft.com/office/officeart/2005/8/quickstyle/simple3" qsCatId="simple" csTypeId="urn:microsoft.com/office/officeart/2005/8/colors/colorful1" csCatId="colorful" phldr="1"/>
      <dgm:spPr/>
      <dgm:t>
        <a:bodyPr/>
        <a:lstStyle/>
        <a:p>
          <a:endParaRPr lang="en-US"/>
        </a:p>
      </dgm:t>
    </dgm:pt>
    <dgm:pt modelId="{C15270BC-8860-B04A-9BEC-083325BFB485}">
      <dgm:prSet phldrT="[Text]" custT="1"/>
      <dgm:spPr/>
      <dgm:t>
        <a:bodyPr/>
        <a:lstStyle/>
        <a:p>
          <a:r>
            <a:rPr lang="en-US" sz="2800" b="1">
              <a:latin typeface="Arial" panose="020B0604020202020204" pitchFamily="34" charset="0"/>
              <a:cs typeface="Arial" panose="020B0604020202020204" pitchFamily="34" charset="0"/>
            </a:rPr>
            <a:t>Năng lực chủ thể</a:t>
          </a:r>
          <a:endParaRPr lang="en-US" sz="2800" b="1" dirty="0">
            <a:latin typeface="Arial" panose="020B0604020202020204" pitchFamily="34" charset="0"/>
            <a:cs typeface="Arial" panose="020B0604020202020204" pitchFamily="34" charset="0"/>
          </a:endParaRPr>
        </a:p>
      </dgm:t>
    </dgm:pt>
    <dgm:pt modelId="{369672DF-D0D9-7B49-B370-5671817969C7}" type="parTrans" cxnId="{30BB39F1-AA0A-764B-A199-28F89D6B70FF}">
      <dgm:prSet/>
      <dgm:spPr/>
      <dgm:t>
        <a:bodyPr/>
        <a:lstStyle/>
        <a:p>
          <a:endParaRPr lang="en-US"/>
        </a:p>
      </dgm:t>
    </dgm:pt>
    <dgm:pt modelId="{68FF7309-0643-074B-962F-BA827C20E6E5}" type="sibTrans" cxnId="{30BB39F1-AA0A-764B-A199-28F89D6B70FF}">
      <dgm:prSet/>
      <dgm:spPr/>
      <dgm:t>
        <a:bodyPr/>
        <a:lstStyle/>
        <a:p>
          <a:endParaRPr lang="en-US"/>
        </a:p>
      </dgm:t>
    </dgm:pt>
    <dgm:pt modelId="{95CCC159-CEF7-C249-BEAB-1E03C6CDF3BA}">
      <dgm:prSet phldrT="[Text]" custT="1"/>
      <dgm:spPr/>
      <dgm:t>
        <a:bodyPr/>
        <a:lstStyle/>
        <a:p>
          <a:r>
            <a:rPr lang="en-US" sz="2800" b="0" i="1">
              <a:latin typeface="Arial" panose="020B0604020202020204" pitchFamily="34" charset="0"/>
              <a:cs typeface="Arial" panose="020B0604020202020204" pitchFamily="34" charset="0"/>
            </a:rPr>
            <a:t>Năng lực pháp luật</a:t>
          </a:r>
        </a:p>
        <a:p>
          <a:r>
            <a:rPr lang="en-US" sz="2800" b="0" i="1">
              <a:latin typeface="Arial" panose="020B0604020202020204" pitchFamily="34" charset="0"/>
              <a:cs typeface="Arial" panose="020B0604020202020204" pitchFamily="34" charset="0"/>
            </a:rPr>
            <a:t>(</a:t>
          </a:r>
          <a:r>
            <a:rPr lang="en-US" sz="2000" b="0" i="1">
              <a:latin typeface="Arial" panose="020B0604020202020204" pitchFamily="34" charset="0"/>
              <a:cs typeface="Arial" panose="020B0604020202020204" pitchFamily="34" charset="0"/>
            </a:rPr>
            <a:t>là khả năng có quyền hoặc nghĩa vụ pháp lý mà Nhà nước quy định cho cac cá nhân, tổ chức nhất định)</a:t>
          </a:r>
          <a:endParaRPr lang="en-US" sz="2000" b="0" i="1" dirty="0">
            <a:latin typeface="Arial" panose="020B0604020202020204" pitchFamily="34" charset="0"/>
            <a:cs typeface="Arial" panose="020B0604020202020204" pitchFamily="34" charset="0"/>
          </a:endParaRPr>
        </a:p>
      </dgm:t>
    </dgm:pt>
    <dgm:pt modelId="{BD8F2BED-9D6F-804A-BBB6-BE1360E5AF4A}" type="parTrans" cxnId="{740051A9-FF89-0246-885D-9CF2DD0F4902}">
      <dgm:prSet/>
      <dgm:spPr/>
      <dgm:t>
        <a:bodyPr/>
        <a:lstStyle/>
        <a:p>
          <a:endParaRPr lang="en-US"/>
        </a:p>
      </dgm:t>
    </dgm:pt>
    <dgm:pt modelId="{8E6A3ED0-3C2E-1147-B50C-DF09B69DC94D}" type="sibTrans" cxnId="{740051A9-FF89-0246-885D-9CF2DD0F4902}">
      <dgm:prSet/>
      <dgm:spPr/>
      <dgm:t>
        <a:bodyPr/>
        <a:lstStyle/>
        <a:p>
          <a:endParaRPr lang="en-US"/>
        </a:p>
      </dgm:t>
    </dgm:pt>
    <dgm:pt modelId="{52C8520E-32BA-1B40-8F11-B78633DCD44C}">
      <dgm:prSet phldrT="[Text]" custT="1"/>
      <dgm:spPr/>
      <dgm:t>
        <a:bodyPr/>
        <a:lstStyle/>
        <a:p>
          <a:r>
            <a:rPr lang="en-US" sz="2800" i="1">
              <a:latin typeface="Arial" panose="020B0604020202020204" pitchFamily="34" charset="0"/>
              <a:cs typeface="Arial" panose="020B0604020202020204" pitchFamily="34" charset="0"/>
            </a:rPr>
            <a:t>Năng lực hành vi</a:t>
          </a:r>
        </a:p>
        <a:p>
          <a:r>
            <a:rPr lang="en-US" sz="2000" i="1">
              <a:latin typeface="Arial" panose="020B0604020202020204" pitchFamily="34" charset="0"/>
              <a:cs typeface="Arial" panose="020B0604020202020204" pitchFamily="34" charset="0"/>
            </a:rPr>
            <a:t>(là khả năng mà Nhà nước thừa nhận cho các cá nhân, tổ chức bằng hành vi của chính bản thân mình có thể xác lập và thực hiện các quyền và nghĩa vụ pháp lý)</a:t>
          </a:r>
          <a:endParaRPr lang="en-US" sz="2000" i="1" dirty="0">
            <a:latin typeface="Arial" panose="020B0604020202020204" pitchFamily="34" charset="0"/>
            <a:cs typeface="Arial" panose="020B0604020202020204" pitchFamily="34" charset="0"/>
          </a:endParaRPr>
        </a:p>
      </dgm:t>
    </dgm:pt>
    <dgm:pt modelId="{9FAD6BC2-C7A7-5B45-A907-1944B55BAB4E}" type="parTrans" cxnId="{7AF4288D-C389-C944-821C-DC3DF4135F4C}">
      <dgm:prSet/>
      <dgm:spPr/>
      <dgm:t>
        <a:bodyPr/>
        <a:lstStyle/>
        <a:p>
          <a:endParaRPr lang="en-US"/>
        </a:p>
      </dgm:t>
    </dgm:pt>
    <dgm:pt modelId="{ECD031F0-DF49-5648-B68B-F1B43A5B308D}" type="sibTrans" cxnId="{7AF4288D-C389-C944-821C-DC3DF4135F4C}">
      <dgm:prSet/>
      <dgm:spPr/>
      <dgm:t>
        <a:bodyPr/>
        <a:lstStyle/>
        <a:p>
          <a:endParaRPr lang="en-US"/>
        </a:p>
      </dgm:t>
    </dgm:pt>
    <dgm:pt modelId="{0FFE5BEF-98A9-2E42-BB61-74DEE9114F38}" type="pres">
      <dgm:prSet presAssocID="{25C90CF0-F671-5E48-B838-60467E7646B9}" presName="diagram" presStyleCnt="0">
        <dgm:presLayoutVars>
          <dgm:chPref val="1"/>
          <dgm:dir/>
          <dgm:animOne val="branch"/>
          <dgm:animLvl val="lvl"/>
          <dgm:resizeHandles val="exact"/>
        </dgm:presLayoutVars>
      </dgm:prSet>
      <dgm:spPr/>
    </dgm:pt>
    <dgm:pt modelId="{8B4FF395-C75A-1849-9800-31AA39BB16DE}" type="pres">
      <dgm:prSet presAssocID="{C15270BC-8860-B04A-9BEC-083325BFB485}" presName="root1" presStyleCnt="0"/>
      <dgm:spPr/>
    </dgm:pt>
    <dgm:pt modelId="{DF354C70-C2B4-4E45-B75E-40137629D27C}" type="pres">
      <dgm:prSet presAssocID="{C15270BC-8860-B04A-9BEC-083325BFB485}" presName="LevelOneTextNode" presStyleLbl="node0" presStyleIdx="0" presStyleCnt="1">
        <dgm:presLayoutVars>
          <dgm:chPref val="3"/>
        </dgm:presLayoutVars>
      </dgm:prSet>
      <dgm:spPr/>
    </dgm:pt>
    <dgm:pt modelId="{FCCC9307-2518-1647-867A-3EDB79BB9A40}" type="pres">
      <dgm:prSet presAssocID="{C15270BC-8860-B04A-9BEC-083325BFB485}" presName="level2hierChild" presStyleCnt="0"/>
      <dgm:spPr/>
    </dgm:pt>
    <dgm:pt modelId="{8D719091-E0B9-E147-9F69-33A25B3B4C45}" type="pres">
      <dgm:prSet presAssocID="{BD8F2BED-9D6F-804A-BBB6-BE1360E5AF4A}" presName="conn2-1" presStyleLbl="parChTrans1D2" presStyleIdx="0" presStyleCnt="2"/>
      <dgm:spPr/>
    </dgm:pt>
    <dgm:pt modelId="{5A3B7D27-D73C-8A41-960B-54C118594A8D}" type="pres">
      <dgm:prSet presAssocID="{BD8F2BED-9D6F-804A-BBB6-BE1360E5AF4A}" presName="connTx" presStyleLbl="parChTrans1D2" presStyleIdx="0" presStyleCnt="2"/>
      <dgm:spPr/>
    </dgm:pt>
    <dgm:pt modelId="{FE2412B8-F4DD-BE49-A238-077165D0EAB2}" type="pres">
      <dgm:prSet presAssocID="{95CCC159-CEF7-C249-BEAB-1E03C6CDF3BA}" presName="root2" presStyleCnt="0"/>
      <dgm:spPr/>
    </dgm:pt>
    <dgm:pt modelId="{0BF676BF-8905-7E4C-AE55-BB877E9688AF}" type="pres">
      <dgm:prSet presAssocID="{95CCC159-CEF7-C249-BEAB-1E03C6CDF3BA}" presName="LevelTwoTextNode" presStyleLbl="node2" presStyleIdx="0" presStyleCnt="2" custScaleX="212014">
        <dgm:presLayoutVars>
          <dgm:chPref val="3"/>
        </dgm:presLayoutVars>
      </dgm:prSet>
      <dgm:spPr/>
    </dgm:pt>
    <dgm:pt modelId="{7BF2A107-C37F-984F-9A8E-1C6EBBC3AD04}" type="pres">
      <dgm:prSet presAssocID="{95CCC159-CEF7-C249-BEAB-1E03C6CDF3BA}" presName="level3hierChild" presStyleCnt="0"/>
      <dgm:spPr/>
    </dgm:pt>
    <dgm:pt modelId="{E9BE97FC-C2FD-4C40-A9C3-5A6265731970}" type="pres">
      <dgm:prSet presAssocID="{9FAD6BC2-C7A7-5B45-A907-1944B55BAB4E}" presName="conn2-1" presStyleLbl="parChTrans1D2" presStyleIdx="1" presStyleCnt="2"/>
      <dgm:spPr/>
    </dgm:pt>
    <dgm:pt modelId="{55D962C8-70CF-9C45-BDC4-63796B5EA86B}" type="pres">
      <dgm:prSet presAssocID="{9FAD6BC2-C7A7-5B45-A907-1944B55BAB4E}" presName="connTx" presStyleLbl="parChTrans1D2" presStyleIdx="1" presStyleCnt="2"/>
      <dgm:spPr/>
    </dgm:pt>
    <dgm:pt modelId="{6260E9E1-FF46-0443-988A-046A0095F889}" type="pres">
      <dgm:prSet presAssocID="{52C8520E-32BA-1B40-8F11-B78633DCD44C}" presName="root2" presStyleCnt="0"/>
      <dgm:spPr/>
    </dgm:pt>
    <dgm:pt modelId="{931B3EA2-F11E-2648-869E-480026CF25FB}" type="pres">
      <dgm:prSet presAssocID="{52C8520E-32BA-1B40-8F11-B78633DCD44C}" presName="LevelTwoTextNode" presStyleLbl="node2" presStyleIdx="1" presStyleCnt="2" custScaleX="210300" custLinFactNeighborX="1886" custLinFactNeighborY="-5181">
        <dgm:presLayoutVars>
          <dgm:chPref val="3"/>
        </dgm:presLayoutVars>
      </dgm:prSet>
      <dgm:spPr/>
    </dgm:pt>
    <dgm:pt modelId="{EE26BC97-C62F-DE4C-B2BC-B9A6DFEAA23C}" type="pres">
      <dgm:prSet presAssocID="{52C8520E-32BA-1B40-8F11-B78633DCD44C}" presName="level3hierChild" presStyleCnt="0"/>
      <dgm:spPr/>
    </dgm:pt>
  </dgm:ptLst>
  <dgm:cxnLst>
    <dgm:cxn modelId="{676D4C06-92FA-CB43-8A42-DEBDA4702AAA}" type="presOf" srcId="{C15270BC-8860-B04A-9BEC-083325BFB485}" destId="{DF354C70-C2B4-4E45-B75E-40137629D27C}" srcOrd="0" destOrd="0" presId="urn:microsoft.com/office/officeart/2005/8/layout/hierarchy2"/>
    <dgm:cxn modelId="{9E751D0F-8624-1A41-AB53-E9FAA18776D8}" type="presOf" srcId="{9FAD6BC2-C7A7-5B45-A907-1944B55BAB4E}" destId="{55D962C8-70CF-9C45-BDC4-63796B5EA86B}" srcOrd="1" destOrd="0" presId="urn:microsoft.com/office/officeart/2005/8/layout/hierarchy2"/>
    <dgm:cxn modelId="{28F66C4B-93E6-E640-8338-32CE9C026D77}" type="presOf" srcId="{52C8520E-32BA-1B40-8F11-B78633DCD44C}" destId="{931B3EA2-F11E-2648-869E-480026CF25FB}" srcOrd="0" destOrd="0" presId="urn:microsoft.com/office/officeart/2005/8/layout/hierarchy2"/>
    <dgm:cxn modelId="{0DA6A36E-A964-C946-BB51-DF4A47852507}" type="presOf" srcId="{9FAD6BC2-C7A7-5B45-A907-1944B55BAB4E}" destId="{E9BE97FC-C2FD-4C40-A9C3-5A6265731970}" srcOrd="0" destOrd="0" presId="urn:microsoft.com/office/officeart/2005/8/layout/hierarchy2"/>
    <dgm:cxn modelId="{7AF4288D-C389-C944-821C-DC3DF4135F4C}" srcId="{C15270BC-8860-B04A-9BEC-083325BFB485}" destId="{52C8520E-32BA-1B40-8F11-B78633DCD44C}" srcOrd="1" destOrd="0" parTransId="{9FAD6BC2-C7A7-5B45-A907-1944B55BAB4E}" sibTransId="{ECD031F0-DF49-5648-B68B-F1B43A5B308D}"/>
    <dgm:cxn modelId="{1A5A6BA2-B310-0147-99E7-8FBD19968E5C}" type="presOf" srcId="{BD8F2BED-9D6F-804A-BBB6-BE1360E5AF4A}" destId="{8D719091-E0B9-E147-9F69-33A25B3B4C45}" srcOrd="0" destOrd="0" presId="urn:microsoft.com/office/officeart/2005/8/layout/hierarchy2"/>
    <dgm:cxn modelId="{740051A9-FF89-0246-885D-9CF2DD0F4902}" srcId="{C15270BC-8860-B04A-9BEC-083325BFB485}" destId="{95CCC159-CEF7-C249-BEAB-1E03C6CDF3BA}" srcOrd="0" destOrd="0" parTransId="{BD8F2BED-9D6F-804A-BBB6-BE1360E5AF4A}" sibTransId="{8E6A3ED0-3C2E-1147-B50C-DF09B69DC94D}"/>
    <dgm:cxn modelId="{C6B01BCA-C76D-AE46-80F2-32D12DB84E19}" type="presOf" srcId="{25C90CF0-F671-5E48-B838-60467E7646B9}" destId="{0FFE5BEF-98A9-2E42-BB61-74DEE9114F38}" srcOrd="0" destOrd="0" presId="urn:microsoft.com/office/officeart/2005/8/layout/hierarchy2"/>
    <dgm:cxn modelId="{B4AF48DB-554A-2D41-9EB6-47520804C8CE}" type="presOf" srcId="{95CCC159-CEF7-C249-BEAB-1E03C6CDF3BA}" destId="{0BF676BF-8905-7E4C-AE55-BB877E9688AF}" srcOrd="0" destOrd="0" presId="urn:microsoft.com/office/officeart/2005/8/layout/hierarchy2"/>
    <dgm:cxn modelId="{051A5FE6-41FE-1D40-8C85-9E7A650E3E9D}" type="presOf" srcId="{BD8F2BED-9D6F-804A-BBB6-BE1360E5AF4A}" destId="{5A3B7D27-D73C-8A41-960B-54C118594A8D}" srcOrd="1" destOrd="0" presId="urn:microsoft.com/office/officeart/2005/8/layout/hierarchy2"/>
    <dgm:cxn modelId="{30BB39F1-AA0A-764B-A199-28F89D6B70FF}" srcId="{25C90CF0-F671-5E48-B838-60467E7646B9}" destId="{C15270BC-8860-B04A-9BEC-083325BFB485}" srcOrd="0" destOrd="0" parTransId="{369672DF-D0D9-7B49-B370-5671817969C7}" sibTransId="{68FF7309-0643-074B-962F-BA827C20E6E5}"/>
    <dgm:cxn modelId="{59BF8CD6-0000-574B-8160-03AF77026189}" type="presParOf" srcId="{0FFE5BEF-98A9-2E42-BB61-74DEE9114F38}" destId="{8B4FF395-C75A-1849-9800-31AA39BB16DE}" srcOrd="0" destOrd="0" presId="urn:microsoft.com/office/officeart/2005/8/layout/hierarchy2"/>
    <dgm:cxn modelId="{92813FF0-8F4F-2049-AC9A-B88F68607A08}" type="presParOf" srcId="{8B4FF395-C75A-1849-9800-31AA39BB16DE}" destId="{DF354C70-C2B4-4E45-B75E-40137629D27C}" srcOrd="0" destOrd="0" presId="urn:microsoft.com/office/officeart/2005/8/layout/hierarchy2"/>
    <dgm:cxn modelId="{AB5497EF-644A-614A-AEBE-8B3E54381B0B}" type="presParOf" srcId="{8B4FF395-C75A-1849-9800-31AA39BB16DE}" destId="{FCCC9307-2518-1647-867A-3EDB79BB9A40}" srcOrd="1" destOrd="0" presId="urn:microsoft.com/office/officeart/2005/8/layout/hierarchy2"/>
    <dgm:cxn modelId="{89BDCA6A-7421-F246-8A24-A3F5A7718BDE}" type="presParOf" srcId="{FCCC9307-2518-1647-867A-3EDB79BB9A40}" destId="{8D719091-E0B9-E147-9F69-33A25B3B4C45}" srcOrd="0" destOrd="0" presId="urn:microsoft.com/office/officeart/2005/8/layout/hierarchy2"/>
    <dgm:cxn modelId="{CEA97A94-5C86-F54E-9C2C-AAB7BFA92098}" type="presParOf" srcId="{8D719091-E0B9-E147-9F69-33A25B3B4C45}" destId="{5A3B7D27-D73C-8A41-960B-54C118594A8D}" srcOrd="0" destOrd="0" presId="urn:microsoft.com/office/officeart/2005/8/layout/hierarchy2"/>
    <dgm:cxn modelId="{2F393C94-26D9-AA44-8F13-18424924C314}" type="presParOf" srcId="{FCCC9307-2518-1647-867A-3EDB79BB9A40}" destId="{FE2412B8-F4DD-BE49-A238-077165D0EAB2}" srcOrd="1" destOrd="0" presId="urn:microsoft.com/office/officeart/2005/8/layout/hierarchy2"/>
    <dgm:cxn modelId="{ECAA1766-EB33-334F-89C9-27BD19115026}" type="presParOf" srcId="{FE2412B8-F4DD-BE49-A238-077165D0EAB2}" destId="{0BF676BF-8905-7E4C-AE55-BB877E9688AF}" srcOrd="0" destOrd="0" presId="urn:microsoft.com/office/officeart/2005/8/layout/hierarchy2"/>
    <dgm:cxn modelId="{B0D78E1A-2183-FA45-8490-6944DFFA8574}" type="presParOf" srcId="{FE2412B8-F4DD-BE49-A238-077165D0EAB2}" destId="{7BF2A107-C37F-984F-9A8E-1C6EBBC3AD04}" srcOrd="1" destOrd="0" presId="urn:microsoft.com/office/officeart/2005/8/layout/hierarchy2"/>
    <dgm:cxn modelId="{B54A65A0-DDEA-A948-B14A-F217CAB9A8B1}" type="presParOf" srcId="{FCCC9307-2518-1647-867A-3EDB79BB9A40}" destId="{E9BE97FC-C2FD-4C40-A9C3-5A6265731970}" srcOrd="2" destOrd="0" presId="urn:microsoft.com/office/officeart/2005/8/layout/hierarchy2"/>
    <dgm:cxn modelId="{650C773D-FBEE-894A-A6E3-2524DF1B36A6}" type="presParOf" srcId="{E9BE97FC-C2FD-4C40-A9C3-5A6265731970}" destId="{55D962C8-70CF-9C45-BDC4-63796B5EA86B}" srcOrd="0" destOrd="0" presId="urn:microsoft.com/office/officeart/2005/8/layout/hierarchy2"/>
    <dgm:cxn modelId="{48CFD59C-BEB0-7B45-AA1F-3BD47657F694}" type="presParOf" srcId="{FCCC9307-2518-1647-867A-3EDB79BB9A40}" destId="{6260E9E1-FF46-0443-988A-046A0095F889}" srcOrd="3" destOrd="0" presId="urn:microsoft.com/office/officeart/2005/8/layout/hierarchy2"/>
    <dgm:cxn modelId="{9416964A-C756-4D4A-9E97-8B11DB126444}" type="presParOf" srcId="{6260E9E1-FF46-0443-988A-046A0095F889}" destId="{931B3EA2-F11E-2648-869E-480026CF25FB}" srcOrd="0" destOrd="0" presId="urn:microsoft.com/office/officeart/2005/8/layout/hierarchy2"/>
    <dgm:cxn modelId="{136913EB-20B1-EC4C-82F5-31382EC9FCA7}" type="presParOf" srcId="{6260E9E1-FF46-0443-988A-046A0095F889}" destId="{EE26BC97-C62F-DE4C-B2BC-B9A6DFEAA23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BE49377-DB25-E243-B9D8-4E070D13A32B}" type="doc">
      <dgm:prSet loTypeId="urn:microsoft.com/office/officeart/2005/8/layout/hierarchy1" loCatId="" qsTypeId="urn:microsoft.com/office/officeart/2005/8/quickstyle/simple1" qsCatId="simple" csTypeId="urn:microsoft.com/office/officeart/2005/8/colors/accent1_2" csCatId="accent1" phldr="1"/>
      <dgm:spPr/>
      <dgm:t>
        <a:bodyPr/>
        <a:lstStyle/>
        <a:p>
          <a:endParaRPr lang="en-US"/>
        </a:p>
      </dgm:t>
    </dgm:pt>
    <dgm:pt modelId="{8FEB81B7-B38A-8341-B6CF-667AD8A7011E}">
      <dgm:prSet phldrT="[Text]" custT="1"/>
      <dgm:spPr/>
      <dgm:t>
        <a:bodyPr/>
        <a:lstStyle/>
        <a:p>
          <a:r>
            <a:rPr lang="en-US" sz="2400" dirty="0" err="1">
              <a:solidFill>
                <a:srgbClr val="C00000"/>
              </a:solidFill>
              <a:latin typeface="Arial" panose="020B0604020202020204" pitchFamily="34" charset="0"/>
              <a:cs typeface="Arial" panose="020B0604020202020204" pitchFamily="34" charset="0"/>
            </a:rPr>
            <a:t>Các</a:t>
          </a:r>
          <a:r>
            <a:rPr lang="en-US" sz="2400" dirty="0">
              <a:solidFill>
                <a:srgbClr val="C00000"/>
              </a:solidFill>
              <a:latin typeface="Arial" panose="020B0604020202020204" pitchFamily="34" charset="0"/>
              <a:cs typeface="Arial" panose="020B0604020202020204" pitchFamily="34" charset="0"/>
            </a:rPr>
            <a:t> </a:t>
          </a:r>
          <a:r>
            <a:rPr lang="en-US" sz="2400" dirty="0" err="1">
              <a:solidFill>
                <a:srgbClr val="C00000"/>
              </a:solidFill>
              <a:latin typeface="Arial" panose="020B0604020202020204" pitchFamily="34" charset="0"/>
              <a:cs typeface="Arial" panose="020B0604020202020204" pitchFamily="34" charset="0"/>
            </a:rPr>
            <a:t>loại</a:t>
          </a:r>
          <a:r>
            <a:rPr lang="en-US" sz="2400" dirty="0">
              <a:solidFill>
                <a:srgbClr val="C00000"/>
              </a:solidFill>
              <a:latin typeface="Arial" panose="020B0604020202020204" pitchFamily="34" charset="0"/>
              <a:cs typeface="Arial" panose="020B0604020202020204" pitchFamily="34" charset="0"/>
            </a:rPr>
            <a:t> </a:t>
          </a:r>
          <a:r>
            <a:rPr lang="en-US" sz="2400" dirty="0" err="1">
              <a:solidFill>
                <a:srgbClr val="C00000"/>
              </a:solidFill>
              <a:latin typeface="Arial" panose="020B0604020202020204" pitchFamily="34" charset="0"/>
              <a:cs typeface="Arial" panose="020B0604020202020204" pitchFamily="34" charset="0"/>
            </a:rPr>
            <a:t>chủ</a:t>
          </a:r>
          <a:r>
            <a:rPr lang="en-US" sz="2400" dirty="0">
              <a:solidFill>
                <a:srgbClr val="C00000"/>
              </a:solidFill>
              <a:latin typeface="Arial" panose="020B0604020202020204" pitchFamily="34" charset="0"/>
              <a:cs typeface="Arial" panose="020B0604020202020204" pitchFamily="34" charset="0"/>
            </a:rPr>
            <a:t> </a:t>
          </a:r>
          <a:r>
            <a:rPr lang="en-US" sz="2400" dirty="0" err="1">
              <a:solidFill>
                <a:srgbClr val="C00000"/>
              </a:solidFill>
              <a:latin typeface="Arial" panose="020B0604020202020204" pitchFamily="34" charset="0"/>
              <a:cs typeface="Arial" panose="020B0604020202020204" pitchFamily="34" charset="0"/>
            </a:rPr>
            <a:t>thể</a:t>
          </a:r>
          <a:r>
            <a:rPr lang="en-US" sz="2400" dirty="0">
              <a:solidFill>
                <a:srgbClr val="C00000"/>
              </a:solidFill>
              <a:latin typeface="Arial" panose="020B0604020202020204" pitchFamily="34" charset="0"/>
              <a:cs typeface="Arial" panose="020B0604020202020204" pitchFamily="34" charset="0"/>
            </a:rPr>
            <a:t> QHPL </a:t>
          </a:r>
          <a:r>
            <a:rPr lang="en-US" sz="2400" dirty="0" err="1">
              <a:solidFill>
                <a:srgbClr val="C00000"/>
              </a:solidFill>
              <a:latin typeface="Arial" panose="020B0604020202020204" pitchFamily="34" charset="0"/>
              <a:cs typeface="Arial" panose="020B0604020202020204" pitchFamily="34" charset="0"/>
            </a:rPr>
            <a:t>ở</a:t>
          </a:r>
          <a:r>
            <a:rPr lang="en-US" sz="2400" dirty="0">
              <a:solidFill>
                <a:srgbClr val="C00000"/>
              </a:solidFill>
              <a:latin typeface="Arial" panose="020B0604020202020204" pitchFamily="34" charset="0"/>
              <a:cs typeface="Arial" panose="020B0604020202020204" pitchFamily="34" charset="0"/>
            </a:rPr>
            <a:t> VN</a:t>
          </a:r>
        </a:p>
      </dgm:t>
    </dgm:pt>
    <dgm:pt modelId="{AEA1D7E1-2CDA-714A-8C03-A72A13B2E0C7}" type="parTrans" cxnId="{15869444-FB82-0F44-8C04-E5FB708D8CE3}">
      <dgm:prSet/>
      <dgm:spPr/>
      <dgm:t>
        <a:bodyPr/>
        <a:lstStyle/>
        <a:p>
          <a:endParaRPr lang="en-US"/>
        </a:p>
      </dgm:t>
    </dgm:pt>
    <dgm:pt modelId="{36283A66-77D2-8840-8D23-39A85985AF29}" type="sibTrans" cxnId="{15869444-FB82-0F44-8C04-E5FB708D8CE3}">
      <dgm:prSet/>
      <dgm:spPr/>
      <dgm:t>
        <a:bodyPr/>
        <a:lstStyle/>
        <a:p>
          <a:endParaRPr lang="en-US"/>
        </a:p>
      </dgm:t>
    </dgm:pt>
    <dgm:pt modelId="{16D41BAA-FC66-8A40-98AC-701FAE790646}">
      <dgm:prSet phldrT="[Text]" custT="1"/>
      <dgm:spPr/>
      <dgm:t>
        <a:bodyPr/>
        <a:lstStyle/>
        <a:p>
          <a:r>
            <a:rPr lang="en-US" sz="2000" dirty="0" err="1">
              <a:solidFill>
                <a:srgbClr val="C00000"/>
              </a:solidFill>
              <a:latin typeface="Arial" panose="020B0604020202020204" pitchFamily="34" charset="0"/>
              <a:cs typeface="Arial" panose="020B0604020202020204" pitchFamily="34" charset="0"/>
            </a:rPr>
            <a:t>Cá</a:t>
          </a:r>
          <a:r>
            <a:rPr lang="en-US" sz="2000" dirty="0">
              <a:solidFill>
                <a:srgbClr val="C00000"/>
              </a:solidFill>
              <a:latin typeface="Arial" panose="020B0604020202020204" pitchFamily="34" charset="0"/>
              <a:cs typeface="Arial" panose="020B0604020202020204" pitchFamily="34" charset="0"/>
            </a:rPr>
            <a:t> </a:t>
          </a:r>
          <a:r>
            <a:rPr lang="en-US" sz="2000" dirty="0" err="1">
              <a:solidFill>
                <a:srgbClr val="C00000"/>
              </a:solidFill>
              <a:latin typeface="Arial" panose="020B0604020202020204" pitchFamily="34" charset="0"/>
              <a:cs typeface="Arial" panose="020B0604020202020204" pitchFamily="34" charset="0"/>
            </a:rPr>
            <a:t>nhân</a:t>
          </a:r>
          <a:endParaRPr lang="en-US" sz="2000" dirty="0">
            <a:solidFill>
              <a:srgbClr val="C00000"/>
            </a:solidFill>
            <a:latin typeface="Arial" panose="020B0604020202020204" pitchFamily="34" charset="0"/>
            <a:cs typeface="Arial" panose="020B0604020202020204" pitchFamily="34" charset="0"/>
          </a:endParaRPr>
        </a:p>
        <a:p>
          <a:r>
            <a:rPr lang="en-US" sz="1400" dirty="0">
              <a:solidFill>
                <a:schemeClr val="tx1"/>
              </a:solidFill>
              <a:latin typeface="Arial" panose="020B0604020202020204" pitchFamily="34" charset="0"/>
              <a:cs typeface="Arial" panose="020B0604020202020204" pitchFamily="34" charset="0"/>
            </a:rPr>
            <a:t>(</a:t>
          </a:r>
          <a:r>
            <a:rPr lang="en-US" sz="1400" dirty="0" err="1">
              <a:solidFill>
                <a:schemeClr val="tx1"/>
              </a:solidFill>
              <a:latin typeface="Arial" panose="020B0604020202020204" pitchFamily="34" charset="0"/>
              <a:cs typeface="Arial" panose="020B0604020202020204" pitchFamily="34" charset="0"/>
            </a:rPr>
            <a:t>phải</a:t>
          </a:r>
          <a:r>
            <a:rPr lang="en-US" sz="1400" dirty="0">
              <a:solidFill>
                <a:schemeClr val="tx1"/>
              </a:solidFill>
              <a:latin typeface="Arial" panose="020B0604020202020204" pitchFamily="34" charset="0"/>
              <a:cs typeface="Arial" panose="020B0604020202020204" pitchFamily="34" charset="0"/>
            </a:rPr>
            <a:t> </a:t>
          </a:r>
          <a:r>
            <a:rPr lang="en-US" sz="1400" dirty="0" err="1">
              <a:solidFill>
                <a:schemeClr val="tx1"/>
              </a:solidFill>
              <a:latin typeface="Arial" panose="020B0604020202020204" pitchFamily="34" charset="0"/>
              <a:cs typeface="Arial" panose="020B0604020202020204" pitchFamily="34" charset="0"/>
            </a:rPr>
            <a:t>có</a:t>
          </a:r>
          <a:r>
            <a:rPr lang="en-US" sz="1400" dirty="0">
              <a:solidFill>
                <a:schemeClr val="tx1"/>
              </a:solidFill>
              <a:latin typeface="Arial" panose="020B0604020202020204" pitchFamily="34" charset="0"/>
              <a:cs typeface="Arial" panose="020B0604020202020204" pitchFamily="34" charset="0"/>
            </a:rPr>
            <a:t> </a:t>
          </a:r>
          <a:r>
            <a:rPr lang="en-US" sz="1400" dirty="0" err="1">
              <a:solidFill>
                <a:schemeClr val="tx1"/>
              </a:solidFill>
              <a:latin typeface="Arial" panose="020B0604020202020204" pitchFamily="34" charset="0"/>
              <a:cs typeface="Arial" panose="020B0604020202020204" pitchFamily="34" charset="0"/>
            </a:rPr>
            <a:t>năng</a:t>
          </a:r>
          <a:r>
            <a:rPr lang="en-US" sz="1400" dirty="0">
              <a:solidFill>
                <a:schemeClr val="tx1"/>
              </a:solidFill>
              <a:latin typeface="Arial" panose="020B0604020202020204" pitchFamily="34" charset="0"/>
              <a:cs typeface="Arial" panose="020B0604020202020204" pitchFamily="34" charset="0"/>
            </a:rPr>
            <a:t> </a:t>
          </a:r>
          <a:r>
            <a:rPr lang="en-US" sz="1400" dirty="0" err="1">
              <a:solidFill>
                <a:schemeClr val="tx1"/>
              </a:solidFill>
              <a:latin typeface="Arial" panose="020B0604020202020204" pitchFamily="34" charset="0"/>
              <a:cs typeface="Arial" panose="020B0604020202020204" pitchFamily="34" charset="0"/>
            </a:rPr>
            <a:t>lực</a:t>
          </a:r>
          <a:r>
            <a:rPr lang="en-US" sz="1400" dirty="0">
              <a:solidFill>
                <a:schemeClr val="tx1"/>
              </a:solidFill>
              <a:latin typeface="Arial" panose="020B0604020202020204" pitchFamily="34" charset="0"/>
              <a:cs typeface="Arial" panose="020B0604020202020204" pitchFamily="34" charset="0"/>
            </a:rPr>
            <a:t> </a:t>
          </a:r>
          <a:r>
            <a:rPr lang="en-US" sz="1400" dirty="0" err="1">
              <a:solidFill>
                <a:schemeClr val="tx1"/>
              </a:solidFill>
              <a:latin typeface="Arial" panose="020B0604020202020204" pitchFamily="34" charset="0"/>
              <a:cs typeface="Arial" panose="020B0604020202020204" pitchFamily="34" charset="0"/>
            </a:rPr>
            <a:t>chủ</a:t>
          </a:r>
          <a:r>
            <a:rPr lang="en-US" sz="1400" dirty="0">
              <a:solidFill>
                <a:schemeClr val="tx1"/>
              </a:solidFill>
              <a:latin typeface="Arial" panose="020B0604020202020204" pitchFamily="34" charset="0"/>
              <a:cs typeface="Arial" panose="020B0604020202020204" pitchFamily="34" charset="0"/>
            </a:rPr>
            <a:t> </a:t>
          </a:r>
          <a:r>
            <a:rPr lang="en-US" sz="1400" dirty="0" err="1">
              <a:solidFill>
                <a:schemeClr val="tx1"/>
              </a:solidFill>
              <a:latin typeface="Arial" panose="020B0604020202020204" pitchFamily="34" charset="0"/>
              <a:cs typeface="Arial" panose="020B0604020202020204" pitchFamily="34" charset="0"/>
            </a:rPr>
            <a:t>thể</a:t>
          </a:r>
          <a:r>
            <a:rPr lang="en-US" sz="1400" dirty="0">
              <a:solidFill>
                <a:schemeClr val="tx1"/>
              </a:solidFill>
              <a:latin typeface="Arial" panose="020B0604020202020204" pitchFamily="34" charset="0"/>
              <a:cs typeface="Arial" panose="020B0604020202020204" pitchFamily="34" charset="0"/>
            </a:rPr>
            <a:t>)</a:t>
          </a:r>
        </a:p>
      </dgm:t>
    </dgm:pt>
    <dgm:pt modelId="{4AA5D4E9-EF42-724B-9AFD-004AA799C3F3}" type="parTrans" cxnId="{48EE96E7-DBB1-244C-A2EC-DB2760C497A9}">
      <dgm:prSet/>
      <dgm:spPr/>
      <dgm:t>
        <a:bodyPr/>
        <a:lstStyle/>
        <a:p>
          <a:endParaRPr lang="en-US"/>
        </a:p>
      </dgm:t>
    </dgm:pt>
    <dgm:pt modelId="{C1A9C6C6-C9A4-7049-94D6-C8001D7C1AB2}" type="sibTrans" cxnId="{48EE96E7-DBB1-244C-A2EC-DB2760C497A9}">
      <dgm:prSet/>
      <dgm:spPr/>
      <dgm:t>
        <a:bodyPr/>
        <a:lstStyle/>
        <a:p>
          <a:endParaRPr lang="en-US"/>
        </a:p>
      </dgm:t>
    </dgm:pt>
    <dgm:pt modelId="{95D14D3B-ECD6-8240-8866-5F457B6D04DC}">
      <dgm:prSet phldrT="[Text]" custT="1"/>
      <dgm:spPr/>
      <dgm:t>
        <a:bodyPr/>
        <a:lstStyle/>
        <a:p>
          <a:r>
            <a:rPr lang="en-US" sz="1400" dirty="0" err="1">
              <a:latin typeface="Arial" panose="020B0604020202020204" pitchFamily="34" charset="0"/>
              <a:cs typeface="Arial" panose="020B0604020202020204" pitchFamily="34" charset="0"/>
            </a:rPr>
            <a:t>Công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dân</a:t>
          </a:r>
          <a:endParaRPr lang="en-US" sz="1400" dirty="0">
            <a:latin typeface="Arial" panose="020B0604020202020204" pitchFamily="34" charset="0"/>
            <a:cs typeface="Arial" panose="020B0604020202020204" pitchFamily="34" charset="0"/>
          </a:endParaRPr>
        </a:p>
      </dgm:t>
    </dgm:pt>
    <dgm:pt modelId="{48CE4EB6-A172-794C-A4A2-4B11E904E13E}" type="parTrans" cxnId="{7CE25842-5696-374C-BDC5-F47C47258F01}">
      <dgm:prSet/>
      <dgm:spPr/>
      <dgm:t>
        <a:bodyPr/>
        <a:lstStyle/>
        <a:p>
          <a:endParaRPr lang="en-US"/>
        </a:p>
      </dgm:t>
    </dgm:pt>
    <dgm:pt modelId="{3A19B745-1503-CA42-BFD7-F633B4D59C8A}" type="sibTrans" cxnId="{7CE25842-5696-374C-BDC5-F47C47258F01}">
      <dgm:prSet/>
      <dgm:spPr/>
      <dgm:t>
        <a:bodyPr/>
        <a:lstStyle/>
        <a:p>
          <a:endParaRPr lang="en-US"/>
        </a:p>
      </dgm:t>
    </dgm:pt>
    <dgm:pt modelId="{CAFA3F6B-EAA2-CF40-AE88-067A92A8A1E8}">
      <dgm:prSet phldrT="[Text]" custT="1"/>
      <dgm:spPr/>
      <dgm:t>
        <a:bodyPr/>
        <a:lstStyle/>
        <a:p>
          <a:r>
            <a:rPr lang="en-US" sz="1400" dirty="0" err="1">
              <a:latin typeface="Arial" panose="020B0604020202020204" pitchFamily="34" charset="0"/>
              <a:cs typeface="Arial" panose="020B0604020202020204" pitchFamily="34" charset="0"/>
            </a:rPr>
            <a:t>Người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nước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ngoài</a:t>
          </a:r>
          <a:endParaRPr lang="en-US" sz="1400" dirty="0">
            <a:latin typeface="Arial" panose="020B0604020202020204" pitchFamily="34" charset="0"/>
            <a:cs typeface="Arial" panose="020B0604020202020204" pitchFamily="34" charset="0"/>
          </a:endParaRPr>
        </a:p>
      </dgm:t>
    </dgm:pt>
    <dgm:pt modelId="{49696EE0-BC17-6D4D-8F38-3782E7174364}" type="parTrans" cxnId="{47D2ECD6-DE28-2E41-9636-DDB4474592E8}">
      <dgm:prSet/>
      <dgm:spPr/>
      <dgm:t>
        <a:bodyPr/>
        <a:lstStyle/>
        <a:p>
          <a:endParaRPr lang="en-US"/>
        </a:p>
      </dgm:t>
    </dgm:pt>
    <dgm:pt modelId="{19A48E62-C3FC-304A-BAA3-71408D70D885}" type="sibTrans" cxnId="{47D2ECD6-DE28-2E41-9636-DDB4474592E8}">
      <dgm:prSet/>
      <dgm:spPr/>
      <dgm:t>
        <a:bodyPr/>
        <a:lstStyle/>
        <a:p>
          <a:endParaRPr lang="en-US"/>
        </a:p>
      </dgm:t>
    </dgm:pt>
    <dgm:pt modelId="{A907C6AD-114B-EF4C-B32B-0C411D43B9AE}">
      <dgm:prSet phldrT="[Text]" custT="1"/>
      <dgm:spPr/>
      <dgm:t>
        <a:bodyPr/>
        <a:lstStyle/>
        <a:p>
          <a:r>
            <a:rPr lang="en-US" sz="2000" dirty="0" err="1">
              <a:solidFill>
                <a:srgbClr val="C00000"/>
              </a:solidFill>
              <a:latin typeface="Arial" panose="020B0604020202020204" pitchFamily="34" charset="0"/>
              <a:cs typeface="Arial" panose="020B0604020202020204" pitchFamily="34" charset="0"/>
            </a:rPr>
            <a:t>Tổ</a:t>
          </a:r>
          <a:r>
            <a:rPr lang="en-US" sz="2000" dirty="0">
              <a:solidFill>
                <a:srgbClr val="C00000"/>
              </a:solidFill>
              <a:latin typeface="Arial" panose="020B0604020202020204" pitchFamily="34" charset="0"/>
              <a:cs typeface="Arial" panose="020B0604020202020204" pitchFamily="34" charset="0"/>
            </a:rPr>
            <a:t> </a:t>
          </a:r>
          <a:r>
            <a:rPr lang="en-US" sz="2000" dirty="0" err="1">
              <a:solidFill>
                <a:srgbClr val="C00000"/>
              </a:solidFill>
              <a:latin typeface="Arial" panose="020B0604020202020204" pitchFamily="34" charset="0"/>
              <a:cs typeface="Arial" panose="020B0604020202020204" pitchFamily="34" charset="0"/>
            </a:rPr>
            <a:t>chức</a:t>
          </a:r>
          <a:endParaRPr lang="en-US" sz="2000" dirty="0">
            <a:solidFill>
              <a:srgbClr val="C00000"/>
            </a:solidFill>
            <a:latin typeface="Arial" panose="020B0604020202020204" pitchFamily="34" charset="0"/>
            <a:cs typeface="Arial" panose="020B0604020202020204" pitchFamily="34" charset="0"/>
          </a:endParaRPr>
        </a:p>
        <a:p>
          <a:endParaRPr lang="en-US" sz="1100" dirty="0"/>
        </a:p>
      </dgm:t>
    </dgm:pt>
    <dgm:pt modelId="{3F9AA4E6-2C4A-464F-A97D-A136B8F46B40}" type="parTrans" cxnId="{E3100EC4-A6C6-1241-8568-9270391AC158}">
      <dgm:prSet/>
      <dgm:spPr/>
      <dgm:t>
        <a:bodyPr/>
        <a:lstStyle/>
        <a:p>
          <a:endParaRPr lang="en-US"/>
        </a:p>
      </dgm:t>
    </dgm:pt>
    <dgm:pt modelId="{8D1D3325-2B4D-E94A-ADE5-81E2129C6533}" type="sibTrans" cxnId="{E3100EC4-A6C6-1241-8568-9270391AC158}">
      <dgm:prSet/>
      <dgm:spPr/>
      <dgm:t>
        <a:bodyPr/>
        <a:lstStyle/>
        <a:p>
          <a:endParaRPr lang="en-US"/>
        </a:p>
      </dgm:t>
    </dgm:pt>
    <dgm:pt modelId="{F1EDA391-CEDE-9D46-BF2E-6CDD09DC4AD2}">
      <dgm:prSet phldrT="[Text]" custT="1"/>
      <dgm:spPr/>
      <dgm:t>
        <a:bodyPr/>
        <a:lstStyle/>
        <a:p>
          <a:r>
            <a:rPr lang="en-US" sz="1400" dirty="0" err="1">
              <a:latin typeface="Arial" panose="020B0604020202020204" pitchFamily="34" charset="0"/>
              <a:cs typeface="Arial" panose="020B0604020202020204" pitchFamily="34" charset="0"/>
            </a:rPr>
            <a:t>Có</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cơ</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cấu</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thống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nhất</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và</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hoàn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chỉnh</a:t>
          </a:r>
          <a:endParaRPr lang="en-US" sz="1400" dirty="0">
            <a:latin typeface="Arial" panose="020B0604020202020204" pitchFamily="34" charset="0"/>
            <a:cs typeface="Arial" panose="020B0604020202020204" pitchFamily="34" charset="0"/>
          </a:endParaRPr>
        </a:p>
      </dgm:t>
    </dgm:pt>
    <dgm:pt modelId="{DE20C91B-5131-2B41-9E97-75CF4906AE3E}" type="parTrans" cxnId="{082949F2-D697-AC4E-8715-9C8FFB9ED074}">
      <dgm:prSet/>
      <dgm:spPr/>
      <dgm:t>
        <a:bodyPr/>
        <a:lstStyle/>
        <a:p>
          <a:endParaRPr lang="en-US"/>
        </a:p>
      </dgm:t>
    </dgm:pt>
    <dgm:pt modelId="{31AFB2FF-9D81-FA48-B27D-D72F639F6945}" type="sibTrans" cxnId="{082949F2-D697-AC4E-8715-9C8FFB9ED074}">
      <dgm:prSet/>
      <dgm:spPr/>
      <dgm:t>
        <a:bodyPr/>
        <a:lstStyle/>
        <a:p>
          <a:endParaRPr lang="en-US"/>
        </a:p>
      </dgm:t>
    </dgm:pt>
    <dgm:pt modelId="{8FBFBBE5-B41B-FE47-9FEE-E8F94CCA3FEA}">
      <dgm:prSet phldrT="[Text]" custT="1"/>
      <dgm:spPr/>
      <dgm:t>
        <a:bodyPr/>
        <a:lstStyle/>
        <a:p>
          <a:r>
            <a:rPr lang="en-US" sz="1400" dirty="0" err="1">
              <a:latin typeface="Arial" panose="020B0604020202020204" pitchFamily="34" charset="0"/>
              <a:cs typeface="Arial" panose="020B0604020202020204" pitchFamily="34" charset="0"/>
            </a:rPr>
            <a:t>Người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không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quốc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tịch</a:t>
          </a:r>
          <a:endParaRPr lang="en-US" sz="1400" dirty="0">
            <a:latin typeface="Arial" panose="020B0604020202020204" pitchFamily="34" charset="0"/>
            <a:cs typeface="Arial" panose="020B0604020202020204" pitchFamily="34" charset="0"/>
          </a:endParaRPr>
        </a:p>
      </dgm:t>
    </dgm:pt>
    <dgm:pt modelId="{F0B42193-074D-E941-9D05-3014597B8FB8}" type="parTrans" cxnId="{61A42129-BE2D-324B-95C7-6F410F6D9286}">
      <dgm:prSet/>
      <dgm:spPr/>
      <dgm:t>
        <a:bodyPr/>
        <a:lstStyle/>
        <a:p>
          <a:endParaRPr lang="en-US"/>
        </a:p>
      </dgm:t>
    </dgm:pt>
    <dgm:pt modelId="{D06B33CD-5050-EC4C-BC20-6CDF5E426BFC}" type="sibTrans" cxnId="{61A42129-BE2D-324B-95C7-6F410F6D9286}">
      <dgm:prSet/>
      <dgm:spPr/>
      <dgm:t>
        <a:bodyPr/>
        <a:lstStyle/>
        <a:p>
          <a:endParaRPr lang="en-US"/>
        </a:p>
      </dgm:t>
    </dgm:pt>
    <dgm:pt modelId="{5D427B4A-EF34-174E-B4C2-01040F6A8CA5}">
      <dgm:prSet phldrT="[Text]" custT="1"/>
      <dgm:spPr/>
      <dgm:t>
        <a:bodyPr/>
        <a:lstStyle/>
        <a:p>
          <a:r>
            <a:rPr lang="en-US" sz="1400" dirty="0" err="1">
              <a:latin typeface="Arial" panose="020B0604020202020204" pitchFamily="34" charset="0"/>
              <a:cs typeface="Arial" panose="020B0604020202020204" pitchFamily="34" charset="0"/>
            </a:rPr>
            <a:t>Có</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tài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sản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riêng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độc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lập</a:t>
          </a:r>
          <a:endParaRPr lang="en-US" sz="1400" dirty="0">
            <a:latin typeface="Arial" panose="020B0604020202020204" pitchFamily="34" charset="0"/>
            <a:cs typeface="Arial" panose="020B0604020202020204" pitchFamily="34" charset="0"/>
          </a:endParaRPr>
        </a:p>
      </dgm:t>
    </dgm:pt>
    <dgm:pt modelId="{34001269-8476-E845-AA96-F36D5FA89337}" type="parTrans" cxnId="{E0217D44-7ED7-FB49-B5BE-513DF40039D1}">
      <dgm:prSet/>
      <dgm:spPr/>
      <dgm:t>
        <a:bodyPr/>
        <a:lstStyle/>
        <a:p>
          <a:endParaRPr lang="en-US"/>
        </a:p>
      </dgm:t>
    </dgm:pt>
    <dgm:pt modelId="{CD44B834-70B6-C64E-A1D7-E740D5C6CB73}" type="sibTrans" cxnId="{E0217D44-7ED7-FB49-B5BE-513DF40039D1}">
      <dgm:prSet/>
      <dgm:spPr/>
      <dgm:t>
        <a:bodyPr/>
        <a:lstStyle/>
        <a:p>
          <a:endParaRPr lang="en-US"/>
        </a:p>
      </dgm:t>
    </dgm:pt>
    <dgm:pt modelId="{1C40A786-53AA-E044-BF81-DE19975231C9}">
      <dgm:prSet phldrT="[Text]" custT="1"/>
      <dgm:spPr/>
      <dgm:t>
        <a:bodyPr/>
        <a:lstStyle/>
        <a:p>
          <a:r>
            <a:rPr lang="en-US" sz="1400" dirty="0" err="1">
              <a:latin typeface="Arial" panose="020B0604020202020204" pitchFamily="34" charset="0"/>
              <a:cs typeface="Arial" panose="020B0604020202020204" pitchFamily="34" charset="0"/>
            </a:rPr>
            <a:t>Nhân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danh</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chính</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mình</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tham</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gia</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vào</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các</a:t>
          </a:r>
          <a:r>
            <a:rPr lang="en-US" sz="1400" dirty="0">
              <a:latin typeface="Arial" panose="020B0604020202020204" pitchFamily="34" charset="0"/>
              <a:cs typeface="Arial" panose="020B0604020202020204" pitchFamily="34" charset="0"/>
            </a:rPr>
            <a:t> QHPL </a:t>
          </a:r>
          <a:r>
            <a:rPr lang="en-US" sz="1400" dirty="0" err="1">
              <a:latin typeface="Arial" panose="020B0604020202020204" pitchFamily="34" charset="0"/>
              <a:cs typeface="Arial" panose="020B0604020202020204" pitchFamily="34" charset="0"/>
            </a:rPr>
            <a:t>một</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cách</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độc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lập</a:t>
          </a:r>
          <a:endParaRPr lang="en-US" sz="1400" dirty="0">
            <a:latin typeface="Arial" panose="020B0604020202020204" pitchFamily="34" charset="0"/>
            <a:cs typeface="Arial" panose="020B0604020202020204" pitchFamily="34" charset="0"/>
          </a:endParaRPr>
        </a:p>
      </dgm:t>
    </dgm:pt>
    <dgm:pt modelId="{2BF38E88-13BA-EC40-A6F6-5014A011BB94}" type="parTrans" cxnId="{39D08084-D862-2A4E-924C-9B7D5FFA7721}">
      <dgm:prSet/>
      <dgm:spPr/>
      <dgm:t>
        <a:bodyPr/>
        <a:lstStyle/>
        <a:p>
          <a:endParaRPr lang="en-US"/>
        </a:p>
      </dgm:t>
    </dgm:pt>
    <dgm:pt modelId="{411F9567-080C-3547-A69C-61A6EC4533A1}" type="sibTrans" cxnId="{39D08084-D862-2A4E-924C-9B7D5FFA7721}">
      <dgm:prSet/>
      <dgm:spPr/>
      <dgm:t>
        <a:bodyPr/>
        <a:lstStyle/>
        <a:p>
          <a:endParaRPr lang="en-US"/>
        </a:p>
      </dgm:t>
    </dgm:pt>
    <dgm:pt modelId="{79DB5FFC-7087-0D41-BBF1-EB1A02F7C370}">
      <dgm:prSet phldrT="[Text]" custT="1"/>
      <dgm:spPr/>
      <dgm:t>
        <a:bodyPr/>
        <a:lstStyle/>
        <a:p>
          <a:r>
            <a:rPr lang="en-US" sz="1400" dirty="0" err="1">
              <a:latin typeface="Arial" panose="020B0604020202020204" pitchFamily="34" charset="0"/>
              <a:cs typeface="Arial" panose="020B0604020202020204" pitchFamily="34" charset="0"/>
            </a:rPr>
            <a:t>Được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thành</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lập</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hợp</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pháp</a:t>
          </a:r>
          <a:endParaRPr lang="en-US" sz="1400" dirty="0">
            <a:latin typeface="Arial" panose="020B0604020202020204" pitchFamily="34" charset="0"/>
            <a:cs typeface="Arial" panose="020B0604020202020204" pitchFamily="34" charset="0"/>
          </a:endParaRPr>
        </a:p>
      </dgm:t>
    </dgm:pt>
    <dgm:pt modelId="{E02559D4-3ADE-334E-B22A-637821888426}" type="parTrans" cxnId="{8B3F4DD8-6660-0547-BF18-3C4F40FB3CFC}">
      <dgm:prSet/>
      <dgm:spPr/>
      <dgm:t>
        <a:bodyPr/>
        <a:lstStyle/>
        <a:p>
          <a:endParaRPr lang="en-US"/>
        </a:p>
      </dgm:t>
    </dgm:pt>
    <dgm:pt modelId="{0866D170-01F0-124D-9356-3235626BCC16}" type="sibTrans" cxnId="{8B3F4DD8-6660-0547-BF18-3C4F40FB3CFC}">
      <dgm:prSet/>
      <dgm:spPr/>
      <dgm:t>
        <a:bodyPr/>
        <a:lstStyle/>
        <a:p>
          <a:endParaRPr lang="en-US"/>
        </a:p>
      </dgm:t>
    </dgm:pt>
    <dgm:pt modelId="{6B23A662-5C2D-BD44-B8D5-FBFD8CF3164C}">
      <dgm:prSet phldrT="[Text]" custT="1"/>
      <dgm:spPr/>
      <dgm:t>
        <a:bodyPr/>
        <a:lstStyle/>
        <a:p>
          <a:r>
            <a:rPr lang="en-US" sz="2000" dirty="0" err="1">
              <a:solidFill>
                <a:srgbClr val="C00000"/>
              </a:solidFill>
              <a:latin typeface="Arial" panose="020B0604020202020204" pitchFamily="34" charset="0"/>
              <a:cs typeface="Arial" panose="020B0604020202020204" pitchFamily="34" charset="0"/>
            </a:rPr>
            <a:t>Nhà</a:t>
          </a:r>
          <a:r>
            <a:rPr lang="en-US" sz="2000" dirty="0">
              <a:solidFill>
                <a:srgbClr val="C00000"/>
              </a:solidFill>
              <a:latin typeface="Arial" panose="020B0604020202020204" pitchFamily="34" charset="0"/>
              <a:cs typeface="Arial" panose="020B0604020202020204" pitchFamily="34" charset="0"/>
            </a:rPr>
            <a:t> </a:t>
          </a:r>
          <a:r>
            <a:rPr lang="en-US" sz="2000" dirty="0" err="1">
              <a:solidFill>
                <a:srgbClr val="C00000"/>
              </a:solidFill>
              <a:latin typeface="Arial" panose="020B0604020202020204" pitchFamily="34" charset="0"/>
              <a:cs typeface="Arial" panose="020B0604020202020204" pitchFamily="34" charset="0"/>
            </a:rPr>
            <a:t>nước</a:t>
          </a:r>
          <a:r>
            <a:rPr lang="en-US" sz="2000" dirty="0">
              <a:solidFill>
                <a:srgbClr val="C00000"/>
              </a:solidFill>
              <a:latin typeface="Arial" panose="020B0604020202020204" pitchFamily="34" charset="0"/>
              <a:cs typeface="Arial" panose="020B0604020202020204" pitchFamily="34" charset="0"/>
            </a:rPr>
            <a:t> </a:t>
          </a:r>
        </a:p>
        <a:p>
          <a:r>
            <a:rPr lang="en-US" sz="1400" dirty="0">
              <a:latin typeface="Arial" panose="020B0604020202020204" pitchFamily="34" charset="0"/>
              <a:cs typeface="Arial" panose="020B0604020202020204" pitchFamily="34" charset="0"/>
            </a:rPr>
            <a:t>(</a:t>
          </a:r>
          <a:r>
            <a:rPr lang="en-US" sz="1400" dirty="0" err="1">
              <a:latin typeface="Arial" panose="020B0604020202020204" pitchFamily="34" charset="0"/>
              <a:cs typeface="Arial" panose="020B0604020202020204" pitchFamily="34" charset="0"/>
            </a:rPr>
            <a:t>chủ</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thể</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đặc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biệt</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của</a:t>
          </a:r>
          <a:r>
            <a:rPr lang="en-US" sz="1400" dirty="0">
              <a:latin typeface="Arial" panose="020B0604020202020204" pitchFamily="34" charset="0"/>
              <a:cs typeface="Arial" panose="020B0604020202020204" pitchFamily="34" charset="0"/>
            </a:rPr>
            <a:t> QHPL)</a:t>
          </a:r>
        </a:p>
      </dgm:t>
    </dgm:pt>
    <dgm:pt modelId="{98CE5B27-FEDB-BF41-AFF5-C819C56BEB84}" type="parTrans" cxnId="{AF4836CF-52E2-BA4F-82B4-E9BA8DA56081}">
      <dgm:prSet/>
      <dgm:spPr/>
      <dgm:t>
        <a:bodyPr/>
        <a:lstStyle/>
        <a:p>
          <a:endParaRPr lang="en-US"/>
        </a:p>
      </dgm:t>
    </dgm:pt>
    <dgm:pt modelId="{76638ECF-D094-304A-B753-11C88DB39FD9}" type="sibTrans" cxnId="{AF4836CF-52E2-BA4F-82B4-E9BA8DA56081}">
      <dgm:prSet/>
      <dgm:spPr/>
      <dgm:t>
        <a:bodyPr/>
        <a:lstStyle/>
        <a:p>
          <a:endParaRPr lang="en-US"/>
        </a:p>
      </dgm:t>
    </dgm:pt>
    <dgm:pt modelId="{4188F8FD-A726-FA49-A8BB-24E92DAF36A2}">
      <dgm:prSet phldrT="[Text]" custT="1"/>
      <dgm:spPr/>
      <dgm:t>
        <a:bodyPr/>
        <a:lstStyle/>
        <a:p>
          <a:r>
            <a:rPr lang="en-US" sz="1400" dirty="0" err="1">
              <a:latin typeface="Arial" panose="020B0604020202020204" pitchFamily="34" charset="0"/>
              <a:cs typeface="Arial" panose="020B0604020202020204" pitchFamily="34" charset="0"/>
            </a:rPr>
            <a:t>Pháp</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nhân</a:t>
          </a:r>
          <a:endParaRPr lang="en-US" sz="1400" dirty="0">
            <a:latin typeface="Arial" panose="020B0604020202020204" pitchFamily="34" charset="0"/>
            <a:cs typeface="Arial" panose="020B0604020202020204" pitchFamily="34" charset="0"/>
          </a:endParaRPr>
        </a:p>
      </dgm:t>
    </dgm:pt>
    <dgm:pt modelId="{AEF83A54-7951-FC45-BD80-EE7FC50CC308}" type="parTrans" cxnId="{E527E5AB-9257-D944-9B65-178016701444}">
      <dgm:prSet/>
      <dgm:spPr/>
      <dgm:t>
        <a:bodyPr/>
        <a:lstStyle/>
        <a:p>
          <a:endParaRPr lang="en-US"/>
        </a:p>
      </dgm:t>
    </dgm:pt>
    <dgm:pt modelId="{A4B88CC6-AD78-1C46-94E4-E27B886BB9C1}" type="sibTrans" cxnId="{E527E5AB-9257-D944-9B65-178016701444}">
      <dgm:prSet/>
      <dgm:spPr/>
      <dgm:t>
        <a:bodyPr/>
        <a:lstStyle/>
        <a:p>
          <a:endParaRPr lang="en-US"/>
        </a:p>
      </dgm:t>
    </dgm:pt>
    <dgm:pt modelId="{9955FFEF-2753-6040-90D5-390F25CBA0ED}">
      <dgm:prSet phldrT="[Text]" custT="1"/>
      <dgm:spPr/>
      <dgm:t>
        <a:bodyPr/>
        <a:lstStyle/>
        <a:p>
          <a:r>
            <a:rPr lang="en-US" sz="1400" dirty="0" err="1">
              <a:latin typeface="Arial" panose="020B0604020202020204" pitchFamily="34" charset="0"/>
              <a:cs typeface="Arial" panose="020B0604020202020204" pitchFamily="34" charset="0"/>
            </a:rPr>
            <a:t>Tổ</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chức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không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phải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là</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pháp</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nhân</a:t>
          </a:r>
          <a:r>
            <a:rPr lang="en-US" sz="1400" dirty="0">
              <a:latin typeface="Arial" panose="020B0604020202020204" pitchFamily="34" charset="0"/>
              <a:cs typeface="Arial" panose="020B0604020202020204" pitchFamily="34" charset="0"/>
            </a:rPr>
            <a:t>.</a:t>
          </a:r>
        </a:p>
      </dgm:t>
    </dgm:pt>
    <dgm:pt modelId="{709C9E8D-8584-3348-A88A-6982B5139E6E}" type="parTrans" cxnId="{E0D723E3-C5BB-FA45-8925-69740055E56C}">
      <dgm:prSet/>
      <dgm:spPr/>
      <dgm:t>
        <a:bodyPr/>
        <a:lstStyle/>
        <a:p>
          <a:endParaRPr lang="en-US"/>
        </a:p>
      </dgm:t>
    </dgm:pt>
    <dgm:pt modelId="{7F33B336-07C2-2846-B441-38BE8307E8DA}" type="sibTrans" cxnId="{E0D723E3-C5BB-FA45-8925-69740055E56C}">
      <dgm:prSet/>
      <dgm:spPr/>
      <dgm:t>
        <a:bodyPr/>
        <a:lstStyle/>
        <a:p>
          <a:endParaRPr lang="en-US"/>
        </a:p>
      </dgm:t>
    </dgm:pt>
    <dgm:pt modelId="{71BE534B-55B7-B647-B773-BA117A7A06F2}" type="pres">
      <dgm:prSet presAssocID="{5BE49377-DB25-E243-B9D8-4E070D13A32B}" presName="hierChild1" presStyleCnt="0">
        <dgm:presLayoutVars>
          <dgm:chPref val="1"/>
          <dgm:dir/>
          <dgm:animOne val="branch"/>
          <dgm:animLvl val="lvl"/>
          <dgm:resizeHandles/>
        </dgm:presLayoutVars>
      </dgm:prSet>
      <dgm:spPr/>
    </dgm:pt>
    <dgm:pt modelId="{F20D8EFD-BE7A-644E-AC07-B35B0B8193D5}" type="pres">
      <dgm:prSet presAssocID="{8FEB81B7-B38A-8341-B6CF-667AD8A7011E}" presName="hierRoot1" presStyleCnt="0"/>
      <dgm:spPr/>
    </dgm:pt>
    <dgm:pt modelId="{A5E12A30-E42A-7A41-AD32-11C26DEE8D97}" type="pres">
      <dgm:prSet presAssocID="{8FEB81B7-B38A-8341-B6CF-667AD8A7011E}" presName="composite" presStyleCnt="0"/>
      <dgm:spPr/>
    </dgm:pt>
    <dgm:pt modelId="{CF83227B-5CF6-E04D-8302-7A48BAE2C72F}" type="pres">
      <dgm:prSet presAssocID="{8FEB81B7-B38A-8341-B6CF-667AD8A7011E}" presName="background" presStyleLbl="node0" presStyleIdx="0" presStyleCnt="1"/>
      <dgm:spPr/>
    </dgm:pt>
    <dgm:pt modelId="{6A5D9793-8C82-524D-A70C-20BA3C768EC2}" type="pres">
      <dgm:prSet presAssocID="{8FEB81B7-B38A-8341-B6CF-667AD8A7011E}" presName="text" presStyleLbl="fgAcc0" presStyleIdx="0" presStyleCnt="1" custScaleX="402162" custLinFactNeighborX="-20142" custLinFactNeighborY="-73623">
        <dgm:presLayoutVars>
          <dgm:chPref val="3"/>
        </dgm:presLayoutVars>
      </dgm:prSet>
      <dgm:spPr/>
    </dgm:pt>
    <dgm:pt modelId="{A9F6A236-E9A5-0D44-BC52-0D3187375E66}" type="pres">
      <dgm:prSet presAssocID="{8FEB81B7-B38A-8341-B6CF-667AD8A7011E}" presName="hierChild2" presStyleCnt="0"/>
      <dgm:spPr/>
    </dgm:pt>
    <dgm:pt modelId="{831E30E4-7EE3-1045-9B73-19C5DD960189}" type="pres">
      <dgm:prSet presAssocID="{4AA5D4E9-EF42-724B-9AFD-004AA799C3F3}" presName="Name10" presStyleLbl="parChTrans1D2" presStyleIdx="0" presStyleCnt="3"/>
      <dgm:spPr/>
    </dgm:pt>
    <dgm:pt modelId="{5019FB40-DA0A-B644-BE80-391BDC14959B}" type="pres">
      <dgm:prSet presAssocID="{16D41BAA-FC66-8A40-98AC-701FAE790646}" presName="hierRoot2" presStyleCnt="0"/>
      <dgm:spPr/>
    </dgm:pt>
    <dgm:pt modelId="{FFAFD1B0-3DAD-7E4C-A501-B63B6639D1A6}" type="pres">
      <dgm:prSet presAssocID="{16D41BAA-FC66-8A40-98AC-701FAE790646}" presName="composite2" presStyleCnt="0"/>
      <dgm:spPr/>
    </dgm:pt>
    <dgm:pt modelId="{F5A21039-CACF-1C46-B64E-F33AF5F175AE}" type="pres">
      <dgm:prSet presAssocID="{16D41BAA-FC66-8A40-98AC-701FAE790646}" presName="background2" presStyleLbl="node2" presStyleIdx="0" presStyleCnt="3"/>
      <dgm:spPr/>
    </dgm:pt>
    <dgm:pt modelId="{DB2147E6-7545-614E-9185-030C4702DEC2}" type="pres">
      <dgm:prSet presAssocID="{16D41BAA-FC66-8A40-98AC-701FAE790646}" presName="text2" presStyleLbl="fgAcc2" presStyleIdx="0" presStyleCnt="3" custScaleX="264553" custScaleY="123717">
        <dgm:presLayoutVars>
          <dgm:chPref val="3"/>
        </dgm:presLayoutVars>
      </dgm:prSet>
      <dgm:spPr/>
    </dgm:pt>
    <dgm:pt modelId="{95B9FBEF-A218-1747-835A-FE557C361D9B}" type="pres">
      <dgm:prSet presAssocID="{16D41BAA-FC66-8A40-98AC-701FAE790646}" presName="hierChild3" presStyleCnt="0"/>
      <dgm:spPr/>
    </dgm:pt>
    <dgm:pt modelId="{B99BD5F6-F3F1-FD49-8121-BF198AD5AFCE}" type="pres">
      <dgm:prSet presAssocID="{48CE4EB6-A172-794C-A4A2-4B11E904E13E}" presName="Name17" presStyleLbl="parChTrans1D3" presStyleIdx="0" presStyleCnt="5"/>
      <dgm:spPr/>
    </dgm:pt>
    <dgm:pt modelId="{1966181E-02FF-8B48-98C4-9E3448A35C8A}" type="pres">
      <dgm:prSet presAssocID="{95D14D3B-ECD6-8240-8866-5F457B6D04DC}" presName="hierRoot3" presStyleCnt="0"/>
      <dgm:spPr/>
    </dgm:pt>
    <dgm:pt modelId="{D2B12B36-64C7-9149-B44B-6A6415D91D7F}" type="pres">
      <dgm:prSet presAssocID="{95D14D3B-ECD6-8240-8866-5F457B6D04DC}" presName="composite3" presStyleCnt="0"/>
      <dgm:spPr/>
    </dgm:pt>
    <dgm:pt modelId="{2B0EB43C-1317-AA4A-BB8A-1015778D7A09}" type="pres">
      <dgm:prSet presAssocID="{95D14D3B-ECD6-8240-8866-5F457B6D04DC}" presName="background3" presStyleLbl="node3" presStyleIdx="0" presStyleCnt="5"/>
      <dgm:spPr/>
    </dgm:pt>
    <dgm:pt modelId="{AF6DBED0-CC83-9F49-BB00-08E960BE39D2}" type="pres">
      <dgm:prSet presAssocID="{95D14D3B-ECD6-8240-8866-5F457B6D04DC}" presName="text3" presStyleLbl="fgAcc3" presStyleIdx="0" presStyleCnt="5" custLinFactNeighborX="-665" custLinFactNeighborY="37976">
        <dgm:presLayoutVars>
          <dgm:chPref val="3"/>
        </dgm:presLayoutVars>
      </dgm:prSet>
      <dgm:spPr/>
    </dgm:pt>
    <dgm:pt modelId="{DE849A76-C523-C648-A22B-6C677ACFD18F}" type="pres">
      <dgm:prSet presAssocID="{95D14D3B-ECD6-8240-8866-5F457B6D04DC}" presName="hierChild4" presStyleCnt="0"/>
      <dgm:spPr/>
    </dgm:pt>
    <dgm:pt modelId="{CF4FB961-B0E9-E642-8C93-65F6948667EA}" type="pres">
      <dgm:prSet presAssocID="{49696EE0-BC17-6D4D-8F38-3782E7174364}" presName="Name17" presStyleLbl="parChTrans1D3" presStyleIdx="1" presStyleCnt="5"/>
      <dgm:spPr/>
    </dgm:pt>
    <dgm:pt modelId="{09A1EDC3-EFCE-8444-8A91-699805A80537}" type="pres">
      <dgm:prSet presAssocID="{CAFA3F6B-EAA2-CF40-AE88-067A92A8A1E8}" presName="hierRoot3" presStyleCnt="0"/>
      <dgm:spPr/>
    </dgm:pt>
    <dgm:pt modelId="{6CBE9CEE-9BA6-4C4A-A054-6A2906EB094B}" type="pres">
      <dgm:prSet presAssocID="{CAFA3F6B-EAA2-CF40-AE88-067A92A8A1E8}" presName="composite3" presStyleCnt="0"/>
      <dgm:spPr/>
    </dgm:pt>
    <dgm:pt modelId="{77746976-EAD3-334C-BB3C-BE0E4B17A0CC}" type="pres">
      <dgm:prSet presAssocID="{CAFA3F6B-EAA2-CF40-AE88-067A92A8A1E8}" presName="background3" presStyleLbl="node3" presStyleIdx="1" presStyleCnt="5"/>
      <dgm:spPr/>
    </dgm:pt>
    <dgm:pt modelId="{AFABE667-2B33-6B44-804B-EF645D364140}" type="pres">
      <dgm:prSet presAssocID="{CAFA3F6B-EAA2-CF40-AE88-067A92A8A1E8}" presName="text3" presStyleLbl="fgAcc3" presStyleIdx="1" presStyleCnt="5" custScaleY="294106" custLinFactNeighborX="-2402" custLinFactNeighborY="37976">
        <dgm:presLayoutVars>
          <dgm:chPref val="3"/>
        </dgm:presLayoutVars>
      </dgm:prSet>
      <dgm:spPr/>
    </dgm:pt>
    <dgm:pt modelId="{58F169ED-F198-7040-97F6-25936CBB64DC}" type="pres">
      <dgm:prSet presAssocID="{CAFA3F6B-EAA2-CF40-AE88-067A92A8A1E8}" presName="hierChild4" presStyleCnt="0"/>
      <dgm:spPr/>
    </dgm:pt>
    <dgm:pt modelId="{CFFA0697-49F6-5943-A396-4C87CC877555}" type="pres">
      <dgm:prSet presAssocID="{F0B42193-074D-E941-9D05-3014597B8FB8}" presName="Name17" presStyleLbl="parChTrans1D3" presStyleIdx="2" presStyleCnt="5"/>
      <dgm:spPr/>
    </dgm:pt>
    <dgm:pt modelId="{6F8B136E-6058-6746-AC3A-5EFD8DFC8F97}" type="pres">
      <dgm:prSet presAssocID="{8FBFBBE5-B41B-FE47-9FEE-E8F94CCA3FEA}" presName="hierRoot3" presStyleCnt="0"/>
      <dgm:spPr/>
    </dgm:pt>
    <dgm:pt modelId="{44A5FDED-61F7-F544-A2CF-5768BCBF21F2}" type="pres">
      <dgm:prSet presAssocID="{8FBFBBE5-B41B-FE47-9FEE-E8F94CCA3FEA}" presName="composite3" presStyleCnt="0"/>
      <dgm:spPr/>
    </dgm:pt>
    <dgm:pt modelId="{B686445B-33DC-BD4A-BB9D-0A3A676B0771}" type="pres">
      <dgm:prSet presAssocID="{8FBFBBE5-B41B-FE47-9FEE-E8F94CCA3FEA}" presName="background3" presStyleLbl="node3" presStyleIdx="2" presStyleCnt="5"/>
      <dgm:spPr/>
    </dgm:pt>
    <dgm:pt modelId="{D6E6A6F4-7B0E-4742-A112-BB5E65CD78F3}" type="pres">
      <dgm:prSet presAssocID="{8FBFBBE5-B41B-FE47-9FEE-E8F94CCA3FEA}" presName="text3" presStyleLbl="fgAcc3" presStyleIdx="2" presStyleCnt="5" custScaleY="294106" custLinFactNeighborX="-4138" custLinFactNeighborY="37976">
        <dgm:presLayoutVars>
          <dgm:chPref val="3"/>
        </dgm:presLayoutVars>
      </dgm:prSet>
      <dgm:spPr/>
    </dgm:pt>
    <dgm:pt modelId="{3474570D-B087-CD4A-A878-90F8D7862C16}" type="pres">
      <dgm:prSet presAssocID="{8FBFBBE5-B41B-FE47-9FEE-E8F94CCA3FEA}" presName="hierChild4" presStyleCnt="0"/>
      <dgm:spPr/>
    </dgm:pt>
    <dgm:pt modelId="{4A9A5123-6485-BD43-993C-026A6DC127B3}" type="pres">
      <dgm:prSet presAssocID="{3F9AA4E6-2C4A-464F-A97D-A136B8F46B40}" presName="Name10" presStyleLbl="parChTrans1D2" presStyleIdx="1" presStyleCnt="3"/>
      <dgm:spPr/>
    </dgm:pt>
    <dgm:pt modelId="{3AC7C785-B860-3647-8860-87AD9A84977B}" type="pres">
      <dgm:prSet presAssocID="{A907C6AD-114B-EF4C-B32B-0C411D43B9AE}" presName="hierRoot2" presStyleCnt="0"/>
      <dgm:spPr/>
    </dgm:pt>
    <dgm:pt modelId="{59170E6B-00E2-FE4A-86B4-4FFF8D16D480}" type="pres">
      <dgm:prSet presAssocID="{A907C6AD-114B-EF4C-B32B-0C411D43B9AE}" presName="composite2" presStyleCnt="0"/>
      <dgm:spPr/>
    </dgm:pt>
    <dgm:pt modelId="{409325F0-37CA-6B47-802F-6A5754C08A8A}" type="pres">
      <dgm:prSet presAssocID="{A907C6AD-114B-EF4C-B32B-0C411D43B9AE}" presName="background2" presStyleLbl="node2" presStyleIdx="1" presStyleCnt="3"/>
      <dgm:spPr/>
    </dgm:pt>
    <dgm:pt modelId="{604B2559-E3A1-F748-A629-D48A9D3A9B8E}" type="pres">
      <dgm:prSet presAssocID="{A907C6AD-114B-EF4C-B32B-0C411D43B9AE}" presName="text2" presStyleLbl="fgAcc2" presStyleIdx="1" presStyleCnt="3" custScaleX="282627" custScaleY="139437">
        <dgm:presLayoutVars>
          <dgm:chPref val="3"/>
        </dgm:presLayoutVars>
      </dgm:prSet>
      <dgm:spPr/>
    </dgm:pt>
    <dgm:pt modelId="{536A361F-B5A0-8B40-805D-C418244BADC0}" type="pres">
      <dgm:prSet presAssocID="{A907C6AD-114B-EF4C-B32B-0C411D43B9AE}" presName="hierChild3" presStyleCnt="0"/>
      <dgm:spPr/>
    </dgm:pt>
    <dgm:pt modelId="{A29904F4-92FA-2446-A4A5-26078E58695C}" type="pres">
      <dgm:prSet presAssocID="{AEF83A54-7951-FC45-BD80-EE7FC50CC308}" presName="Name17" presStyleLbl="parChTrans1D3" presStyleIdx="3" presStyleCnt="5"/>
      <dgm:spPr/>
    </dgm:pt>
    <dgm:pt modelId="{40469CB9-EB54-3147-B16E-18B83D831C3E}" type="pres">
      <dgm:prSet presAssocID="{4188F8FD-A726-FA49-A8BB-24E92DAF36A2}" presName="hierRoot3" presStyleCnt="0"/>
      <dgm:spPr/>
    </dgm:pt>
    <dgm:pt modelId="{5C843021-D070-514D-9915-4D0D8097681F}" type="pres">
      <dgm:prSet presAssocID="{4188F8FD-A726-FA49-A8BB-24E92DAF36A2}" presName="composite3" presStyleCnt="0"/>
      <dgm:spPr/>
    </dgm:pt>
    <dgm:pt modelId="{ECC2BB1F-7C3B-7846-9697-13944E01711F}" type="pres">
      <dgm:prSet presAssocID="{4188F8FD-A726-FA49-A8BB-24E92DAF36A2}" presName="background3" presStyleLbl="node3" presStyleIdx="3" presStyleCnt="5"/>
      <dgm:spPr/>
    </dgm:pt>
    <dgm:pt modelId="{FF73B4E9-D483-6C4D-9F0B-F75CB6B15A78}" type="pres">
      <dgm:prSet presAssocID="{4188F8FD-A726-FA49-A8BB-24E92DAF36A2}" presName="text3" presStyleLbl="fgAcc3" presStyleIdx="3" presStyleCnt="5">
        <dgm:presLayoutVars>
          <dgm:chPref val="3"/>
        </dgm:presLayoutVars>
      </dgm:prSet>
      <dgm:spPr/>
    </dgm:pt>
    <dgm:pt modelId="{AA8ABA8E-2C84-D04A-ADFA-FFC62AFEFA59}" type="pres">
      <dgm:prSet presAssocID="{4188F8FD-A726-FA49-A8BB-24E92DAF36A2}" presName="hierChild4" presStyleCnt="0"/>
      <dgm:spPr/>
    </dgm:pt>
    <dgm:pt modelId="{3F33E21C-B157-FF44-B2AE-6194F8C6267F}" type="pres">
      <dgm:prSet presAssocID="{E02559D4-3ADE-334E-B22A-637821888426}" presName="Name23" presStyleLbl="parChTrans1D4" presStyleIdx="0" presStyleCnt="4"/>
      <dgm:spPr/>
    </dgm:pt>
    <dgm:pt modelId="{D9DA4D0C-8C80-B24B-8BC9-90DA9D32A576}" type="pres">
      <dgm:prSet presAssocID="{79DB5FFC-7087-0D41-BBF1-EB1A02F7C370}" presName="hierRoot4" presStyleCnt="0"/>
      <dgm:spPr/>
    </dgm:pt>
    <dgm:pt modelId="{689BAAD6-E946-AC43-9855-0AF4E70A9A14}" type="pres">
      <dgm:prSet presAssocID="{79DB5FFC-7087-0D41-BBF1-EB1A02F7C370}" presName="composite4" presStyleCnt="0"/>
      <dgm:spPr/>
    </dgm:pt>
    <dgm:pt modelId="{224DCA9D-3041-0240-A4CB-32535FEF569E}" type="pres">
      <dgm:prSet presAssocID="{79DB5FFC-7087-0D41-BBF1-EB1A02F7C370}" presName="background4" presStyleLbl="node4" presStyleIdx="0" presStyleCnt="4"/>
      <dgm:spPr/>
    </dgm:pt>
    <dgm:pt modelId="{59975228-0024-C84A-BC0D-A6BF3FB655B3}" type="pres">
      <dgm:prSet presAssocID="{79DB5FFC-7087-0D41-BBF1-EB1A02F7C370}" presName="text4" presStyleLbl="fgAcc4" presStyleIdx="0" presStyleCnt="4" custScaleY="223006">
        <dgm:presLayoutVars>
          <dgm:chPref val="3"/>
        </dgm:presLayoutVars>
      </dgm:prSet>
      <dgm:spPr/>
    </dgm:pt>
    <dgm:pt modelId="{ED08AADF-DF0D-9343-A82E-B5CB1FD06233}" type="pres">
      <dgm:prSet presAssocID="{79DB5FFC-7087-0D41-BBF1-EB1A02F7C370}" presName="hierChild5" presStyleCnt="0"/>
      <dgm:spPr/>
    </dgm:pt>
    <dgm:pt modelId="{DF58C59D-4326-D340-9E44-89EFCCF70C48}" type="pres">
      <dgm:prSet presAssocID="{DE20C91B-5131-2B41-9E97-75CF4906AE3E}" presName="Name23" presStyleLbl="parChTrans1D4" presStyleIdx="1" presStyleCnt="4"/>
      <dgm:spPr/>
    </dgm:pt>
    <dgm:pt modelId="{2C9B92CE-4AA7-5F4A-8492-6FB66881FECB}" type="pres">
      <dgm:prSet presAssocID="{F1EDA391-CEDE-9D46-BF2E-6CDD09DC4AD2}" presName="hierRoot4" presStyleCnt="0"/>
      <dgm:spPr/>
    </dgm:pt>
    <dgm:pt modelId="{2CA0F21B-6630-DC4E-8C83-70122AC54ED7}" type="pres">
      <dgm:prSet presAssocID="{F1EDA391-CEDE-9D46-BF2E-6CDD09DC4AD2}" presName="composite4" presStyleCnt="0"/>
      <dgm:spPr/>
    </dgm:pt>
    <dgm:pt modelId="{45960974-116E-084E-990C-119BDB1474A0}" type="pres">
      <dgm:prSet presAssocID="{F1EDA391-CEDE-9D46-BF2E-6CDD09DC4AD2}" presName="background4" presStyleLbl="node4" presStyleIdx="1" presStyleCnt="4"/>
      <dgm:spPr/>
    </dgm:pt>
    <dgm:pt modelId="{7CA94E17-3C57-9545-BD1E-C6E879BE7CF8}" type="pres">
      <dgm:prSet presAssocID="{F1EDA391-CEDE-9D46-BF2E-6CDD09DC4AD2}" presName="text4" presStyleLbl="fgAcc4" presStyleIdx="1" presStyleCnt="4" custScaleY="257361">
        <dgm:presLayoutVars>
          <dgm:chPref val="3"/>
        </dgm:presLayoutVars>
      </dgm:prSet>
      <dgm:spPr/>
    </dgm:pt>
    <dgm:pt modelId="{8B335126-60C1-1E43-9B5D-E0D7F0699446}" type="pres">
      <dgm:prSet presAssocID="{F1EDA391-CEDE-9D46-BF2E-6CDD09DC4AD2}" presName="hierChild5" presStyleCnt="0"/>
      <dgm:spPr/>
    </dgm:pt>
    <dgm:pt modelId="{92C580BD-08AC-C344-9D46-0051A3F6F321}" type="pres">
      <dgm:prSet presAssocID="{34001269-8476-E845-AA96-F36D5FA89337}" presName="Name23" presStyleLbl="parChTrans1D4" presStyleIdx="2" presStyleCnt="4"/>
      <dgm:spPr/>
    </dgm:pt>
    <dgm:pt modelId="{0537A7DB-44DD-4240-9C79-F7D23DFC6C97}" type="pres">
      <dgm:prSet presAssocID="{5D427B4A-EF34-174E-B4C2-01040F6A8CA5}" presName="hierRoot4" presStyleCnt="0"/>
      <dgm:spPr/>
    </dgm:pt>
    <dgm:pt modelId="{63279D6F-1389-3743-BFF7-FAB7F9A48829}" type="pres">
      <dgm:prSet presAssocID="{5D427B4A-EF34-174E-B4C2-01040F6A8CA5}" presName="composite4" presStyleCnt="0"/>
      <dgm:spPr/>
    </dgm:pt>
    <dgm:pt modelId="{CD366B09-9DC4-A542-9240-FA2033A7F409}" type="pres">
      <dgm:prSet presAssocID="{5D427B4A-EF34-174E-B4C2-01040F6A8CA5}" presName="background4" presStyleLbl="node4" presStyleIdx="2" presStyleCnt="4"/>
      <dgm:spPr/>
    </dgm:pt>
    <dgm:pt modelId="{71F81218-46FC-9F4D-A46F-43A6A6BE4820}" type="pres">
      <dgm:prSet presAssocID="{5D427B4A-EF34-174E-B4C2-01040F6A8CA5}" presName="text4" presStyleLbl="fgAcc4" presStyleIdx="2" presStyleCnt="4" custScaleY="235650">
        <dgm:presLayoutVars>
          <dgm:chPref val="3"/>
        </dgm:presLayoutVars>
      </dgm:prSet>
      <dgm:spPr/>
    </dgm:pt>
    <dgm:pt modelId="{CFE30C84-4DE0-7946-AE24-CDC6AC4160A1}" type="pres">
      <dgm:prSet presAssocID="{5D427B4A-EF34-174E-B4C2-01040F6A8CA5}" presName="hierChild5" presStyleCnt="0"/>
      <dgm:spPr/>
    </dgm:pt>
    <dgm:pt modelId="{0D584DCF-A77C-214D-B7DA-956B519DC80C}" type="pres">
      <dgm:prSet presAssocID="{2BF38E88-13BA-EC40-A6F6-5014A011BB94}" presName="Name23" presStyleLbl="parChTrans1D4" presStyleIdx="3" presStyleCnt="4"/>
      <dgm:spPr/>
    </dgm:pt>
    <dgm:pt modelId="{429A7E6B-1E3F-EF45-8389-13B03B2DBDD6}" type="pres">
      <dgm:prSet presAssocID="{1C40A786-53AA-E044-BF81-DE19975231C9}" presName="hierRoot4" presStyleCnt="0"/>
      <dgm:spPr/>
    </dgm:pt>
    <dgm:pt modelId="{3E458EE5-6F21-084A-AEE0-FA9376A95998}" type="pres">
      <dgm:prSet presAssocID="{1C40A786-53AA-E044-BF81-DE19975231C9}" presName="composite4" presStyleCnt="0"/>
      <dgm:spPr/>
    </dgm:pt>
    <dgm:pt modelId="{BCC3A7E5-B035-8E4F-B3E0-910B93B8189B}" type="pres">
      <dgm:prSet presAssocID="{1C40A786-53AA-E044-BF81-DE19975231C9}" presName="background4" presStyleLbl="node4" presStyleIdx="3" presStyleCnt="4"/>
      <dgm:spPr/>
    </dgm:pt>
    <dgm:pt modelId="{204E2A89-E10A-F848-83F1-493D661BFD7C}" type="pres">
      <dgm:prSet presAssocID="{1C40A786-53AA-E044-BF81-DE19975231C9}" presName="text4" presStyleLbl="fgAcc4" presStyleIdx="3" presStyleCnt="4" custScaleY="459912">
        <dgm:presLayoutVars>
          <dgm:chPref val="3"/>
        </dgm:presLayoutVars>
      </dgm:prSet>
      <dgm:spPr/>
    </dgm:pt>
    <dgm:pt modelId="{2A9D2A5F-35B8-BF4E-A7B1-382075B8E868}" type="pres">
      <dgm:prSet presAssocID="{1C40A786-53AA-E044-BF81-DE19975231C9}" presName="hierChild5" presStyleCnt="0"/>
      <dgm:spPr/>
    </dgm:pt>
    <dgm:pt modelId="{6D444177-5132-0641-A6D0-39E2ABDF8FE5}" type="pres">
      <dgm:prSet presAssocID="{709C9E8D-8584-3348-A88A-6982B5139E6E}" presName="Name17" presStyleLbl="parChTrans1D3" presStyleIdx="4" presStyleCnt="5"/>
      <dgm:spPr/>
    </dgm:pt>
    <dgm:pt modelId="{4062E913-2DF7-5F4C-A405-640F6361358B}" type="pres">
      <dgm:prSet presAssocID="{9955FFEF-2753-6040-90D5-390F25CBA0ED}" presName="hierRoot3" presStyleCnt="0"/>
      <dgm:spPr/>
    </dgm:pt>
    <dgm:pt modelId="{4CA6ECA0-55A7-B74B-BAC2-E17331449BEC}" type="pres">
      <dgm:prSet presAssocID="{9955FFEF-2753-6040-90D5-390F25CBA0ED}" presName="composite3" presStyleCnt="0"/>
      <dgm:spPr/>
    </dgm:pt>
    <dgm:pt modelId="{7A1A5B93-6A39-5043-B016-8034EB57F908}" type="pres">
      <dgm:prSet presAssocID="{9955FFEF-2753-6040-90D5-390F25CBA0ED}" presName="background3" presStyleLbl="node3" presStyleIdx="4" presStyleCnt="5"/>
      <dgm:spPr/>
    </dgm:pt>
    <dgm:pt modelId="{BD2560C2-CA21-4C4B-9B2A-AA8B02010ABE}" type="pres">
      <dgm:prSet presAssocID="{9955FFEF-2753-6040-90D5-390F25CBA0ED}" presName="text3" presStyleLbl="fgAcc3" presStyleIdx="4" presStyleCnt="5" custScaleY="177189">
        <dgm:presLayoutVars>
          <dgm:chPref val="3"/>
        </dgm:presLayoutVars>
      </dgm:prSet>
      <dgm:spPr/>
    </dgm:pt>
    <dgm:pt modelId="{417457DA-C6D7-9F47-B699-28D9A0697ED2}" type="pres">
      <dgm:prSet presAssocID="{9955FFEF-2753-6040-90D5-390F25CBA0ED}" presName="hierChild4" presStyleCnt="0"/>
      <dgm:spPr/>
    </dgm:pt>
    <dgm:pt modelId="{AFFEFE77-C4BF-224B-9038-39F9AB7F63B3}" type="pres">
      <dgm:prSet presAssocID="{98CE5B27-FEDB-BF41-AFF5-C819C56BEB84}" presName="Name10" presStyleLbl="parChTrans1D2" presStyleIdx="2" presStyleCnt="3"/>
      <dgm:spPr/>
    </dgm:pt>
    <dgm:pt modelId="{24867B4E-46EB-6540-B840-58F4C75D063C}" type="pres">
      <dgm:prSet presAssocID="{6B23A662-5C2D-BD44-B8D5-FBFD8CF3164C}" presName="hierRoot2" presStyleCnt="0"/>
      <dgm:spPr/>
    </dgm:pt>
    <dgm:pt modelId="{6517DD08-6881-1541-88FD-35EC9732BD07}" type="pres">
      <dgm:prSet presAssocID="{6B23A662-5C2D-BD44-B8D5-FBFD8CF3164C}" presName="composite2" presStyleCnt="0"/>
      <dgm:spPr/>
    </dgm:pt>
    <dgm:pt modelId="{05B23A13-5C9D-FF4D-B37A-8A468E79DA5C}" type="pres">
      <dgm:prSet presAssocID="{6B23A662-5C2D-BD44-B8D5-FBFD8CF3164C}" presName="background2" presStyleLbl="node2" presStyleIdx="2" presStyleCnt="3"/>
      <dgm:spPr/>
    </dgm:pt>
    <dgm:pt modelId="{3E2CA2BB-7FDA-5E46-835E-C244422B473F}" type="pres">
      <dgm:prSet presAssocID="{6B23A662-5C2D-BD44-B8D5-FBFD8CF3164C}" presName="text2" presStyleLbl="fgAcc2" presStyleIdx="2" presStyleCnt="3" custScaleX="246934" custScaleY="131439">
        <dgm:presLayoutVars>
          <dgm:chPref val="3"/>
        </dgm:presLayoutVars>
      </dgm:prSet>
      <dgm:spPr/>
    </dgm:pt>
    <dgm:pt modelId="{78927910-C041-1D49-8151-05058BFD2746}" type="pres">
      <dgm:prSet presAssocID="{6B23A662-5C2D-BD44-B8D5-FBFD8CF3164C}" presName="hierChild3" presStyleCnt="0"/>
      <dgm:spPr/>
    </dgm:pt>
  </dgm:ptLst>
  <dgm:cxnLst>
    <dgm:cxn modelId="{7C2CA601-D2CC-1D42-90CA-739B5E139A25}" type="presOf" srcId="{6B23A662-5C2D-BD44-B8D5-FBFD8CF3164C}" destId="{3E2CA2BB-7FDA-5E46-835E-C244422B473F}" srcOrd="0" destOrd="0" presId="urn:microsoft.com/office/officeart/2005/8/layout/hierarchy1"/>
    <dgm:cxn modelId="{51F60406-6A8D-E541-9FF8-A15F323BBA26}" type="presOf" srcId="{CAFA3F6B-EAA2-CF40-AE88-067A92A8A1E8}" destId="{AFABE667-2B33-6B44-804B-EF645D364140}" srcOrd="0" destOrd="0" presId="urn:microsoft.com/office/officeart/2005/8/layout/hierarchy1"/>
    <dgm:cxn modelId="{7D4FD40B-58F3-684D-AECF-7A017DCA486C}" type="presOf" srcId="{E02559D4-3ADE-334E-B22A-637821888426}" destId="{3F33E21C-B157-FF44-B2AE-6194F8C6267F}" srcOrd="0" destOrd="0" presId="urn:microsoft.com/office/officeart/2005/8/layout/hierarchy1"/>
    <dgm:cxn modelId="{A4E1DC0D-372C-0143-9D8A-30D9528B9CA4}" type="presOf" srcId="{F1EDA391-CEDE-9D46-BF2E-6CDD09DC4AD2}" destId="{7CA94E17-3C57-9545-BD1E-C6E879BE7CF8}" srcOrd="0" destOrd="0" presId="urn:microsoft.com/office/officeart/2005/8/layout/hierarchy1"/>
    <dgm:cxn modelId="{03D2671C-38A9-8B45-BAB2-84DC700246E4}" type="presOf" srcId="{2BF38E88-13BA-EC40-A6F6-5014A011BB94}" destId="{0D584DCF-A77C-214D-B7DA-956B519DC80C}" srcOrd="0" destOrd="0" presId="urn:microsoft.com/office/officeart/2005/8/layout/hierarchy1"/>
    <dgm:cxn modelId="{DBD14226-3055-A046-BE95-E52EA6A3266F}" type="presOf" srcId="{98CE5B27-FEDB-BF41-AFF5-C819C56BEB84}" destId="{AFFEFE77-C4BF-224B-9038-39F9AB7F63B3}" srcOrd="0" destOrd="0" presId="urn:microsoft.com/office/officeart/2005/8/layout/hierarchy1"/>
    <dgm:cxn modelId="{61A42129-BE2D-324B-95C7-6F410F6D9286}" srcId="{16D41BAA-FC66-8A40-98AC-701FAE790646}" destId="{8FBFBBE5-B41B-FE47-9FEE-E8F94CCA3FEA}" srcOrd="2" destOrd="0" parTransId="{F0B42193-074D-E941-9D05-3014597B8FB8}" sibTransId="{D06B33CD-5050-EC4C-BC20-6CDF5E426BFC}"/>
    <dgm:cxn modelId="{D17CDB32-65F3-2B4D-B689-E79FC2981968}" type="presOf" srcId="{95D14D3B-ECD6-8240-8866-5F457B6D04DC}" destId="{AF6DBED0-CC83-9F49-BB00-08E960BE39D2}" srcOrd="0" destOrd="0" presId="urn:microsoft.com/office/officeart/2005/8/layout/hierarchy1"/>
    <dgm:cxn modelId="{7CE25842-5696-374C-BDC5-F47C47258F01}" srcId="{16D41BAA-FC66-8A40-98AC-701FAE790646}" destId="{95D14D3B-ECD6-8240-8866-5F457B6D04DC}" srcOrd="0" destOrd="0" parTransId="{48CE4EB6-A172-794C-A4A2-4B11E904E13E}" sibTransId="{3A19B745-1503-CA42-BFD7-F633B4D59C8A}"/>
    <dgm:cxn modelId="{8FC36844-CF40-C044-A59D-B6D11F37DF93}" type="presOf" srcId="{49696EE0-BC17-6D4D-8F38-3782E7174364}" destId="{CF4FB961-B0E9-E642-8C93-65F6948667EA}" srcOrd="0" destOrd="0" presId="urn:microsoft.com/office/officeart/2005/8/layout/hierarchy1"/>
    <dgm:cxn modelId="{E0217D44-7ED7-FB49-B5BE-513DF40039D1}" srcId="{4188F8FD-A726-FA49-A8BB-24E92DAF36A2}" destId="{5D427B4A-EF34-174E-B4C2-01040F6A8CA5}" srcOrd="2" destOrd="0" parTransId="{34001269-8476-E845-AA96-F36D5FA89337}" sibTransId="{CD44B834-70B6-C64E-A1D7-E740D5C6CB73}"/>
    <dgm:cxn modelId="{15869444-FB82-0F44-8C04-E5FB708D8CE3}" srcId="{5BE49377-DB25-E243-B9D8-4E070D13A32B}" destId="{8FEB81B7-B38A-8341-B6CF-667AD8A7011E}" srcOrd="0" destOrd="0" parTransId="{AEA1D7E1-2CDA-714A-8C03-A72A13B2E0C7}" sibTransId="{36283A66-77D2-8840-8D23-39A85985AF29}"/>
    <dgm:cxn modelId="{2574BD46-5245-9643-8A94-5FD73E12B4D2}" type="presOf" srcId="{3F9AA4E6-2C4A-464F-A97D-A136B8F46B40}" destId="{4A9A5123-6485-BD43-993C-026A6DC127B3}" srcOrd="0" destOrd="0" presId="urn:microsoft.com/office/officeart/2005/8/layout/hierarchy1"/>
    <dgm:cxn modelId="{40CE295A-D340-514F-A026-B4C92CA98691}" type="presOf" srcId="{5D427B4A-EF34-174E-B4C2-01040F6A8CA5}" destId="{71F81218-46FC-9F4D-A46F-43A6A6BE4820}" srcOrd="0" destOrd="0" presId="urn:microsoft.com/office/officeart/2005/8/layout/hierarchy1"/>
    <dgm:cxn modelId="{DC4C925A-778D-5A4D-8805-66A18A974EAA}" type="presOf" srcId="{4AA5D4E9-EF42-724B-9AFD-004AA799C3F3}" destId="{831E30E4-7EE3-1045-9B73-19C5DD960189}" srcOrd="0" destOrd="0" presId="urn:microsoft.com/office/officeart/2005/8/layout/hierarchy1"/>
    <dgm:cxn modelId="{26D10D66-F778-A24F-9DA9-5861F4903AC2}" type="presOf" srcId="{9955FFEF-2753-6040-90D5-390F25CBA0ED}" destId="{BD2560C2-CA21-4C4B-9B2A-AA8B02010ABE}" srcOrd="0" destOrd="0" presId="urn:microsoft.com/office/officeart/2005/8/layout/hierarchy1"/>
    <dgm:cxn modelId="{64FD4572-222A-A549-959D-758337115063}" type="presOf" srcId="{1C40A786-53AA-E044-BF81-DE19975231C9}" destId="{204E2A89-E10A-F848-83F1-493D661BFD7C}" srcOrd="0" destOrd="0" presId="urn:microsoft.com/office/officeart/2005/8/layout/hierarchy1"/>
    <dgm:cxn modelId="{4CD2DB78-B45C-1242-88D2-DCA0AC9B265A}" type="presOf" srcId="{8FEB81B7-B38A-8341-B6CF-667AD8A7011E}" destId="{6A5D9793-8C82-524D-A70C-20BA3C768EC2}" srcOrd="0" destOrd="0" presId="urn:microsoft.com/office/officeart/2005/8/layout/hierarchy1"/>
    <dgm:cxn modelId="{3CC05A7A-FA1C-EE42-9442-FC210E6FCD92}" type="presOf" srcId="{AEF83A54-7951-FC45-BD80-EE7FC50CC308}" destId="{A29904F4-92FA-2446-A4A5-26078E58695C}" srcOrd="0" destOrd="0" presId="urn:microsoft.com/office/officeart/2005/8/layout/hierarchy1"/>
    <dgm:cxn modelId="{A826337D-7FB7-5B40-9140-8220D182D558}" type="presOf" srcId="{709C9E8D-8584-3348-A88A-6982B5139E6E}" destId="{6D444177-5132-0641-A6D0-39E2ABDF8FE5}" srcOrd="0" destOrd="0" presId="urn:microsoft.com/office/officeart/2005/8/layout/hierarchy1"/>
    <dgm:cxn modelId="{39D08084-D862-2A4E-924C-9B7D5FFA7721}" srcId="{4188F8FD-A726-FA49-A8BB-24E92DAF36A2}" destId="{1C40A786-53AA-E044-BF81-DE19975231C9}" srcOrd="3" destOrd="0" parTransId="{2BF38E88-13BA-EC40-A6F6-5014A011BB94}" sibTransId="{411F9567-080C-3547-A69C-61A6EC4533A1}"/>
    <dgm:cxn modelId="{6F6D3087-038A-4B48-BB03-D77B1F09A2A5}" type="presOf" srcId="{DE20C91B-5131-2B41-9E97-75CF4906AE3E}" destId="{DF58C59D-4326-D340-9E44-89EFCCF70C48}" srcOrd="0" destOrd="0" presId="urn:microsoft.com/office/officeart/2005/8/layout/hierarchy1"/>
    <dgm:cxn modelId="{9CB7AD8B-26DF-094F-A384-7040E3A9D147}" type="presOf" srcId="{4188F8FD-A726-FA49-A8BB-24E92DAF36A2}" destId="{FF73B4E9-D483-6C4D-9F0B-F75CB6B15A78}" srcOrd="0" destOrd="0" presId="urn:microsoft.com/office/officeart/2005/8/layout/hierarchy1"/>
    <dgm:cxn modelId="{BAADA890-6AFE-DD4A-985C-D783AFD006F6}" type="presOf" srcId="{79DB5FFC-7087-0D41-BBF1-EB1A02F7C370}" destId="{59975228-0024-C84A-BC0D-A6BF3FB655B3}" srcOrd="0" destOrd="0" presId="urn:microsoft.com/office/officeart/2005/8/layout/hierarchy1"/>
    <dgm:cxn modelId="{F7064BA9-B455-E140-845A-C6FD4583B9D5}" type="presOf" srcId="{48CE4EB6-A172-794C-A4A2-4B11E904E13E}" destId="{B99BD5F6-F3F1-FD49-8121-BF198AD5AFCE}" srcOrd="0" destOrd="0" presId="urn:microsoft.com/office/officeart/2005/8/layout/hierarchy1"/>
    <dgm:cxn modelId="{E527E5AB-9257-D944-9B65-178016701444}" srcId="{A907C6AD-114B-EF4C-B32B-0C411D43B9AE}" destId="{4188F8FD-A726-FA49-A8BB-24E92DAF36A2}" srcOrd="0" destOrd="0" parTransId="{AEF83A54-7951-FC45-BD80-EE7FC50CC308}" sibTransId="{A4B88CC6-AD78-1C46-94E4-E27B886BB9C1}"/>
    <dgm:cxn modelId="{2ACDBAAF-CEB4-B547-8FBE-751A91425F2D}" type="presOf" srcId="{34001269-8476-E845-AA96-F36D5FA89337}" destId="{92C580BD-08AC-C344-9D46-0051A3F6F321}" srcOrd="0" destOrd="0" presId="urn:microsoft.com/office/officeart/2005/8/layout/hierarchy1"/>
    <dgm:cxn modelId="{E3100EC4-A6C6-1241-8568-9270391AC158}" srcId="{8FEB81B7-B38A-8341-B6CF-667AD8A7011E}" destId="{A907C6AD-114B-EF4C-B32B-0C411D43B9AE}" srcOrd="1" destOrd="0" parTransId="{3F9AA4E6-2C4A-464F-A97D-A136B8F46B40}" sibTransId="{8D1D3325-2B4D-E94A-ADE5-81E2129C6533}"/>
    <dgm:cxn modelId="{DDF95CCE-9DA7-CC46-9FC0-A52659B9B5C6}" type="presOf" srcId="{8FBFBBE5-B41B-FE47-9FEE-E8F94CCA3FEA}" destId="{D6E6A6F4-7B0E-4742-A112-BB5E65CD78F3}" srcOrd="0" destOrd="0" presId="urn:microsoft.com/office/officeart/2005/8/layout/hierarchy1"/>
    <dgm:cxn modelId="{533CBECE-90E8-7642-910C-DFE0ABAF9BE5}" type="presOf" srcId="{16D41BAA-FC66-8A40-98AC-701FAE790646}" destId="{DB2147E6-7545-614E-9185-030C4702DEC2}" srcOrd="0" destOrd="0" presId="urn:microsoft.com/office/officeart/2005/8/layout/hierarchy1"/>
    <dgm:cxn modelId="{AF4836CF-52E2-BA4F-82B4-E9BA8DA56081}" srcId="{8FEB81B7-B38A-8341-B6CF-667AD8A7011E}" destId="{6B23A662-5C2D-BD44-B8D5-FBFD8CF3164C}" srcOrd="2" destOrd="0" parTransId="{98CE5B27-FEDB-BF41-AFF5-C819C56BEB84}" sibTransId="{76638ECF-D094-304A-B753-11C88DB39FD9}"/>
    <dgm:cxn modelId="{EBB0FCD1-5B4B-B74C-A993-D84EA3BD1B5A}" type="presOf" srcId="{F0B42193-074D-E941-9D05-3014597B8FB8}" destId="{CFFA0697-49F6-5943-A396-4C87CC877555}" srcOrd="0" destOrd="0" presId="urn:microsoft.com/office/officeart/2005/8/layout/hierarchy1"/>
    <dgm:cxn modelId="{47D2ECD6-DE28-2E41-9636-DDB4474592E8}" srcId="{16D41BAA-FC66-8A40-98AC-701FAE790646}" destId="{CAFA3F6B-EAA2-CF40-AE88-067A92A8A1E8}" srcOrd="1" destOrd="0" parTransId="{49696EE0-BC17-6D4D-8F38-3782E7174364}" sibTransId="{19A48E62-C3FC-304A-BAA3-71408D70D885}"/>
    <dgm:cxn modelId="{8B3F4DD8-6660-0547-BF18-3C4F40FB3CFC}" srcId="{4188F8FD-A726-FA49-A8BB-24E92DAF36A2}" destId="{79DB5FFC-7087-0D41-BBF1-EB1A02F7C370}" srcOrd="0" destOrd="0" parTransId="{E02559D4-3ADE-334E-B22A-637821888426}" sibTransId="{0866D170-01F0-124D-9356-3235626BCC16}"/>
    <dgm:cxn modelId="{E0D723E3-C5BB-FA45-8925-69740055E56C}" srcId="{A907C6AD-114B-EF4C-B32B-0C411D43B9AE}" destId="{9955FFEF-2753-6040-90D5-390F25CBA0ED}" srcOrd="1" destOrd="0" parTransId="{709C9E8D-8584-3348-A88A-6982B5139E6E}" sibTransId="{7F33B336-07C2-2846-B441-38BE8307E8DA}"/>
    <dgm:cxn modelId="{48EE96E7-DBB1-244C-A2EC-DB2760C497A9}" srcId="{8FEB81B7-B38A-8341-B6CF-667AD8A7011E}" destId="{16D41BAA-FC66-8A40-98AC-701FAE790646}" srcOrd="0" destOrd="0" parTransId="{4AA5D4E9-EF42-724B-9AFD-004AA799C3F3}" sibTransId="{C1A9C6C6-C9A4-7049-94D6-C8001D7C1AB2}"/>
    <dgm:cxn modelId="{075B29F0-4433-E54E-AE1D-7A1293B84836}" type="presOf" srcId="{5BE49377-DB25-E243-B9D8-4E070D13A32B}" destId="{71BE534B-55B7-B647-B773-BA117A7A06F2}" srcOrd="0" destOrd="0" presId="urn:microsoft.com/office/officeart/2005/8/layout/hierarchy1"/>
    <dgm:cxn modelId="{082949F2-D697-AC4E-8715-9C8FFB9ED074}" srcId="{4188F8FD-A726-FA49-A8BB-24E92DAF36A2}" destId="{F1EDA391-CEDE-9D46-BF2E-6CDD09DC4AD2}" srcOrd="1" destOrd="0" parTransId="{DE20C91B-5131-2B41-9E97-75CF4906AE3E}" sibTransId="{31AFB2FF-9D81-FA48-B27D-D72F639F6945}"/>
    <dgm:cxn modelId="{684AB2F7-E949-B740-AA16-6E293A69A09E}" type="presOf" srcId="{A907C6AD-114B-EF4C-B32B-0C411D43B9AE}" destId="{604B2559-E3A1-F748-A629-D48A9D3A9B8E}" srcOrd="0" destOrd="0" presId="urn:microsoft.com/office/officeart/2005/8/layout/hierarchy1"/>
    <dgm:cxn modelId="{93818940-69ED-8940-A2FD-AA4E5B7429D1}" type="presParOf" srcId="{71BE534B-55B7-B647-B773-BA117A7A06F2}" destId="{F20D8EFD-BE7A-644E-AC07-B35B0B8193D5}" srcOrd="0" destOrd="0" presId="urn:microsoft.com/office/officeart/2005/8/layout/hierarchy1"/>
    <dgm:cxn modelId="{0D3E4ED2-BF98-1342-B3A8-C6D85134E16F}" type="presParOf" srcId="{F20D8EFD-BE7A-644E-AC07-B35B0B8193D5}" destId="{A5E12A30-E42A-7A41-AD32-11C26DEE8D97}" srcOrd="0" destOrd="0" presId="urn:microsoft.com/office/officeart/2005/8/layout/hierarchy1"/>
    <dgm:cxn modelId="{B3FA6757-938C-0240-B162-4CC8482F7862}" type="presParOf" srcId="{A5E12A30-E42A-7A41-AD32-11C26DEE8D97}" destId="{CF83227B-5CF6-E04D-8302-7A48BAE2C72F}" srcOrd="0" destOrd="0" presId="urn:microsoft.com/office/officeart/2005/8/layout/hierarchy1"/>
    <dgm:cxn modelId="{E71B7EC5-A484-5648-86D8-0B9E69DB213F}" type="presParOf" srcId="{A5E12A30-E42A-7A41-AD32-11C26DEE8D97}" destId="{6A5D9793-8C82-524D-A70C-20BA3C768EC2}" srcOrd="1" destOrd="0" presId="urn:microsoft.com/office/officeart/2005/8/layout/hierarchy1"/>
    <dgm:cxn modelId="{5C65E534-BB1F-B54E-8E34-88DDCA1B91CC}" type="presParOf" srcId="{F20D8EFD-BE7A-644E-AC07-B35B0B8193D5}" destId="{A9F6A236-E9A5-0D44-BC52-0D3187375E66}" srcOrd="1" destOrd="0" presId="urn:microsoft.com/office/officeart/2005/8/layout/hierarchy1"/>
    <dgm:cxn modelId="{934493D0-34D7-F241-A65B-8EC5332AC6CC}" type="presParOf" srcId="{A9F6A236-E9A5-0D44-BC52-0D3187375E66}" destId="{831E30E4-7EE3-1045-9B73-19C5DD960189}" srcOrd="0" destOrd="0" presId="urn:microsoft.com/office/officeart/2005/8/layout/hierarchy1"/>
    <dgm:cxn modelId="{96CEE13E-7E2D-D54F-8EA0-FD3D6D6A700A}" type="presParOf" srcId="{A9F6A236-E9A5-0D44-BC52-0D3187375E66}" destId="{5019FB40-DA0A-B644-BE80-391BDC14959B}" srcOrd="1" destOrd="0" presId="urn:microsoft.com/office/officeart/2005/8/layout/hierarchy1"/>
    <dgm:cxn modelId="{31B50182-49DF-C542-B722-F2379842BBCB}" type="presParOf" srcId="{5019FB40-DA0A-B644-BE80-391BDC14959B}" destId="{FFAFD1B0-3DAD-7E4C-A501-B63B6639D1A6}" srcOrd="0" destOrd="0" presId="urn:microsoft.com/office/officeart/2005/8/layout/hierarchy1"/>
    <dgm:cxn modelId="{01A047C3-4376-3D48-9E68-E81EDD5347E0}" type="presParOf" srcId="{FFAFD1B0-3DAD-7E4C-A501-B63B6639D1A6}" destId="{F5A21039-CACF-1C46-B64E-F33AF5F175AE}" srcOrd="0" destOrd="0" presId="urn:microsoft.com/office/officeart/2005/8/layout/hierarchy1"/>
    <dgm:cxn modelId="{F939B748-5487-F44F-A24E-CB8F7D000712}" type="presParOf" srcId="{FFAFD1B0-3DAD-7E4C-A501-B63B6639D1A6}" destId="{DB2147E6-7545-614E-9185-030C4702DEC2}" srcOrd="1" destOrd="0" presId="urn:microsoft.com/office/officeart/2005/8/layout/hierarchy1"/>
    <dgm:cxn modelId="{0FF9B31B-27E5-D645-B19C-FAC15723FF59}" type="presParOf" srcId="{5019FB40-DA0A-B644-BE80-391BDC14959B}" destId="{95B9FBEF-A218-1747-835A-FE557C361D9B}" srcOrd="1" destOrd="0" presId="urn:microsoft.com/office/officeart/2005/8/layout/hierarchy1"/>
    <dgm:cxn modelId="{13526B62-1087-CC4A-BF11-2AE7A665F644}" type="presParOf" srcId="{95B9FBEF-A218-1747-835A-FE557C361D9B}" destId="{B99BD5F6-F3F1-FD49-8121-BF198AD5AFCE}" srcOrd="0" destOrd="0" presId="urn:microsoft.com/office/officeart/2005/8/layout/hierarchy1"/>
    <dgm:cxn modelId="{0EE3A399-DE49-DB41-894C-BED45876D44F}" type="presParOf" srcId="{95B9FBEF-A218-1747-835A-FE557C361D9B}" destId="{1966181E-02FF-8B48-98C4-9E3448A35C8A}" srcOrd="1" destOrd="0" presId="urn:microsoft.com/office/officeart/2005/8/layout/hierarchy1"/>
    <dgm:cxn modelId="{1BE2C65B-C439-4042-BEFA-66DC13456CA5}" type="presParOf" srcId="{1966181E-02FF-8B48-98C4-9E3448A35C8A}" destId="{D2B12B36-64C7-9149-B44B-6A6415D91D7F}" srcOrd="0" destOrd="0" presId="urn:microsoft.com/office/officeart/2005/8/layout/hierarchy1"/>
    <dgm:cxn modelId="{329B0427-46F7-964A-BB7E-4B66966D76D6}" type="presParOf" srcId="{D2B12B36-64C7-9149-B44B-6A6415D91D7F}" destId="{2B0EB43C-1317-AA4A-BB8A-1015778D7A09}" srcOrd="0" destOrd="0" presId="urn:microsoft.com/office/officeart/2005/8/layout/hierarchy1"/>
    <dgm:cxn modelId="{76AD5200-AC43-D440-BB19-DC996592174E}" type="presParOf" srcId="{D2B12B36-64C7-9149-B44B-6A6415D91D7F}" destId="{AF6DBED0-CC83-9F49-BB00-08E960BE39D2}" srcOrd="1" destOrd="0" presId="urn:microsoft.com/office/officeart/2005/8/layout/hierarchy1"/>
    <dgm:cxn modelId="{533222B3-613D-E543-84D9-A5BCDDA0DF56}" type="presParOf" srcId="{1966181E-02FF-8B48-98C4-9E3448A35C8A}" destId="{DE849A76-C523-C648-A22B-6C677ACFD18F}" srcOrd="1" destOrd="0" presId="urn:microsoft.com/office/officeart/2005/8/layout/hierarchy1"/>
    <dgm:cxn modelId="{48F0FE7E-D9BA-024C-958F-D633A8A9DCF3}" type="presParOf" srcId="{95B9FBEF-A218-1747-835A-FE557C361D9B}" destId="{CF4FB961-B0E9-E642-8C93-65F6948667EA}" srcOrd="2" destOrd="0" presId="urn:microsoft.com/office/officeart/2005/8/layout/hierarchy1"/>
    <dgm:cxn modelId="{0BBF559B-1031-0947-9ECA-7A43F5D932F4}" type="presParOf" srcId="{95B9FBEF-A218-1747-835A-FE557C361D9B}" destId="{09A1EDC3-EFCE-8444-8A91-699805A80537}" srcOrd="3" destOrd="0" presId="urn:microsoft.com/office/officeart/2005/8/layout/hierarchy1"/>
    <dgm:cxn modelId="{9A51F504-8F9F-3948-8EB5-29743CD068AE}" type="presParOf" srcId="{09A1EDC3-EFCE-8444-8A91-699805A80537}" destId="{6CBE9CEE-9BA6-4C4A-A054-6A2906EB094B}" srcOrd="0" destOrd="0" presId="urn:microsoft.com/office/officeart/2005/8/layout/hierarchy1"/>
    <dgm:cxn modelId="{AD428E3F-9258-7945-B514-A61D0E6C705F}" type="presParOf" srcId="{6CBE9CEE-9BA6-4C4A-A054-6A2906EB094B}" destId="{77746976-EAD3-334C-BB3C-BE0E4B17A0CC}" srcOrd="0" destOrd="0" presId="urn:microsoft.com/office/officeart/2005/8/layout/hierarchy1"/>
    <dgm:cxn modelId="{213553F3-9E1A-9845-B627-9AFD1D292F49}" type="presParOf" srcId="{6CBE9CEE-9BA6-4C4A-A054-6A2906EB094B}" destId="{AFABE667-2B33-6B44-804B-EF645D364140}" srcOrd="1" destOrd="0" presId="urn:microsoft.com/office/officeart/2005/8/layout/hierarchy1"/>
    <dgm:cxn modelId="{CCD1423A-0C71-8A41-9962-AE2370AFCA14}" type="presParOf" srcId="{09A1EDC3-EFCE-8444-8A91-699805A80537}" destId="{58F169ED-F198-7040-97F6-25936CBB64DC}" srcOrd="1" destOrd="0" presId="urn:microsoft.com/office/officeart/2005/8/layout/hierarchy1"/>
    <dgm:cxn modelId="{0E0AB41A-6AF3-CF4E-90E9-CECDBF4F828B}" type="presParOf" srcId="{95B9FBEF-A218-1747-835A-FE557C361D9B}" destId="{CFFA0697-49F6-5943-A396-4C87CC877555}" srcOrd="4" destOrd="0" presId="urn:microsoft.com/office/officeart/2005/8/layout/hierarchy1"/>
    <dgm:cxn modelId="{CB4F40A4-2AE3-5A47-BF5A-5F1D5F7EA9F3}" type="presParOf" srcId="{95B9FBEF-A218-1747-835A-FE557C361D9B}" destId="{6F8B136E-6058-6746-AC3A-5EFD8DFC8F97}" srcOrd="5" destOrd="0" presId="urn:microsoft.com/office/officeart/2005/8/layout/hierarchy1"/>
    <dgm:cxn modelId="{EA547917-00F8-C644-8545-57567AEF617F}" type="presParOf" srcId="{6F8B136E-6058-6746-AC3A-5EFD8DFC8F97}" destId="{44A5FDED-61F7-F544-A2CF-5768BCBF21F2}" srcOrd="0" destOrd="0" presId="urn:microsoft.com/office/officeart/2005/8/layout/hierarchy1"/>
    <dgm:cxn modelId="{48DF3BB4-F899-A647-A506-F81428E392CB}" type="presParOf" srcId="{44A5FDED-61F7-F544-A2CF-5768BCBF21F2}" destId="{B686445B-33DC-BD4A-BB9D-0A3A676B0771}" srcOrd="0" destOrd="0" presId="urn:microsoft.com/office/officeart/2005/8/layout/hierarchy1"/>
    <dgm:cxn modelId="{14F90061-99B1-AA40-9B55-F15A2B27D9FC}" type="presParOf" srcId="{44A5FDED-61F7-F544-A2CF-5768BCBF21F2}" destId="{D6E6A6F4-7B0E-4742-A112-BB5E65CD78F3}" srcOrd="1" destOrd="0" presId="urn:microsoft.com/office/officeart/2005/8/layout/hierarchy1"/>
    <dgm:cxn modelId="{22768999-16B6-3E4B-B724-18B3B194FD8B}" type="presParOf" srcId="{6F8B136E-6058-6746-AC3A-5EFD8DFC8F97}" destId="{3474570D-B087-CD4A-A878-90F8D7862C16}" srcOrd="1" destOrd="0" presId="urn:microsoft.com/office/officeart/2005/8/layout/hierarchy1"/>
    <dgm:cxn modelId="{C7BBF08E-1919-4B48-A13D-36A295135A8D}" type="presParOf" srcId="{A9F6A236-E9A5-0D44-BC52-0D3187375E66}" destId="{4A9A5123-6485-BD43-993C-026A6DC127B3}" srcOrd="2" destOrd="0" presId="urn:microsoft.com/office/officeart/2005/8/layout/hierarchy1"/>
    <dgm:cxn modelId="{973E6F20-B39F-7E42-A24A-AAB458C4948B}" type="presParOf" srcId="{A9F6A236-E9A5-0D44-BC52-0D3187375E66}" destId="{3AC7C785-B860-3647-8860-87AD9A84977B}" srcOrd="3" destOrd="0" presId="urn:microsoft.com/office/officeart/2005/8/layout/hierarchy1"/>
    <dgm:cxn modelId="{7514ECE7-7851-4B46-ACF9-83CB9B070CE9}" type="presParOf" srcId="{3AC7C785-B860-3647-8860-87AD9A84977B}" destId="{59170E6B-00E2-FE4A-86B4-4FFF8D16D480}" srcOrd="0" destOrd="0" presId="urn:microsoft.com/office/officeart/2005/8/layout/hierarchy1"/>
    <dgm:cxn modelId="{215BCA2C-C16E-7841-81DD-6404C3D789BB}" type="presParOf" srcId="{59170E6B-00E2-FE4A-86B4-4FFF8D16D480}" destId="{409325F0-37CA-6B47-802F-6A5754C08A8A}" srcOrd="0" destOrd="0" presId="urn:microsoft.com/office/officeart/2005/8/layout/hierarchy1"/>
    <dgm:cxn modelId="{0E05948D-333B-5B4C-813C-575A896574A5}" type="presParOf" srcId="{59170E6B-00E2-FE4A-86B4-4FFF8D16D480}" destId="{604B2559-E3A1-F748-A629-D48A9D3A9B8E}" srcOrd="1" destOrd="0" presId="urn:microsoft.com/office/officeart/2005/8/layout/hierarchy1"/>
    <dgm:cxn modelId="{D356D902-E328-EE4A-AA17-5D186CDF47DF}" type="presParOf" srcId="{3AC7C785-B860-3647-8860-87AD9A84977B}" destId="{536A361F-B5A0-8B40-805D-C418244BADC0}" srcOrd="1" destOrd="0" presId="urn:microsoft.com/office/officeart/2005/8/layout/hierarchy1"/>
    <dgm:cxn modelId="{0E6D485D-8378-4D4E-851D-430A8A9D964B}" type="presParOf" srcId="{536A361F-B5A0-8B40-805D-C418244BADC0}" destId="{A29904F4-92FA-2446-A4A5-26078E58695C}" srcOrd="0" destOrd="0" presId="urn:microsoft.com/office/officeart/2005/8/layout/hierarchy1"/>
    <dgm:cxn modelId="{AAAECA86-1ED3-9640-A5A0-9FBB75FC0E70}" type="presParOf" srcId="{536A361F-B5A0-8B40-805D-C418244BADC0}" destId="{40469CB9-EB54-3147-B16E-18B83D831C3E}" srcOrd="1" destOrd="0" presId="urn:microsoft.com/office/officeart/2005/8/layout/hierarchy1"/>
    <dgm:cxn modelId="{3A58779A-EC79-A547-82B9-8CC43737CCFC}" type="presParOf" srcId="{40469CB9-EB54-3147-B16E-18B83D831C3E}" destId="{5C843021-D070-514D-9915-4D0D8097681F}" srcOrd="0" destOrd="0" presId="urn:microsoft.com/office/officeart/2005/8/layout/hierarchy1"/>
    <dgm:cxn modelId="{F5CD3D58-8E71-B44C-AC14-C14AC396AD44}" type="presParOf" srcId="{5C843021-D070-514D-9915-4D0D8097681F}" destId="{ECC2BB1F-7C3B-7846-9697-13944E01711F}" srcOrd="0" destOrd="0" presId="urn:microsoft.com/office/officeart/2005/8/layout/hierarchy1"/>
    <dgm:cxn modelId="{DF60AA11-A056-454B-BF6E-8E898C2A2592}" type="presParOf" srcId="{5C843021-D070-514D-9915-4D0D8097681F}" destId="{FF73B4E9-D483-6C4D-9F0B-F75CB6B15A78}" srcOrd="1" destOrd="0" presId="urn:microsoft.com/office/officeart/2005/8/layout/hierarchy1"/>
    <dgm:cxn modelId="{E6270454-34CD-B745-8D99-44BEE48A22BA}" type="presParOf" srcId="{40469CB9-EB54-3147-B16E-18B83D831C3E}" destId="{AA8ABA8E-2C84-D04A-ADFA-FFC62AFEFA59}" srcOrd="1" destOrd="0" presId="urn:microsoft.com/office/officeart/2005/8/layout/hierarchy1"/>
    <dgm:cxn modelId="{D6A5C22D-FCC7-FC4F-962A-084A7FF82737}" type="presParOf" srcId="{AA8ABA8E-2C84-D04A-ADFA-FFC62AFEFA59}" destId="{3F33E21C-B157-FF44-B2AE-6194F8C6267F}" srcOrd="0" destOrd="0" presId="urn:microsoft.com/office/officeart/2005/8/layout/hierarchy1"/>
    <dgm:cxn modelId="{CB543428-1297-5442-9E8B-CB66FE1D02F4}" type="presParOf" srcId="{AA8ABA8E-2C84-D04A-ADFA-FFC62AFEFA59}" destId="{D9DA4D0C-8C80-B24B-8BC9-90DA9D32A576}" srcOrd="1" destOrd="0" presId="urn:microsoft.com/office/officeart/2005/8/layout/hierarchy1"/>
    <dgm:cxn modelId="{47EEAB51-9172-A541-A932-FC84E5008FA7}" type="presParOf" srcId="{D9DA4D0C-8C80-B24B-8BC9-90DA9D32A576}" destId="{689BAAD6-E946-AC43-9855-0AF4E70A9A14}" srcOrd="0" destOrd="0" presId="urn:microsoft.com/office/officeart/2005/8/layout/hierarchy1"/>
    <dgm:cxn modelId="{CAAF864C-09F7-0249-9295-ED22F780DDF6}" type="presParOf" srcId="{689BAAD6-E946-AC43-9855-0AF4E70A9A14}" destId="{224DCA9D-3041-0240-A4CB-32535FEF569E}" srcOrd="0" destOrd="0" presId="urn:microsoft.com/office/officeart/2005/8/layout/hierarchy1"/>
    <dgm:cxn modelId="{72EABA5F-A12D-7E4C-92AC-7969376C8E72}" type="presParOf" srcId="{689BAAD6-E946-AC43-9855-0AF4E70A9A14}" destId="{59975228-0024-C84A-BC0D-A6BF3FB655B3}" srcOrd="1" destOrd="0" presId="urn:microsoft.com/office/officeart/2005/8/layout/hierarchy1"/>
    <dgm:cxn modelId="{EC3B958F-05C1-0E46-B7CB-BC564CCD38F0}" type="presParOf" srcId="{D9DA4D0C-8C80-B24B-8BC9-90DA9D32A576}" destId="{ED08AADF-DF0D-9343-A82E-B5CB1FD06233}" srcOrd="1" destOrd="0" presId="urn:microsoft.com/office/officeart/2005/8/layout/hierarchy1"/>
    <dgm:cxn modelId="{204A22D1-6144-1449-B55F-3E216A877441}" type="presParOf" srcId="{AA8ABA8E-2C84-D04A-ADFA-FFC62AFEFA59}" destId="{DF58C59D-4326-D340-9E44-89EFCCF70C48}" srcOrd="2" destOrd="0" presId="urn:microsoft.com/office/officeart/2005/8/layout/hierarchy1"/>
    <dgm:cxn modelId="{C0D5B097-582B-D642-BB37-58B468CFFEFF}" type="presParOf" srcId="{AA8ABA8E-2C84-D04A-ADFA-FFC62AFEFA59}" destId="{2C9B92CE-4AA7-5F4A-8492-6FB66881FECB}" srcOrd="3" destOrd="0" presId="urn:microsoft.com/office/officeart/2005/8/layout/hierarchy1"/>
    <dgm:cxn modelId="{FA942D80-7A5B-294C-9384-70878828316E}" type="presParOf" srcId="{2C9B92CE-4AA7-5F4A-8492-6FB66881FECB}" destId="{2CA0F21B-6630-DC4E-8C83-70122AC54ED7}" srcOrd="0" destOrd="0" presId="urn:microsoft.com/office/officeart/2005/8/layout/hierarchy1"/>
    <dgm:cxn modelId="{F982C623-0EBA-5B48-9877-2645345DB94F}" type="presParOf" srcId="{2CA0F21B-6630-DC4E-8C83-70122AC54ED7}" destId="{45960974-116E-084E-990C-119BDB1474A0}" srcOrd="0" destOrd="0" presId="urn:microsoft.com/office/officeart/2005/8/layout/hierarchy1"/>
    <dgm:cxn modelId="{DF5A3E81-5807-AF4B-9BF8-2FEFBFD02D75}" type="presParOf" srcId="{2CA0F21B-6630-DC4E-8C83-70122AC54ED7}" destId="{7CA94E17-3C57-9545-BD1E-C6E879BE7CF8}" srcOrd="1" destOrd="0" presId="urn:microsoft.com/office/officeart/2005/8/layout/hierarchy1"/>
    <dgm:cxn modelId="{A31FDF32-0599-6D4D-9721-16FC2B308714}" type="presParOf" srcId="{2C9B92CE-4AA7-5F4A-8492-6FB66881FECB}" destId="{8B335126-60C1-1E43-9B5D-E0D7F0699446}" srcOrd="1" destOrd="0" presId="urn:microsoft.com/office/officeart/2005/8/layout/hierarchy1"/>
    <dgm:cxn modelId="{2F9579D1-097D-5548-8F67-FACE2C5B6962}" type="presParOf" srcId="{AA8ABA8E-2C84-D04A-ADFA-FFC62AFEFA59}" destId="{92C580BD-08AC-C344-9D46-0051A3F6F321}" srcOrd="4" destOrd="0" presId="urn:microsoft.com/office/officeart/2005/8/layout/hierarchy1"/>
    <dgm:cxn modelId="{65A3D414-F256-8449-93BF-36FBA98F2813}" type="presParOf" srcId="{AA8ABA8E-2C84-D04A-ADFA-FFC62AFEFA59}" destId="{0537A7DB-44DD-4240-9C79-F7D23DFC6C97}" srcOrd="5" destOrd="0" presId="urn:microsoft.com/office/officeart/2005/8/layout/hierarchy1"/>
    <dgm:cxn modelId="{2371EACD-1CE1-CA46-8621-22CCBCC00369}" type="presParOf" srcId="{0537A7DB-44DD-4240-9C79-F7D23DFC6C97}" destId="{63279D6F-1389-3743-BFF7-FAB7F9A48829}" srcOrd="0" destOrd="0" presId="urn:microsoft.com/office/officeart/2005/8/layout/hierarchy1"/>
    <dgm:cxn modelId="{D6E3CC7F-9BC6-4749-A3B5-F163C37CA97F}" type="presParOf" srcId="{63279D6F-1389-3743-BFF7-FAB7F9A48829}" destId="{CD366B09-9DC4-A542-9240-FA2033A7F409}" srcOrd="0" destOrd="0" presId="urn:microsoft.com/office/officeart/2005/8/layout/hierarchy1"/>
    <dgm:cxn modelId="{73B76288-EE09-0949-A03B-5551C580865D}" type="presParOf" srcId="{63279D6F-1389-3743-BFF7-FAB7F9A48829}" destId="{71F81218-46FC-9F4D-A46F-43A6A6BE4820}" srcOrd="1" destOrd="0" presId="urn:microsoft.com/office/officeart/2005/8/layout/hierarchy1"/>
    <dgm:cxn modelId="{B3F3AEAC-B316-964E-B275-E9E5A865483E}" type="presParOf" srcId="{0537A7DB-44DD-4240-9C79-F7D23DFC6C97}" destId="{CFE30C84-4DE0-7946-AE24-CDC6AC4160A1}" srcOrd="1" destOrd="0" presId="urn:microsoft.com/office/officeart/2005/8/layout/hierarchy1"/>
    <dgm:cxn modelId="{0FA6805D-F9E7-634B-8F35-FAA20BA99A62}" type="presParOf" srcId="{AA8ABA8E-2C84-D04A-ADFA-FFC62AFEFA59}" destId="{0D584DCF-A77C-214D-B7DA-956B519DC80C}" srcOrd="6" destOrd="0" presId="urn:microsoft.com/office/officeart/2005/8/layout/hierarchy1"/>
    <dgm:cxn modelId="{26E027D9-A3BB-7C4A-A51E-69AF98A69993}" type="presParOf" srcId="{AA8ABA8E-2C84-D04A-ADFA-FFC62AFEFA59}" destId="{429A7E6B-1E3F-EF45-8389-13B03B2DBDD6}" srcOrd="7" destOrd="0" presId="urn:microsoft.com/office/officeart/2005/8/layout/hierarchy1"/>
    <dgm:cxn modelId="{8B0100BA-A077-4242-A79A-E494EC0921A7}" type="presParOf" srcId="{429A7E6B-1E3F-EF45-8389-13B03B2DBDD6}" destId="{3E458EE5-6F21-084A-AEE0-FA9376A95998}" srcOrd="0" destOrd="0" presId="urn:microsoft.com/office/officeart/2005/8/layout/hierarchy1"/>
    <dgm:cxn modelId="{87B78617-66F4-A34D-B5BD-6756889CA1F5}" type="presParOf" srcId="{3E458EE5-6F21-084A-AEE0-FA9376A95998}" destId="{BCC3A7E5-B035-8E4F-B3E0-910B93B8189B}" srcOrd="0" destOrd="0" presId="urn:microsoft.com/office/officeart/2005/8/layout/hierarchy1"/>
    <dgm:cxn modelId="{10509D5F-E1EC-9D42-934F-53289C4FC88C}" type="presParOf" srcId="{3E458EE5-6F21-084A-AEE0-FA9376A95998}" destId="{204E2A89-E10A-F848-83F1-493D661BFD7C}" srcOrd="1" destOrd="0" presId="urn:microsoft.com/office/officeart/2005/8/layout/hierarchy1"/>
    <dgm:cxn modelId="{464028F4-03B8-8E4A-904F-9C88F60EC512}" type="presParOf" srcId="{429A7E6B-1E3F-EF45-8389-13B03B2DBDD6}" destId="{2A9D2A5F-35B8-BF4E-A7B1-382075B8E868}" srcOrd="1" destOrd="0" presId="urn:microsoft.com/office/officeart/2005/8/layout/hierarchy1"/>
    <dgm:cxn modelId="{4E88C5BE-E827-5243-AFA7-570819C2CCB5}" type="presParOf" srcId="{536A361F-B5A0-8B40-805D-C418244BADC0}" destId="{6D444177-5132-0641-A6D0-39E2ABDF8FE5}" srcOrd="2" destOrd="0" presId="urn:microsoft.com/office/officeart/2005/8/layout/hierarchy1"/>
    <dgm:cxn modelId="{1F8A7357-7F86-0447-AC83-A66D1166B44E}" type="presParOf" srcId="{536A361F-B5A0-8B40-805D-C418244BADC0}" destId="{4062E913-2DF7-5F4C-A405-640F6361358B}" srcOrd="3" destOrd="0" presId="urn:microsoft.com/office/officeart/2005/8/layout/hierarchy1"/>
    <dgm:cxn modelId="{20F0228B-B98D-A840-BE56-0D644FD550F2}" type="presParOf" srcId="{4062E913-2DF7-5F4C-A405-640F6361358B}" destId="{4CA6ECA0-55A7-B74B-BAC2-E17331449BEC}" srcOrd="0" destOrd="0" presId="urn:microsoft.com/office/officeart/2005/8/layout/hierarchy1"/>
    <dgm:cxn modelId="{31E3B547-98E8-8E4B-AF45-923E5B5770DF}" type="presParOf" srcId="{4CA6ECA0-55A7-B74B-BAC2-E17331449BEC}" destId="{7A1A5B93-6A39-5043-B016-8034EB57F908}" srcOrd="0" destOrd="0" presId="urn:microsoft.com/office/officeart/2005/8/layout/hierarchy1"/>
    <dgm:cxn modelId="{D6974197-721C-4946-B173-99C74E52D97F}" type="presParOf" srcId="{4CA6ECA0-55A7-B74B-BAC2-E17331449BEC}" destId="{BD2560C2-CA21-4C4B-9B2A-AA8B02010ABE}" srcOrd="1" destOrd="0" presId="urn:microsoft.com/office/officeart/2005/8/layout/hierarchy1"/>
    <dgm:cxn modelId="{8A512BE6-2338-5E4E-BE0E-C15F65B477A0}" type="presParOf" srcId="{4062E913-2DF7-5F4C-A405-640F6361358B}" destId="{417457DA-C6D7-9F47-B699-28D9A0697ED2}" srcOrd="1" destOrd="0" presId="urn:microsoft.com/office/officeart/2005/8/layout/hierarchy1"/>
    <dgm:cxn modelId="{96B5C20A-7206-964D-BA67-0A6BF6AD7765}" type="presParOf" srcId="{A9F6A236-E9A5-0D44-BC52-0D3187375E66}" destId="{AFFEFE77-C4BF-224B-9038-39F9AB7F63B3}" srcOrd="4" destOrd="0" presId="urn:microsoft.com/office/officeart/2005/8/layout/hierarchy1"/>
    <dgm:cxn modelId="{7055E11A-DE0F-324F-82C7-ACBC3FD8622B}" type="presParOf" srcId="{A9F6A236-E9A5-0D44-BC52-0D3187375E66}" destId="{24867B4E-46EB-6540-B840-58F4C75D063C}" srcOrd="5" destOrd="0" presId="urn:microsoft.com/office/officeart/2005/8/layout/hierarchy1"/>
    <dgm:cxn modelId="{12EC1289-066F-0F4C-B4BF-FDDA7ABDB2B1}" type="presParOf" srcId="{24867B4E-46EB-6540-B840-58F4C75D063C}" destId="{6517DD08-6881-1541-88FD-35EC9732BD07}" srcOrd="0" destOrd="0" presId="urn:microsoft.com/office/officeart/2005/8/layout/hierarchy1"/>
    <dgm:cxn modelId="{4BBC3327-7FB3-0A42-ADBB-682337113F96}" type="presParOf" srcId="{6517DD08-6881-1541-88FD-35EC9732BD07}" destId="{05B23A13-5C9D-FF4D-B37A-8A468E79DA5C}" srcOrd="0" destOrd="0" presId="urn:microsoft.com/office/officeart/2005/8/layout/hierarchy1"/>
    <dgm:cxn modelId="{4AEF883A-7B91-2648-9189-AA6C0DEE2556}" type="presParOf" srcId="{6517DD08-6881-1541-88FD-35EC9732BD07}" destId="{3E2CA2BB-7FDA-5E46-835E-C244422B473F}" srcOrd="1" destOrd="0" presId="urn:microsoft.com/office/officeart/2005/8/layout/hierarchy1"/>
    <dgm:cxn modelId="{66FB0688-8203-1344-A546-7165CBC2B92A}" type="presParOf" srcId="{24867B4E-46EB-6540-B840-58F4C75D063C}" destId="{78927910-C041-1D49-8151-05058BFD274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388A41E-81CE-0C45-B10A-7ECB8515892A}" type="doc">
      <dgm:prSet loTypeId="urn:microsoft.com/office/officeart/2005/8/layout/hierarchy2" loCatId="" qsTypeId="urn:microsoft.com/office/officeart/2005/8/quickstyle/simple3" qsCatId="simple" csTypeId="urn:microsoft.com/office/officeart/2005/8/colors/accent1_2" csCatId="accent1" phldr="1"/>
      <dgm:spPr/>
      <dgm:t>
        <a:bodyPr/>
        <a:lstStyle/>
        <a:p>
          <a:endParaRPr lang="en-US"/>
        </a:p>
      </dgm:t>
    </dgm:pt>
    <dgm:pt modelId="{2C71F6B4-F297-1E4D-ADE7-E97A974CE48D}">
      <dgm:prSet phldrT="[Text]" custT="1"/>
      <dgm:spPr/>
      <dgm:t>
        <a:bodyPr/>
        <a:lstStyle/>
        <a:p>
          <a:r>
            <a:rPr lang="en-US" sz="1800" dirty="0" err="1">
              <a:latin typeface="Arial" panose="020B0604020202020204" pitchFamily="34" charset="0"/>
              <a:cs typeface="Arial" panose="020B0604020202020204" pitchFamily="34" charset="0"/>
            </a:rPr>
            <a:t>Căn</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cứ</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ý</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chí</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chủ</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thể</a:t>
          </a:r>
          <a:endParaRPr lang="en-US" sz="1800" dirty="0">
            <a:latin typeface="Arial" panose="020B0604020202020204" pitchFamily="34" charset="0"/>
            <a:cs typeface="Arial" panose="020B0604020202020204" pitchFamily="34" charset="0"/>
          </a:endParaRPr>
        </a:p>
      </dgm:t>
    </dgm:pt>
    <dgm:pt modelId="{A48A9E37-6663-8A41-9CC3-D126E9BF01A7}" type="parTrans" cxnId="{633AB24C-493E-9945-AC68-3C2FE1C8B9BE}">
      <dgm:prSet/>
      <dgm:spPr/>
      <dgm:t>
        <a:bodyPr/>
        <a:lstStyle/>
        <a:p>
          <a:endParaRPr lang="en-US" sz="1600">
            <a:latin typeface="Arial" panose="020B0604020202020204" pitchFamily="34" charset="0"/>
            <a:cs typeface="Arial" panose="020B0604020202020204" pitchFamily="34" charset="0"/>
          </a:endParaRPr>
        </a:p>
      </dgm:t>
    </dgm:pt>
    <dgm:pt modelId="{E0D0F4E8-9661-E64E-A6AB-3CE585AFDAA4}" type="sibTrans" cxnId="{633AB24C-493E-9945-AC68-3C2FE1C8B9BE}">
      <dgm:prSet/>
      <dgm:spPr/>
      <dgm:t>
        <a:bodyPr/>
        <a:lstStyle/>
        <a:p>
          <a:endParaRPr lang="en-US" sz="1600">
            <a:latin typeface="Arial" panose="020B0604020202020204" pitchFamily="34" charset="0"/>
            <a:cs typeface="Arial" panose="020B0604020202020204" pitchFamily="34" charset="0"/>
          </a:endParaRPr>
        </a:p>
      </dgm:t>
    </dgm:pt>
    <dgm:pt modelId="{DF954EEF-A314-5E45-BBDA-964F72910685}">
      <dgm:prSet phldrT="[Text]" custT="1"/>
      <dgm:spPr/>
      <dgm:t>
        <a:bodyPr/>
        <a:lstStyle/>
        <a:p>
          <a:r>
            <a:rPr lang="en-US" sz="1600">
              <a:latin typeface="Arial" panose="020B0604020202020204" pitchFamily="34" charset="0"/>
              <a:cs typeface="Arial" panose="020B0604020202020204" pitchFamily="34" charset="0"/>
            </a:rPr>
            <a:t>Sự biến</a:t>
          </a:r>
        </a:p>
        <a:p>
          <a:r>
            <a:rPr lang="en-US" sz="1600">
              <a:latin typeface="Arial" panose="020B0604020202020204" pitchFamily="34" charset="0"/>
              <a:cs typeface="Arial" panose="020B0604020202020204" pitchFamily="34" charset="0"/>
            </a:rPr>
            <a:t>(</a:t>
          </a:r>
          <a:r>
            <a:rPr lang="en-US" sz="1600" i="1">
              <a:latin typeface="Arial" panose="020B0604020202020204" pitchFamily="34" charset="0"/>
              <a:cs typeface="Arial" panose="020B0604020202020204" pitchFamily="34" charset="0"/>
            </a:rPr>
            <a:t>sự việc xảy ra ngoài ý chí chủ quan của con người)</a:t>
          </a:r>
          <a:endParaRPr lang="en-US" sz="1600" i="1" dirty="0">
            <a:latin typeface="Arial" panose="020B0604020202020204" pitchFamily="34" charset="0"/>
            <a:cs typeface="Arial" panose="020B0604020202020204" pitchFamily="34" charset="0"/>
          </a:endParaRPr>
        </a:p>
      </dgm:t>
    </dgm:pt>
    <dgm:pt modelId="{78CE0B3F-76A5-E14C-BE1B-7BE5A2FD2ADD}" type="parTrans" cxnId="{B9752EC1-FA25-D641-B2D6-E424645C4443}">
      <dgm:prSet custT="1"/>
      <dgm:spPr/>
      <dgm:t>
        <a:bodyPr/>
        <a:lstStyle/>
        <a:p>
          <a:endParaRPr lang="en-US" sz="1600">
            <a:latin typeface="Arial" panose="020B0604020202020204" pitchFamily="34" charset="0"/>
            <a:cs typeface="Arial" panose="020B0604020202020204" pitchFamily="34" charset="0"/>
          </a:endParaRPr>
        </a:p>
      </dgm:t>
    </dgm:pt>
    <dgm:pt modelId="{69B22918-4E79-634F-92A8-833C3AC21A6A}" type="sibTrans" cxnId="{B9752EC1-FA25-D641-B2D6-E424645C4443}">
      <dgm:prSet/>
      <dgm:spPr/>
      <dgm:t>
        <a:bodyPr/>
        <a:lstStyle/>
        <a:p>
          <a:endParaRPr lang="en-US" sz="1600">
            <a:latin typeface="Arial" panose="020B0604020202020204" pitchFamily="34" charset="0"/>
            <a:cs typeface="Arial" panose="020B0604020202020204" pitchFamily="34" charset="0"/>
          </a:endParaRPr>
        </a:p>
      </dgm:t>
    </dgm:pt>
    <dgm:pt modelId="{9065AD7F-B021-8A42-8FFD-775355EA0FB8}">
      <dgm:prSet phldrT="[Text]" custT="1"/>
      <dgm:spPr/>
      <dgm:t>
        <a:bodyPr/>
        <a:lstStyle/>
        <a:p>
          <a:r>
            <a:rPr lang="en-US" sz="1600">
              <a:latin typeface="Arial" panose="020B0604020202020204" pitchFamily="34" charset="0"/>
              <a:cs typeface="Arial" panose="020B0604020202020204" pitchFamily="34" charset="0"/>
            </a:rPr>
            <a:t>Hành vi</a:t>
          </a:r>
          <a:endParaRPr lang="en-US" sz="1600" dirty="0">
            <a:latin typeface="Arial" panose="020B0604020202020204" pitchFamily="34" charset="0"/>
            <a:cs typeface="Arial" panose="020B0604020202020204" pitchFamily="34" charset="0"/>
          </a:endParaRPr>
        </a:p>
      </dgm:t>
    </dgm:pt>
    <dgm:pt modelId="{E2FFF5DB-28DE-314C-85E1-47971CB29EDE}" type="parTrans" cxnId="{53600F45-96C4-CE46-891A-C6B858F60134}">
      <dgm:prSet custT="1"/>
      <dgm:spPr/>
      <dgm:t>
        <a:bodyPr/>
        <a:lstStyle/>
        <a:p>
          <a:endParaRPr lang="en-US" sz="1600">
            <a:latin typeface="Arial" panose="020B0604020202020204" pitchFamily="34" charset="0"/>
            <a:cs typeface="Arial" panose="020B0604020202020204" pitchFamily="34" charset="0"/>
          </a:endParaRPr>
        </a:p>
      </dgm:t>
    </dgm:pt>
    <dgm:pt modelId="{F9FE1B43-7BE0-4C40-B499-A7C9CC37E8EB}" type="sibTrans" cxnId="{53600F45-96C4-CE46-891A-C6B858F60134}">
      <dgm:prSet/>
      <dgm:spPr/>
      <dgm:t>
        <a:bodyPr/>
        <a:lstStyle/>
        <a:p>
          <a:endParaRPr lang="en-US" sz="1600">
            <a:latin typeface="Arial" panose="020B0604020202020204" pitchFamily="34" charset="0"/>
            <a:cs typeface="Arial" panose="020B0604020202020204" pitchFamily="34" charset="0"/>
          </a:endParaRPr>
        </a:p>
      </dgm:t>
    </dgm:pt>
    <dgm:pt modelId="{96CB943F-A721-FF4F-8734-807AF7838261}">
      <dgm:prSet phldrT="[Text]" custT="1"/>
      <dgm:spPr/>
      <dgm:t>
        <a:bodyPr/>
        <a:lstStyle/>
        <a:p>
          <a:r>
            <a:rPr lang="en-US" sz="1600" i="1">
              <a:latin typeface="Arial" panose="020B0604020202020204" pitchFamily="34" charset="0"/>
              <a:cs typeface="Arial" panose="020B0604020202020204" pitchFamily="34" charset="0"/>
            </a:rPr>
            <a:t>Hành động</a:t>
          </a:r>
          <a:endParaRPr lang="en-US" sz="1600" i="1" dirty="0">
            <a:latin typeface="Arial" panose="020B0604020202020204" pitchFamily="34" charset="0"/>
            <a:cs typeface="Arial" panose="020B0604020202020204" pitchFamily="34" charset="0"/>
          </a:endParaRPr>
        </a:p>
      </dgm:t>
    </dgm:pt>
    <dgm:pt modelId="{3E8370BE-B8EB-4E4D-B6EB-55C6F3DFF3AE}" type="parTrans" cxnId="{8B51F27C-1F00-0D41-A2E0-830E0358E5D8}">
      <dgm:prSet custT="1"/>
      <dgm:spPr/>
      <dgm:t>
        <a:bodyPr/>
        <a:lstStyle/>
        <a:p>
          <a:endParaRPr lang="en-US" sz="1600">
            <a:latin typeface="Arial" panose="020B0604020202020204" pitchFamily="34" charset="0"/>
            <a:cs typeface="Arial" panose="020B0604020202020204" pitchFamily="34" charset="0"/>
          </a:endParaRPr>
        </a:p>
      </dgm:t>
    </dgm:pt>
    <dgm:pt modelId="{D11FFDF2-027D-474A-95B0-EB37E1BEF051}" type="sibTrans" cxnId="{8B51F27C-1F00-0D41-A2E0-830E0358E5D8}">
      <dgm:prSet/>
      <dgm:spPr/>
      <dgm:t>
        <a:bodyPr/>
        <a:lstStyle/>
        <a:p>
          <a:endParaRPr lang="en-US" sz="1600">
            <a:latin typeface="Arial" panose="020B0604020202020204" pitchFamily="34" charset="0"/>
            <a:cs typeface="Arial" panose="020B0604020202020204" pitchFamily="34" charset="0"/>
          </a:endParaRPr>
        </a:p>
      </dgm:t>
    </dgm:pt>
    <dgm:pt modelId="{D04A0D07-6197-354D-AB34-12E987498E1E}">
      <dgm:prSet phldrT="[Text]" custT="1"/>
      <dgm:spPr/>
      <dgm:t>
        <a:bodyPr/>
        <a:lstStyle/>
        <a:p>
          <a:r>
            <a:rPr lang="en-US" sz="1600" i="1">
              <a:latin typeface="Arial" panose="020B0604020202020204" pitchFamily="34" charset="0"/>
              <a:cs typeface="Arial" panose="020B0604020202020204" pitchFamily="34" charset="0"/>
            </a:rPr>
            <a:t>Không hành động</a:t>
          </a:r>
          <a:endParaRPr lang="en-US" sz="1600" i="1" dirty="0">
            <a:latin typeface="Arial" panose="020B0604020202020204" pitchFamily="34" charset="0"/>
            <a:cs typeface="Arial" panose="020B0604020202020204" pitchFamily="34" charset="0"/>
          </a:endParaRPr>
        </a:p>
      </dgm:t>
    </dgm:pt>
    <dgm:pt modelId="{252A188A-B55C-574D-95D5-3B0F96204C77}" type="parTrans" cxnId="{CDED81A6-6F13-8945-8F9D-4DA8A1EBED54}">
      <dgm:prSet custT="1"/>
      <dgm:spPr/>
      <dgm:t>
        <a:bodyPr/>
        <a:lstStyle/>
        <a:p>
          <a:endParaRPr lang="en-US" sz="1600">
            <a:latin typeface="Arial" panose="020B0604020202020204" pitchFamily="34" charset="0"/>
            <a:cs typeface="Arial" panose="020B0604020202020204" pitchFamily="34" charset="0"/>
          </a:endParaRPr>
        </a:p>
      </dgm:t>
    </dgm:pt>
    <dgm:pt modelId="{BE4D2832-F460-FF45-B668-10FA235ACAF7}" type="sibTrans" cxnId="{CDED81A6-6F13-8945-8F9D-4DA8A1EBED54}">
      <dgm:prSet/>
      <dgm:spPr/>
      <dgm:t>
        <a:bodyPr/>
        <a:lstStyle/>
        <a:p>
          <a:endParaRPr lang="en-US" sz="1600">
            <a:latin typeface="Arial" panose="020B0604020202020204" pitchFamily="34" charset="0"/>
            <a:cs typeface="Arial" panose="020B0604020202020204" pitchFamily="34" charset="0"/>
          </a:endParaRPr>
        </a:p>
      </dgm:t>
    </dgm:pt>
    <dgm:pt modelId="{60AE3669-B4C3-B44A-85E5-443790A02BAC}">
      <dgm:prSet phldrT="[Text]" custT="1"/>
      <dgm:spPr/>
      <dgm:t>
        <a:bodyPr/>
        <a:lstStyle/>
        <a:p>
          <a:r>
            <a:rPr lang="en-US" sz="1600" i="1">
              <a:latin typeface="Arial" panose="020B0604020202020204" pitchFamily="34" charset="0"/>
              <a:cs typeface="Arial" panose="020B0604020202020204" pitchFamily="34" charset="0"/>
            </a:rPr>
            <a:t>Hợp pháp</a:t>
          </a:r>
          <a:endParaRPr lang="en-US" sz="1600" i="1" dirty="0">
            <a:latin typeface="Arial" panose="020B0604020202020204" pitchFamily="34" charset="0"/>
            <a:cs typeface="Arial" panose="020B0604020202020204" pitchFamily="34" charset="0"/>
          </a:endParaRPr>
        </a:p>
      </dgm:t>
    </dgm:pt>
    <dgm:pt modelId="{9EC5CAD1-8297-D245-9E86-40DDC27053BF}" type="parTrans" cxnId="{369A95B8-CBBC-BC46-832A-8D2E9E003766}">
      <dgm:prSet custT="1"/>
      <dgm:spPr/>
      <dgm:t>
        <a:bodyPr/>
        <a:lstStyle/>
        <a:p>
          <a:endParaRPr lang="en-US" sz="1600">
            <a:latin typeface="Arial" panose="020B0604020202020204" pitchFamily="34" charset="0"/>
            <a:cs typeface="Arial" panose="020B0604020202020204" pitchFamily="34" charset="0"/>
          </a:endParaRPr>
        </a:p>
      </dgm:t>
    </dgm:pt>
    <dgm:pt modelId="{CF281491-3134-214C-97C3-7EC321B774F0}" type="sibTrans" cxnId="{369A95B8-CBBC-BC46-832A-8D2E9E003766}">
      <dgm:prSet/>
      <dgm:spPr/>
      <dgm:t>
        <a:bodyPr/>
        <a:lstStyle/>
        <a:p>
          <a:endParaRPr lang="en-US" sz="1600">
            <a:latin typeface="Arial" panose="020B0604020202020204" pitchFamily="34" charset="0"/>
            <a:cs typeface="Arial" panose="020B0604020202020204" pitchFamily="34" charset="0"/>
          </a:endParaRPr>
        </a:p>
      </dgm:t>
    </dgm:pt>
    <dgm:pt modelId="{9E7DCBE2-E497-BB41-8FA0-76143F836DBF}">
      <dgm:prSet phldrT="[Text]" custT="1"/>
      <dgm:spPr/>
      <dgm:t>
        <a:bodyPr/>
        <a:lstStyle/>
        <a:p>
          <a:r>
            <a:rPr lang="en-US" sz="1600" i="1">
              <a:latin typeface="Arial" panose="020B0604020202020204" pitchFamily="34" charset="0"/>
              <a:cs typeface="Arial" panose="020B0604020202020204" pitchFamily="34" charset="0"/>
            </a:rPr>
            <a:t>Không hợp pháp</a:t>
          </a:r>
          <a:endParaRPr lang="en-US" sz="1600" i="1" dirty="0">
            <a:latin typeface="Arial" panose="020B0604020202020204" pitchFamily="34" charset="0"/>
            <a:cs typeface="Arial" panose="020B0604020202020204" pitchFamily="34" charset="0"/>
          </a:endParaRPr>
        </a:p>
      </dgm:t>
    </dgm:pt>
    <dgm:pt modelId="{36218C9A-D338-AE4E-ACB3-F9E30DF93A67}" type="parTrans" cxnId="{B9E21F66-3480-8E43-B593-25C69FE09864}">
      <dgm:prSet custT="1"/>
      <dgm:spPr/>
      <dgm:t>
        <a:bodyPr/>
        <a:lstStyle/>
        <a:p>
          <a:endParaRPr lang="en-US" sz="1600">
            <a:latin typeface="Arial" panose="020B0604020202020204" pitchFamily="34" charset="0"/>
            <a:cs typeface="Arial" panose="020B0604020202020204" pitchFamily="34" charset="0"/>
          </a:endParaRPr>
        </a:p>
      </dgm:t>
    </dgm:pt>
    <dgm:pt modelId="{996592C7-87F1-DE44-9FF2-41AEEE9EF13D}" type="sibTrans" cxnId="{B9E21F66-3480-8E43-B593-25C69FE09864}">
      <dgm:prSet/>
      <dgm:spPr/>
      <dgm:t>
        <a:bodyPr/>
        <a:lstStyle/>
        <a:p>
          <a:endParaRPr lang="en-US" sz="1600">
            <a:latin typeface="Arial" panose="020B0604020202020204" pitchFamily="34" charset="0"/>
            <a:cs typeface="Arial" panose="020B0604020202020204" pitchFamily="34" charset="0"/>
          </a:endParaRPr>
        </a:p>
      </dgm:t>
    </dgm:pt>
    <dgm:pt modelId="{815FBAD1-91F2-4640-9BB5-1D3BD2AF5A31}" type="pres">
      <dgm:prSet presAssocID="{2388A41E-81CE-0C45-B10A-7ECB8515892A}" presName="diagram" presStyleCnt="0">
        <dgm:presLayoutVars>
          <dgm:chPref val="1"/>
          <dgm:dir/>
          <dgm:animOne val="branch"/>
          <dgm:animLvl val="lvl"/>
          <dgm:resizeHandles val="exact"/>
        </dgm:presLayoutVars>
      </dgm:prSet>
      <dgm:spPr/>
    </dgm:pt>
    <dgm:pt modelId="{C42DA3BA-8595-B542-81D5-370AAA8A8C43}" type="pres">
      <dgm:prSet presAssocID="{2C71F6B4-F297-1E4D-ADE7-E97A974CE48D}" presName="root1" presStyleCnt="0"/>
      <dgm:spPr/>
    </dgm:pt>
    <dgm:pt modelId="{FB460F9A-04AB-7747-917C-9124EB61FBE6}" type="pres">
      <dgm:prSet presAssocID="{2C71F6B4-F297-1E4D-ADE7-E97A974CE48D}" presName="LevelOneTextNode" presStyleLbl="node0" presStyleIdx="0" presStyleCnt="1" custScaleX="345466">
        <dgm:presLayoutVars>
          <dgm:chPref val="3"/>
        </dgm:presLayoutVars>
      </dgm:prSet>
      <dgm:spPr/>
    </dgm:pt>
    <dgm:pt modelId="{25DD09D4-1F32-6C4D-A9E2-74DD1F5C48B6}" type="pres">
      <dgm:prSet presAssocID="{2C71F6B4-F297-1E4D-ADE7-E97A974CE48D}" presName="level2hierChild" presStyleCnt="0"/>
      <dgm:spPr/>
    </dgm:pt>
    <dgm:pt modelId="{376031F7-52C4-B14D-AC78-A518B96CB7D5}" type="pres">
      <dgm:prSet presAssocID="{78CE0B3F-76A5-E14C-BE1B-7BE5A2FD2ADD}" presName="conn2-1" presStyleLbl="parChTrans1D2" presStyleIdx="0" presStyleCnt="2"/>
      <dgm:spPr/>
    </dgm:pt>
    <dgm:pt modelId="{5A120968-99DB-BD48-AB7A-9BEAB73FCDE2}" type="pres">
      <dgm:prSet presAssocID="{78CE0B3F-76A5-E14C-BE1B-7BE5A2FD2ADD}" presName="connTx" presStyleLbl="parChTrans1D2" presStyleIdx="0" presStyleCnt="2"/>
      <dgm:spPr/>
    </dgm:pt>
    <dgm:pt modelId="{D6F0DA21-4F08-184E-9B10-00894BEDAAEE}" type="pres">
      <dgm:prSet presAssocID="{DF954EEF-A314-5E45-BBDA-964F72910685}" presName="root2" presStyleCnt="0"/>
      <dgm:spPr/>
    </dgm:pt>
    <dgm:pt modelId="{9325026C-0A6C-1F4F-9A31-AD6F2A29700D}" type="pres">
      <dgm:prSet presAssocID="{DF954EEF-A314-5E45-BBDA-964F72910685}" presName="LevelTwoTextNode" presStyleLbl="node2" presStyleIdx="0" presStyleCnt="2" custScaleX="431179" custScaleY="248774">
        <dgm:presLayoutVars>
          <dgm:chPref val="3"/>
        </dgm:presLayoutVars>
      </dgm:prSet>
      <dgm:spPr/>
    </dgm:pt>
    <dgm:pt modelId="{1C779313-F6BF-8949-B685-FB23647A0387}" type="pres">
      <dgm:prSet presAssocID="{DF954EEF-A314-5E45-BBDA-964F72910685}" presName="level3hierChild" presStyleCnt="0"/>
      <dgm:spPr/>
    </dgm:pt>
    <dgm:pt modelId="{8871FD11-26E3-8A4E-8AD5-989000BB6B15}" type="pres">
      <dgm:prSet presAssocID="{E2FFF5DB-28DE-314C-85E1-47971CB29EDE}" presName="conn2-1" presStyleLbl="parChTrans1D2" presStyleIdx="1" presStyleCnt="2"/>
      <dgm:spPr/>
    </dgm:pt>
    <dgm:pt modelId="{ABF6C408-5232-4C4C-90EF-BF406E8BE266}" type="pres">
      <dgm:prSet presAssocID="{E2FFF5DB-28DE-314C-85E1-47971CB29EDE}" presName="connTx" presStyleLbl="parChTrans1D2" presStyleIdx="1" presStyleCnt="2"/>
      <dgm:spPr/>
    </dgm:pt>
    <dgm:pt modelId="{13B0505B-A5D1-8E45-9E57-670F9ED297CD}" type="pres">
      <dgm:prSet presAssocID="{9065AD7F-B021-8A42-8FFD-775355EA0FB8}" presName="root2" presStyleCnt="0"/>
      <dgm:spPr/>
    </dgm:pt>
    <dgm:pt modelId="{3887764A-795B-C94F-BBDC-3929861A13E7}" type="pres">
      <dgm:prSet presAssocID="{9065AD7F-B021-8A42-8FFD-775355EA0FB8}" presName="LevelTwoTextNode" presStyleLbl="node2" presStyleIdx="1" presStyleCnt="2" custScaleX="251386">
        <dgm:presLayoutVars>
          <dgm:chPref val="3"/>
        </dgm:presLayoutVars>
      </dgm:prSet>
      <dgm:spPr/>
    </dgm:pt>
    <dgm:pt modelId="{B231153F-4D59-6C4D-AEBA-5BF46B3ED525}" type="pres">
      <dgm:prSet presAssocID="{9065AD7F-B021-8A42-8FFD-775355EA0FB8}" presName="level3hierChild" presStyleCnt="0"/>
      <dgm:spPr/>
    </dgm:pt>
    <dgm:pt modelId="{06DF61E3-FF36-934A-9647-E128EA80465E}" type="pres">
      <dgm:prSet presAssocID="{3E8370BE-B8EB-4E4D-B6EB-55C6F3DFF3AE}" presName="conn2-1" presStyleLbl="parChTrans1D3" presStyleIdx="0" presStyleCnt="4"/>
      <dgm:spPr/>
    </dgm:pt>
    <dgm:pt modelId="{54775193-37CF-414C-85BC-7100687892F0}" type="pres">
      <dgm:prSet presAssocID="{3E8370BE-B8EB-4E4D-B6EB-55C6F3DFF3AE}" presName="connTx" presStyleLbl="parChTrans1D3" presStyleIdx="0" presStyleCnt="4"/>
      <dgm:spPr/>
    </dgm:pt>
    <dgm:pt modelId="{1D469053-2E31-C647-A959-3B1F3FBE4234}" type="pres">
      <dgm:prSet presAssocID="{96CB943F-A721-FF4F-8734-807AF7838261}" presName="root2" presStyleCnt="0"/>
      <dgm:spPr/>
    </dgm:pt>
    <dgm:pt modelId="{782BC3B7-54C5-B145-9CAD-C05A92D9D738}" type="pres">
      <dgm:prSet presAssocID="{96CB943F-A721-FF4F-8734-807AF7838261}" presName="LevelTwoTextNode" presStyleLbl="node3" presStyleIdx="0" presStyleCnt="4" custScaleX="337517" custLinFactX="64670" custLinFactNeighborX="100000" custLinFactNeighborY="7124">
        <dgm:presLayoutVars>
          <dgm:chPref val="3"/>
        </dgm:presLayoutVars>
      </dgm:prSet>
      <dgm:spPr/>
    </dgm:pt>
    <dgm:pt modelId="{D6C542F8-AEA8-2042-82FE-350C734E3A09}" type="pres">
      <dgm:prSet presAssocID="{96CB943F-A721-FF4F-8734-807AF7838261}" presName="level3hierChild" presStyleCnt="0"/>
      <dgm:spPr/>
    </dgm:pt>
    <dgm:pt modelId="{832772CC-0F70-F64F-A6E5-C085CD024D34}" type="pres">
      <dgm:prSet presAssocID="{252A188A-B55C-574D-95D5-3B0F96204C77}" presName="conn2-1" presStyleLbl="parChTrans1D3" presStyleIdx="1" presStyleCnt="4"/>
      <dgm:spPr/>
    </dgm:pt>
    <dgm:pt modelId="{3CAFDEA0-348B-0745-90D0-B0038579640F}" type="pres">
      <dgm:prSet presAssocID="{252A188A-B55C-574D-95D5-3B0F96204C77}" presName="connTx" presStyleLbl="parChTrans1D3" presStyleIdx="1" presStyleCnt="4"/>
      <dgm:spPr/>
    </dgm:pt>
    <dgm:pt modelId="{F33D0780-C4C8-AC47-A11A-1D33049E0DAA}" type="pres">
      <dgm:prSet presAssocID="{D04A0D07-6197-354D-AB34-12E987498E1E}" presName="root2" presStyleCnt="0"/>
      <dgm:spPr/>
    </dgm:pt>
    <dgm:pt modelId="{40C71B5D-9373-0540-8472-62A565F1B24F}" type="pres">
      <dgm:prSet presAssocID="{D04A0D07-6197-354D-AB34-12E987498E1E}" presName="LevelTwoTextNode" presStyleLbl="node3" presStyleIdx="1" presStyleCnt="4" custScaleX="336990" custLinFactX="64670" custLinFactNeighborX="100000" custLinFactNeighborY="-2832">
        <dgm:presLayoutVars>
          <dgm:chPref val="3"/>
        </dgm:presLayoutVars>
      </dgm:prSet>
      <dgm:spPr/>
    </dgm:pt>
    <dgm:pt modelId="{CE5F3820-2507-8F44-A1D3-15A95BFC4D26}" type="pres">
      <dgm:prSet presAssocID="{D04A0D07-6197-354D-AB34-12E987498E1E}" presName="level3hierChild" presStyleCnt="0"/>
      <dgm:spPr/>
    </dgm:pt>
    <dgm:pt modelId="{2FF20D0C-1B29-B844-A196-CEFC7B1D659C}" type="pres">
      <dgm:prSet presAssocID="{9EC5CAD1-8297-D245-9E86-40DDC27053BF}" presName="conn2-1" presStyleLbl="parChTrans1D3" presStyleIdx="2" presStyleCnt="4"/>
      <dgm:spPr/>
    </dgm:pt>
    <dgm:pt modelId="{FFEA5DA7-B0E8-824F-AA57-68CC3B745182}" type="pres">
      <dgm:prSet presAssocID="{9EC5CAD1-8297-D245-9E86-40DDC27053BF}" presName="connTx" presStyleLbl="parChTrans1D3" presStyleIdx="2" presStyleCnt="4"/>
      <dgm:spPr/>
    </dgm:pt>
    <dgm:pt modelId="{16F21FD6-AF2D-A04E-B171-3FCC88F2104D}" type="pres">
      <dgm:prSet presAssocID="{60AE3669-B4C3-B44A-85E5-443790A02BAC}" presName="root2" presStyleCnt="0"/>
      <dgm:spPr/>
    </dgm:pt>
    <dgm:pt modelId="{21795C27-8CB4-6F48-8107-11590B8C77C3}" type="pres">
      <dgm:prSet presAssocID="{60AE3669-B4C3-B44A-85E5-443790A02BAC}" presName="LevelTwoTextNode" presStyleLbl="node3" presStyleIdx="2" presStyleCnt="4" custScaleX="473348" custScaleY="128806" custLinFactX="64670" custLinFactNeighborX="100000" custLinFactNeighborY="10720">
        <dgm:presLayoutVars>
          <dgm:chPref val="3"/>
        </dgm:presLayoutVars>
      </dgm:prSet>
      <dgm:spPr/>
    </dgm:pt>
    <dgm:pt modelId="{8E73712A-2688-8844-86AA-94DC8BEFDD92}" type="pres">
      <dgm:prSet presAssocID="{60AE3669-B4C3-B44A-85E5-443790A02BAC}" presName="level3hierChild" presStyleCnt="0"/>
      <dgm:spPr/>
    </dgm:pt>
    <dgm:pt modelId="{8E936D66-B5D1-E344-9989-A3121909DA0B}" type="pres">
      <dgm:prSet presAssocID="{36218C9A-D338-AE4E-ACB3-F9E30DF93A67}" presName="conn2-1" presStyleLbl="parChTrans1D3" presStyleIdx="3" presStyleCnt="4"/>
      <dgm:spPr/>
    </dgm:pt>
    <dgm:pt modelId="{F7C6FFE6-D0D6-2946-BD89-ABA9981763B5}" type="pres">
      <dgm:prSet presAssocID="{36218C9A-D338-AE4E-ACB3-F9E30DF93A67}" presName="connTx" presStyleLbl="parChTrans1D3" presStyleIdx="3" presStyleCnt="4"/>
      <dgm:spPr/>
    </dgm:pt>
    <dgm:pt modelId="{F136DC6C-1F23-1C4B-B492-F5BB2BD4E987}" type="pres">
      <dgm:prSet presAssocID="{9E7DCBE2-E497-BB41-8FA0-76143F836DBF}" presName="root2" presStyleCnt="0"/>
      <dgm:spPr/>
    </dgm:pt>
    <dgm:pt modelId="{BBC230C3-F7BE-824C-8201-D237B4BC46D4}" type="pres">
      <dgm:prSet presAssocID="{9E7DCBE2-E497-BB41-8FA0-76143F836DBF}" presName="LevelTwoTextNode" presStyleLbl="node3" presStyleIdx="3" presStyleCnt="4" custScaleX="478228" custScaleY="126682" custLinFactX="70167" custLinFactNeighborX="100000" custLinFactNeighborY="4465">
        <dgm:presLayoutVars>
          <dgm:chPref val="3"/>
        </dgm:presLayoutVars>
      </dgm:prSet>
      <dgm:spPr/>
    </dgm:pt>
    <dgm:pt modelId="{E0F974E8-36F5-B548-A041-378FC2222D09}" type="pres">
      <dgm:prSet presAssocID="{9E7DCBE2-E497-BB41-8FA0-76143F836DBF}" presName="level3hierChild" presStyleCnt="0"/>
      <dgm:spPr/>
    </dgm:pt>
  </dgm:ptLst>
  <dgm:cxnLst>
    <dgm:cxn modelId="{6802FD00-009F-1A42-ADA7-9B0FC895862D}" type="presOf" srcId="{96CB943F-A721-FF4F-8734-807AF7838261}" destId="{782BC3B7-54C5-B145-9CAD-C05A92D9D738}" srcOrd="0" destOrd="0" presId="urn:microsoft.com/office/officeart/2005/8/layout/hierarchy2"/>
    <dgm:cxn modelId="{64089210-A79F-1440-BBF6-8B7B4B2D2ADE}" type="presOf" srcId="{252A188A-B55C-574D-95D5-3B0F96204C77}" destId="{3CAFDEA0-348B-0745-90D0-B0038579640F}" srcOrd="1" destOrd="0" presId="urn:microsoft.com/office/officeart/2005/8/layout/hierarchy2"/>
    <dgm:cxn modelId="{508C2C17-1848-194B-AA0F-E9E323CD214C}" type="presOf" srcId="{2C71F6B4-F297-1E4D-ADE7-E97A974CE48D}" destId="{FB460F9A-04AB-7747-917C-9124EB61FBE6}" srcOrd="0" destOrd="0" presId="urn:microsoft.com/office/officeart/2005/8/layout/hierarchy2"/>
    <dgm:cxn modelId="{15203432-1ADE-EC41-AA1C-78257D73EC01}" type="presOf" srcId="{DF954EEF-A314-5E45-BBDA-964F72910685}" destId="{9325026C-0A6C-1F4F-9A31-AD6F2A29700D}" srcOrd="0" destOrd="0" presId="urn:microsoft.com/office/officeart/2005/8/layout/hierarchy2"/>
    <dgm:cxn modelId="{461CBA3A-6A92-5B45-80DE-B9923C24B605}" type="presOf" srcId="{9EC5CAD1-8297-D245-9E86-40DDC27053BF}" destId="{FFEA5DA7-B0E8-824F-AA57-68CC3B745182}" srcOrd="1" destOrd="0" presId="urn:microsoft.com/office/officeart/2005/8/layout/hierarchy2"/>
    <dgm:cxn modelId="{7C160040-7C30-2341-A3B7-9B4B8B08CA78}" type="presOf" srcId="{9065AD7F-B021-8A42-8FFD-775355EA0FB8}" destId="{3887764A-795B-C94F-BBDC-3929861A13E7}" srcOrd="0" destOrd="0" presId="urn:microsoft.com/office/officeart/2005/8/layout/hierarchy2"/>
    <dgm:cxn modelId="{53600F45-96C4-CE46-891A-C6B858F60134}" srcId="{2C71F6B4-F297-1E4D-ADE7-E97A974CE48D}" destId="{9065AD7F-B021-8A42-8FFD-775355EA0FB8}" srcOrd="1" destOrd="0" parTransId="{E2FFF5DB-28DE-314C-85E1-47971CB29EDE}" sibTransId="{F9FE1B43-7BE0-4C40-B499-A7C9CC37E8EB}"/>
    <dgm:cxn modelId="{A9643A49-20D3-5749-9196-1FB343128A07}" type="presOf" srcId="{E2FFF5DB-28DE-314C-85E1-47971CB29EDE}" destId="{8871FD11-26E3-8A4E-8AD5-989000BB6B15}" srcOrd="0" destOrd="0" presId="urn:microsoft.com/office/officeart/2005/8/layout/hierarchy2"/>
    <dgm:cxn modelId="{F221564B-8422-3941-A6B2-5104714C0B7D}" type="presOf" srcId="{78CE0B3F-76A5-E14C-BE1B-7BE5A2FD2ADD}" destId="{376031F7-52C4-B14D-AC78-A518B96CB7D5}" srcOrd="0" destOrd="0" presId="urn:microsoft.com/office/officeart/2005/8/layout/hierarchy2"/>
    <dgm:cxn modelId="{DBEB944C-DEA3-6248-9B33-0E00E4A9AD3F}" type="presOf" srcId="{36218C9A-D338-AE4E-ACB3-F9E30DF93A67}" destId="{F7C6FFE6-D0D6-2946-BD89-ABA9981763B5}" srcOrd="1" destOrd="0" presId="urn:microsoft.com/office/officeart/2005/8/layout/hierarchy2"/>
    <dgm:cxn modelId="{633AB24C-493E-9945-AC68-3C2FE1C8B9BE}" srcId="{2388A41E-81CE-0C45-B10A-7ECB8515892A}" destId="{2C71F6B4-F297-1E4D-ADE7-E97A974CE48D}" srcOrd="0" destOrd="0" parTransId="{A48A9E37-6663-8A41-9CC3-D126E9BF01A7}" sibTransId="{E0D0F4E8-9661-E64E-A6AB-3CE585AFDAA4}"/>
    <dgm:cxn modelId="{DF3A5657-9EDA-D04D-A21B-96BD256B9255}" type="presOf" srcId="{252A188A-B55C-574D-95D5-3B0F96204C77}" destId="{832772CC-0F70-F64F-A6E5-C085CD024D34}" srcOrd="0" destOrd="0" presId="urn:microsoft.com/office/officeart/2005/8/layout/hierarchy2"/>
    <dgm:cxn modelId="{FC017564-B5DA-5348-BDA8-9F59EC14E936}" type="presOf" srcId="{9E7DCBE2-E497-BB41-8FA0-76143F836DBF}" destId="{BBC230C3-F7BE-824C-8201-D237B4BC46D4}" srcOrd="0" destOrd="0" presId="urn:microsoft.com/office/officeart/2005/8/layout/hierarchy2"/>
    <dgm:cxn modelId="{25522365-821E-3441-B492-5186D147BE64}" type="presOf" srcId="{9EC5CAD1-8297-D245-9E86-40DDC27053BF}" destId="{2FF20D0C-1B29-B844-A196-CEFC7B1D659C}" srcOrd="0" destOrd="0" presId="urn:microsoft.com/office/officeart/2005/8/layout/hierarchy2"/>
    <dgm:cxn modelId="{B9E21F66-3480-8E43-B593-25C69FE09864}" srcId="{9065AD7F-B021-8A42-8FFD-775355EA0FB8}" destId="{9E7DCBE2-E497-BB41-8FA0-76143F836DBF}" srcOrd="3" destOrd="0" parTransId="{36218C9A-D338-AE4E-ACB3-F9E30DF93A67}" sibTransId="{996592C7-87F1-DE44-9FF2-41AEEE9EF13D}"/>
    <dgm:cxn modelId="{3B78DF78-97F5-6E43-9A2C-B196C1F9F3BF}" type="presOf" srcId="{3E8370BE-B8EB-4E4D-B6EB-55C6F3DFF3AE}" destId="{54775193-37CF-414C-85BC-7100687892F0}" srcOrd="1" destOrd="0" presId="urn:microsoft.com/office/officeart/2005/8/layout/hierarchy2"/>
    <dgm:cxn modelId="{8B51F27C-1F00-0D41-A2E0-830E0358E5D8}" srcId="{9065AD7F-B021-8A42-8FFD-775355EA0FB8}" destId="{96CB943F-A721-FF4F-8734-807AF7838261}" srcOrd="0" destOrd="0" parTransId="{3E8370BE-B8EB-4E4D-B6EB-55C6F3DFF3AE}" sibTransId="{D11FFDF2-027D-474A-95B0-EB37E1BEF051}"/>
    <dgm:cxn modelId="{49DE008B-2118-064D-9666-9CA44B41A940}" type="presOf" srcId="{3E8370BE-B8EB-4E4D-B6EB-55C6F3DFF3AE}" destId="{06DF61E3-FF36-934A-9647-E128EA80465E}" srcOrd="0" destOrd="0" presId="urn:microsoft.com/office/officeart/2005/8/layout/hierarchy2"/>
    <dgm:cxn modelId="{74D8B893-1430-6549-8F84-E342BA3C36AF}" type="presOf" srcId="{2388A41E-81CE-0C45-B10A-7ECB8515892A}" destId="{815FBAD1-91F2-4640-9BB5-1D3BD2AF5A31}" srcOrd="0" destOrd="0" presId="urn:microsoft.com/office/officeart/2005/8/layout/hierarchy2"/>
    <dgm:cxn modelId="{CDED81A6-6F13-8945-8F9D-4DA8A1EBED54}" srcId="{9065AD7F-B021-8A42-8FFD-775355EA0FB8}" destId="{D04A0D07-6197-354D-AB34-12E987498E1E}" srcOrd="1" destOrd="0" parTransId="{252A188A-B55C-574D-95D5-3B0F96204C77}" sibTransId="{BE4D2832-F460-FF45-B668-10FA235ACAF7}"/>
    <dgm:cxn modelId="{ED94C3B5-792A-BC45-AEF6-1BAFB6E1DFD4}" type="presOf" srcId="{E2FFF5DB-28DE-314C-85E1-47971CB29EDE}" destId="{ABF6C408-5232-4C4C-90EF-BF406E8BE266}" srcOrd="1" destOrd="0" presId="urn:microsoft.com/office/officeart/2005/8/layout/hierarchy2"/>
    <dgm:cxn modelId="{369A95B8-CBBC-BC46-832A-8D2E9E003766}" srcId="{9065AD7F-B021-8A42-8FFD-775355EA0FB8}" destId="{60AE3669-B4C3-B44A-85E5-443790A02BAC}" srcOrd="2" destOrd="0" parTransId="{9EC5CAD1-8297-D245-9E86-40DDC27053BF}" sibTransId="{CF281491-3134-214C-97C3-7EC321B774F0}"/>
    <dgm:cxn modelId="{B9752EC1-FA25-D641-B2D6-E424645C4443}" srcId="{2C71F6B4-F297-1E4D-ADE7-E97A974CE48D}" destId="{DF954EEF-A314-5E45-BBDA-964F72910685}" srcOrd="0" destOrd="0" parTransId="{78CE0B3F-76A5-E14C-BE1B-7BE5A2FD2ADD}" sibTransId="{69B22918-4E79-634F-92A8-833C3AC21A6A}"/>
    <dgm:cxn modelId="{CEE552CC-0B3B-0A46-BF35-F0D360F13E89}" type="presOf" srcId="{36218C9A-D338-AE4E-ACB3-F9E30DF93A67}" destId="{8E936D66-B5D1-E344-9989-A3121909DA0B}" srcOrd="0" destOrd="0" presId="urn:microsoft.com/office/officeart/2005/8/layout/hierarchy2"/>
    <dgm:cxn modelId="{382323DC-8AC7-2F4F-83D3-59BCAE33D7BC}" type="presOf" srcId="{60AE3669-B4C3-B44A-85E5-443790A02BAC}" destId="{21795C27-8CB4-6F48-8107-11590B8C77C3}" srcOrd="0" destOrd="0" presId="urn:microsoft.com/office/officeart/2005/8/layout/hierarchy2"/>
    <dgm:cxn modelId="{93A357E5-E160-9249-BDF8-1F9EAA6A640E}" type="presOf" srcId="{78CE0B3F-76A5-E14C-BE1B-7BE5A2FD2ADD}" destId="{5A120968-99DB-BD48-AB7A-9BEAB73FCDE2}" srcOrd="1" destOrd="0" presId="urn:microsoft.com/office/officeart/2005/8/layout/hierarchy2"/>
    <dgm:cxn modelId="{0F9BD9F8-793F-1C4C-B3EF-FE347DD97861}" type="presOf" srcId="{D04A0D07-6197-354D-AB34-12E987498E1E}" destId="{40C71B5D-9373-0540-8472-62A565F1B24F}" srcOrd="0" destOrd="0" presId="urn:microsoft.com/office/officeart/2005/8/layout/hierarchy2"/>
    <dgm:cxn modelId="{2E0B7600-84E0-D244-9753-92696ECC240C}" type="presParOf" srcId="{815FBAD1-91F2-4640-9BB5-1D3BD2AF5A31}" destId="{C42DA3BA-8595-B542-81D5-370AAA8A8C43}" srcOrd="0" destOrd="0" presId="urn:microsoft.com/office/officeart/2005/8/layout/hierarchy2"/>
    <dgm:cxn modelId="{3AC6AEC4-2D73-5746-BB10-C25413301FC2}" type="presParOf" srcId="{C42DA3BA-8595-B542-81D5-370AAA8A8C43}" destId="{FB460F9A-04AB-7747-917C-9124EB61FBE6}" srcOrd="0" destOrd="0" presId="urn:microsoft.com/office/officeart/2005/8/layout/hierarchy2"/>
    <dgm:cxn modelId="{5623BA17-C3CC-BC41-9826-6E889CFFCE61}" type="presParOf" srcId="{C42DA3BA-8595-B542-81D5-370AAA8A8C43}" destId="{25DD09D4-1F32-6C4D-A9E2-74DD1F5C48B6}" srcOrd="1" destOrd="0" presId="urn:microsoft.com/office/officeart/2005/8/layout/hierarchy2"/>
    <dgm:cxn modelId="{200E9D39-A783-DA4C-B446-1348D1792D20}" type="presParOf" srcId="{25DD09D4-1F32-6C4D-A9E2-74DD1F5C48B6}" destId="{376031F7-52C4-B14D-AC78-A518B96CB7D5}" srcOrd="0" destOrd="0" presId="urn:microsoft.com/office/officeart/2005/8/layout/hierarchy2"/>
    <dgm:cxn modelId="{FE3A8917-BFD5-5F48-AF9A-846EDAA81D4C}" type="presParOf" srcId="{376031F7-52C4-B14D-AC78-A518B96CB7D5}" destId="{5A120968-99DB-BD48-AB7A-9BEAB73FCDE2}" srcOrd="0" destOrd="0" presId="urn:microsoft.com/office/officeart/2005/8/layout/hierarchy2"/>
    <dgm:cxn modelId="{49AB9CE0-9D9D-DC4A-B484-105A71A481CE}" type="presParOf" srcId="{25DD09D4-1F32-6C4D-A9E2-74DD1F5C48B6}" destId="{D6F0DA21-4F08-184E-9B10-00894BEDAAEE}" srcOrd="1" destOrd="0" presId="urn:microsoft.com/office/officeart/2005/8/layout/hierarchy2"/>
    <dgm:cxn modelId="{1A33E228-3C0F-D54D-BFFE-F11426A2C4CB}" type="presParOf" srcId="{D6F0DA21-4F08-184E-9B10-00894BEDAAEE}" destId="{9325026C-0A6C-1F4F-9A31-AD6F2A29700D}" srcOrd="0" destOrd="0" presId="urn:microsoft.com/office/officeart/2005/8/layout/hierarchy2"/>
    <dgm:cxn modelId="{B5EA4E30-8C91-7644-A46F-513DBAADF15D}" type="presParOf" srcId="{D6F0DA21-4F08-184E-9B10-00894BEDAAEE}" destId="{1C779313-F6BF-8949-B685-FB23647A0387}" srcOrd="1" destOrd="0" presId="urn:microsoft.com/office/officeart/2005/8/layout/hierarchy2"/>
    <dgm:cxn modelId="{A94218FB-411C-B740-B701-BAD050A71620}" type="presParOf" srcId="{25DD09D4-1F32-6C4D-A9E2-74DD1F5C48B6}" destId="{8871FD11-26E3-8A4E-8AD5-989000BB6B15}" srcOrd="2" destOrd="0" presId="urn:microsoft.com/office/officeart/2005/8/layout/hierarchy2"/>
    <dgm:cxn modelId="{FE980F53-6956-0F41-A4A5-E999DFA06D15}" type="presParOf" srcId="{8871FD11-26E3-8A4E-8AD5-989000BB6B15}" destId="{ABF6C408-5232-4C4C-90EF-BF406E8BE266}" srcOrd="0" destOrd="0" presId="urn:microsoft.com/office/officeart/2005/8/layout/hierarchy2"/>
    <dgm:cxn modelId="{5DA89A83-A9FB-5442-9B23-4694B0C8F44C}" type="presParOf" srcId="{25DD09D4-1F32-6C4D-A9E2-74DD1F5C48B6}" destId="{13B0505B-A5D1-8E45-9E57-670F9ED297CD}" srcOrd="3" destOrd="0" presId="urn:microsoft.com/office/officeart/2005/8/layout/hierarchy2"/>
    <dgm:cxn modelId="{A7D6380B-E6ED-D045-AD95-D5DB6AD9BEDE}" type="presParOf" srcId="{13B0505B-A5D1-8E45-9E57-670F9ED297CD}" destId="{3887764A-795B-C94F-BBDC-3929861A13E7}" srcOrd="0" destOrd="0" presId="urn:microsoft.com/office/officeart/2005/8/layout/hierarchy2"/>
    <dgm:cxn modelId="{088B0F69-C80D-B64E-892D-654CC8F77DE3}" type="presParOf" srcId="{13B0505B-A5D1-8E45-9E57-670F9ED297CD}" destId="{B231153F-4D59-6C4D-AEBA-5BF46B3ED525}" srcOrd="1" destOrd="0" presId="urn:microsoft.com/office/officeart/2005/8/layout/hierarchy2"/>
    <dgm:cxn modelId="{4AEE9C7C-676A-6D4C-AF0F-FA6276AB22F4}" type="presParOf" srcId="{B231153F-4D59-6C4D-AEBA-5BF46B3ED525}" destId="{06DF61E3-FF36-934A-9647-E128EA80465E}" srcOrd="0" destOrd="0" presId="urn:microsoft.com/office/officeart/2005/8/layout/hierarchy2"/>
    <dgm:cxn modelId="{50C30236-73CF-0D49-BEF2-7B6BC4A0B1D6}" type="presParOf" srcId="{06DF61E3-FF36-934A-9647-E128EA80465E}" destId="{54775193-37CF-414C-85BC-7100687892F0}" srcOrd="0" destOrd="0" presId="urn:microsoft.com/office/officeart/2005/8/layout/hierarchy2"/>
    <dgm:cxn modelId="{6E9D0F56-68B9-2345-B4F1-A3ADDCD9F4B2}" type="presParOf" srcId="{B231153F-4D59-6C4D-AEBA-5BF46B3ED525}" destId="{1D469053-2E31-C647-A959-3B1F3FBE4234}" srcOrd="1" destOrd="0" presId="urn:microsoft.com/office/officeart/2005/8/layout/hierarchy2"/>
    <dgm:cxn modelId="{B597951A-E06F-754F-920C-37311FEB82A1}" type="presParOf" srcId="{1D469053-2E31-C647-A959-3B1F3FBE4234}" destId="{782BC3B7-54C5-B145-9CAD-C05A92D9D738}" srcOrd="0" destOrd="0" presId="urn:microsoft.com/office/officeart/2005/8/layout/hierarchy2"/>
    <dgm:cxn modelId="{9817506D-8EC2-1248-AE98-B98DF9D30F64}" type="presParOf" srcId="{1D469053-2E31-C647-A959-3B1F3FBE4234}" destId="{D6C542F8-AEA8-2042-82FE-350C734E3A09}" srcOrd="1" destOrd="0" presId="urn:microsoft.com/office/officeart/2005/8/layout/hierarchy2"/>
    <dgm:cxn modelId="{1AD333CF-8A4F-9C41-9A47-12916CEC79AA}" type="presParOf" srcId="{B231153F-4D59-6C4D-AEBA-5BF46B3ED525}" destId="{832772CC-0F70-F64F-A6E5-C085CD024D34}" srcOrd="2" destOrd="0" presId="urn:microsoft.com/office/officeart/2005/8/layout/hierarchy2"/>
    <dgm:cxn modelId="{9418F048-F2BF-A146-ADAE-9A1CE554B0D8}" type="presParOf" srcId="{832772CC-0F70-F64F-A6E5-C085CD024D34}" destId="{3CAFDEA0-348B-0745-90D0-B0038579640F}" srcOrd="0" destOrd="0" presId="urn:microsoft.com/office/officeart/2005/8/layout/hierarchy2"/>
    <dgm:cxn modelId="{7A0353C1-9B47-D045-8F4D-6343ECA0915C}" type="presParOf" srcId="{B231153F-4D59-6C4D-AEBA-5BF46B3ED525}" destId="{F33D0780-C4C8-AC47-A11A-1D33049E0DAA}" srcOrd="3" destOrd="0" presId="urn:microsoft.com/office/officeart/2005/8/layout/hierarchy2"/>
    <dgm:cxn modelId="{B74BF026-9350-CE46-B288-F495827DF43B}" type="presParOf" srcId="{F33D0780-C4C8-AC47-A11A-1D33049E0DAA}" destId="{40C71B5D-9373-0540-8472-62A565F1B24F}" srcOrd="0" destOrd="0" presId="urn:microsoft.com/office/officeart/2005/8/layout/hierarchy2"/>
    <dgm:cxn modelId="{49778F16-4752-1A47-8244-38943E8674FA}" type="presParOf" srcId="{F33D0780-C4C8-AC47-A11A-1D33049E0DAA}" destId="{CE5F3820-2507-8F44-A1D3-15A95BFC4D26}" srcOrd="1" destOrd="0" presId="urn:microsoft.com/office/officeart/2005/8/layout/hierarchy2"/>
    <dgm:cxn modelId="{026371CF-0E71-BD48-91E8-C8DF4BFDF5E1}" type="presParOf" srcId="{B231153F-4D59-6C4D-AEBA-5BF46B3ED525}" destId="{2FF20D0C-1B29-B844-A196-CEFC7B1D659C}" srcOrd="4" destOrd="0" presId="urn:microsoft.com/office/officeart/2005/8/layout/hierarchy2"/>
    <dgm:cxn modelId="{9D625532-2E50-B84D-9A0B-14FEB667A7CE}" type="presParOf" srcId="{2FF20D0C-1B29-B844-A196-CEFC7B1D659C}" destId="{FFEA5DA7-B0E8-824F-AA57-68CC3B745182}" srcOrd="0" destOrd="0" presId="urn:microsoft.com/office/officeart/2005/8/layout/hierarchy2"/>
    <dgm:cxn modelId="{3459E313-2CAA-C948-AC37-8025211E8FE5}" type="presParOf" srcId="{B231153F-4D59-6C4D-AEBA-5BF46B3ED525}" destId="{16F21FD6-AF2D-A04E-B171-3FCC88F2104D}" srcOrd="5" destOrd="0" presId="urn:microsoft.com/office/officeart/2005/8/layout/hierarchy2"/>
    <dgm:cxn modelId="{10EE8E35-EA76-C842-89C1-2AB8F997CA6E}" type="presParOf" srcId="{16F21FD6-AF2D-A04E-B171-3FCC88F2104D}" destId="{21795C27-8CB4-6F48-8107-11590B8C77C3}" srcOrd="0" destOrd="0" presId="urn:microsoft.com/office/officeart/2005/8/layout/hierarchy2"/>
    <dgm:cxn modelId="{7D7A05A0-351D-B74C-A4D2-FFE3A27415F6}" type="presParOf" srcId="{16F21FD6-AF2D-A04E-B171-3FCC88F2104D}" destId="{8E73712A-2688-8844-86AA-94DC8BEFDD92}" srcOrd="1" destOrd="0" presId="urn:microsoft.com/office/officeart/2005/8/layout/hierarchy2"/>
    <dgm:cxn modelId="{01D2CE86-17DE-F148-A91E-CF3E745332DB}" type="presParOf" srcId="{B231153F-4D59-6C4D-AEBA-5BF46B3ED525}" destId="{8E936D66-B5D1-E344-9989-A3121909DA0B}" srcOrd="6" destOrd="0" presId="urn:microsoft.com/office/officeart/2005/8/layout/hierarchy2"/>
    <dgm:cxn modelId="{D548B343-16BB-6746-B84B-F59CF9FB19B0}" type="presParOf" srcId="{8E936D66-B5D1-E344-9989-A3121909DA0B}" destId="{F7C6FFE6-D0D6-2946-BD89-ABA9981763B5}" srcOrd="0" destOrd="0" presId="urn:microsoft.com/office/officeart/2005/8/layout/hierarchy2"/>
    <dgm:cxn modelId="{1C1B5506-CD26-E244-8F66-223A8B0AB769}" type="presParOf" srcId="{B231153F-4D59-6C4D-AEBA-5BF46B3ED525}" destId="{F136DC6C-1F23-1C4B-B492-F5BB2BD4E987}" srcOrd="7" destOrd="0" presId="urn:microsoft.com/office/officeart/2005/8/layout/hierarchy2"/>
    <dgm:cxn modelId="{9BCF9F0B-FC16-A542-A204-51D55CCD5F38}" type="presParOf" srcId="{F136DC6C-1F23-1C4B-B492-F5BB2BD4E987}" destId="{BBC230C3-F7BE-824C-8201-D237B4BC46D4}" srcOrd="0" destOrd="0" presId="urn:microsoft.com/office/officeart/2005/8/layout/hierarchy2"/>
    <dgm:cxn modelId="{92EA4DB0-30FF-5943-9C21-2B174177C3CC}" type="presParOf" srcId="{F136DC6C-1F23-1C4B-B492-F5BB2BD4E987}" destId="{E0F974E8-36F5-B548-A041-378FC2222D09}"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388A41E-81CE-0C45-B10A-7ECB8515892A}" type="doc">
      <dgm:prSet loTypeId="urn:microsoft.com/office/officeart/2005/8/layout/hierarchy2" loCatId="" qsTypeId="urn:microsoft.com/office/officeart/2005/8/quickstyle/simple3" qsCatId="simple" csTypeId="urn:microsoft.com/office/officeart/2005/8/colors/accent3_2" csCatId="accent3" phldr="1"/>
      <dgm:spPr/>
      <dgm:t>
        <a:bodyPr/>
        <a:lstStyle/>
        <a:p>
          <a:endParaRPr lang="en-US"/>
        </a:p>
      </dgm:t>
    </dgm:pt>
    <dgm:pt modelId="{2C71F6B4-F297-1E4D-ADE7-E97A974CE48D}">
      <dgm:prSet phldrT="[Text]" custT="1"/>
      <dgm:spPr/>
      <dgm:t>
        <a:bodyPr/>
        <a:lstStyle/>
        <a:p>
          <a:r>
            <a:rPr lang="en-US" sz="1600">
              <a:latin typeface="Arial" panose="020B0604020202020204" pitchFamily="34" charset="0"/>
              <a:cs typeface="Arial" panose="020B0604020202020204" pitchFamily="34" charset="0"/>
            </a:rPr>
            <a:t>Căn cứ  từ sự cấu thành</a:t>
          </a:r>
          <a:endParaRPr lang="en-US" sz="1600" dirty="0">
            <a:latin typeface="Arial" panose="020B0604020202020204" pitchFamily="34" charset="0"/>
            <a:cs typeface="Arial" panose="020B0604020202020204" pitchFamily="34" charset="0"/>
          </a:endParaRPr>
        </a:p>
      </dgm:t>
    </dgm:pt>
    <dgm:pt modelId="{A48A9E37-6663-8A41-9CC3-D126E9BF01A7}" type="parTrans" cxnId="{633AB24C-493E-9945-AC68-3C2FE1C8B9BE}">
      <dgm:prSet/>
      <dgm:spPr/>
      <dgm:t>
        <a:bodyPr/>
        <a:lstStyle/>
        <a:p>
          <a:endParaRPr lang="en-US" sz="1600">
            <a:latin typeface="Arial" panose="020B0604020202020204" pitchFamily="34" charset="0"/>
            <a:cs typeface="Arial" panose="020B0604020202020204" pitchFamily="34" charset="0"/>
          </a:endParaRPr>
        </a:p>
      </dgm:t>
    </dgm:pt>
    <dgm:pt modelId="{E0D0F4E8-9661-E64E-A6AB-3CE585AFDAA4}" type="sibTrans" cxnId="{633AB24C-493E-9945-AC68-3C2FE1C8B9BE}">
      <dgm:prSet/>
      <dgm:spPr/>
      <dgm:t>
        <a:bodyPr/>
        <a:lstStyle/>
        <a:p>
          <a:endParaRPr lang="en-US" sz="1600">
            <a:latin typeface="Arial" panose="020B0604020202020204" pitchFamily="34" charset="0"/>
            <a:cs typeface="Arial" panose="020B0604020202020204" pitchFamily="34" charset="0"/>
          </a:endParaRPr>
        </a:p>
      </dgm:t>
    </dgm:pt>
    <dgm:pt modelId="{DF954EEF-A314-5E45-BBDA-964F72910685}">
      <dgm:prSet phldrT="[Text]" custT="1"/>
      <dgm:spPr/>
      <dgm:t>
        <a:bodyPr/>
        <a:lstStyle/>
        <a:p>
          <a:r>
            <a:rPr lang="en-US" sz="1600">
              <a:latin typeface="Arial" panose="020B0604020202020204" pitchFamily="34" charset="0"/>
              <a:cs typeface="Arial" panose="020B0604020202020204" pitchFamily="34" charset="0"/>
            </a:rPr>
            <a:t>SKPL đơn nhất</a:t>
          </a:r>
          <a:endParaRPr lang="en-US" sz="1600" dirty="0">
            <a:latin typeface="Arial" panose="020B0604020202020204" pitchFamily="34" charset="0"/>
            <a:cs typeface="Arial" panose="020B0604020202020204" pitchFamily="34" charset="0"/>
          </a:endParaRPr>
        </a:p>
      </dgm:t>
    </dgm:pt>
    <dgm:pt modelId="{78CE0B3F-76A5-E14C-BE1B-7BE5A2FD2ADD}" type="parTrans" cxnId="{B9752EC1-FA25-D641-B2D6-E424645C4443}">
      <dgm:prSet custT="1"/>
      <dgm:spPr/>
      <dgm:t>
        <a:bodyPr/>
        <a:lstStyle/>
        <a:p>
          <a:endParaRPr lang="en-US" sz="1600">
            <a:latin typeface="Arial" panose="020B0604020202020204" pitchFamily="34" charset="0"/>
            <a:cs typeface="Arial" panose="020B0604020202020204" pitchFamily="34" charset="0"/>
          </a:endParaRPr>
        </a:p>
      </dgm:t>
    </dgm:pt>
    <dgm:pt modelId="{69B22918-4E79-634F-92A8-833C3AC21A6A}" type="sibTrans" cxnId="{B9752EC1-FA25-D641-B2D6-E424645C4443}">
      <dgm:prSet/>
      <dgm:spPr/>
      <dgm:t>
        <a:bodyPr/>
        <a:lstStyle/>
        <a:p>
          <a:endParaRPr lang="en-US" sz="1600">
            <a:latin typeface="Arial" panose="020B0604020202020204" pitchFamily="34" charset="0"/>
            <a:cs typeface="Arial" panose="020B0604020202020204" pitchFamily="34" charset="0"/>
          </a:endParaRPr>
        </a:p>
      </dgm:t>
    </dgm:pt>
    <dgm:pt modelId="{9065AD7F-B021-8A42-8FFD-775355EA0FB8}">
      <dgm:prSet phldrT="[Text]" custT="1"/>
      <dgm:spPr/>
      <dgm:t>
        <a:bodyPr/>
        <a:lstStyle/>
        <a:p>
          <a:r>
            <a:rPr lang="en-US" sz="1600">
              <a:latin typeface="Arial" panose="020B0604020202020204" pitchFamily="34" charset="0"/>
              <a:cs typeface="Arial" panose="020B0604020202020204" pitchFamily="34" charset="0"/>
            </a:rPr>
            <a:t>SKPL hợp nhất</a:t>
          </a:r>
          <a:endParaRPr lang="en-US" sz="1600" dirty="0">
            <a:latin typeface="Arial" panose="020B0604020202020204" pitchFamily="34" charset="0"/>
            <a:cs typeface="Arial" panose="020B0604020202020204" pitchFamily="34" charset="0"/>
          </a:endParaRPr>
        </a:p>
      </dgm:t>
    </dgm:pt>
    <dgm:pt modelId="{E2FFF5DB-28DE-314C-85E1-47971CB29EDE}" type="parTrans" cxnId="{53600F45-96C4-CE46-891A-C6B858F60134}">
      <dgm:prSet custT="1"/>
      <dgm:spPr/>
      <dgm:t>
        <a:bodyPr/>
        <a:lstStyle/>
        <a:p>
          <a:endParaRPr lang="en-US" sz="1600">
            <a:latin typeface="Arial" panose="020B0604020202020204" pitchFamily="34" charset="0"/>
            <a:cs typeface="Arial" panose="020B0604020202020204" pitchFamily="34" charset="0"/>
          </a:endParaRPr>
        </a:p>
      </dgm:t>
    </dgm:pt>
    <dgm:pt modelId="{F9FE1B43-7BE0-4C40-B499-A7C9CC37E8EB}" type="sibTrans" cxnId="{53600F45-96C4-CE46-891A-C6B858F60134}">
      <dgm:prSet/>
      <dgm:spPr/>
      <dgm:t>
        <a:bodyPr/>
        <a:lstStyle/>
        <a:p>
          <a:endParaRPr lang="en-US" sz="1600">
            <a:latin typeface="Arial" panose="020B0604020202020204" pitchFamily="34" charset="0"/>
            <a:cs typeface="Arial" panose="020B0604020202020204" pitchFamily="34" charset="0"/>
          </a:endParaRPr>
        </a:p>
      </dgm:t>
    </dgm:pt>
    <dgm:pt modelId="{815FBAD1-91F2-4640-9BB5-1D3BD2AF5A31}" type="pres">
      <dgm:prSet presAssocID="{2388A41E-81CE-0C45-B10A-7ECB8515892A}" presName="diagram" presStyleCnt="0">
        <dgm:presLayoutVars>
          <dgm:chPref val="1"/>
          <dgm:dir/>
          <dgm:animOne val="branch"/>
          <dgm:animLvl val="lvl"/>
          <dgm:resizeHandles val="exact"/>
        </dgm:presLayoutVars>
      </dgm:prSet>
      <dgm:spPr/>
    </dgm:pt>
    <dgm:pt modelId="{C42DA3BA-8595-B542-81D5-370AAA8A8C43}" type="pres">
      <dgm:prSet presAssocID="{2C71F6B4-F297-1E4D-ADE7-E97A974CE48D}" presName="root1" presStyleCnt="0"/>
      <dgm:spPr/>
    </dgm:pt>
    <dgm:pt modelId="{FB460F9A-04AB-7747-917C-9124EB61FBE6}" type="pres">
      <dgm:prSet presAssocID="{2C71F6B4-F297-1E4D-ADE7-E97A974CE48D}" presName="LevelOneTextNode" presStyleLbl="node0" presStyleIdx="0" presStyleCnt="1" custScaleX="204852">
        <dgm:presLayoutVars>
          <dgm:chPref val="3"/>
        </dgm:presLayoutVars>
      </dgm:prSet>
      <dgm:spPr/>
    </dgm:pt>
    <dgm:pt modelId="{25DD09D4-1F32-6C4D-A9E2-74DD1F5C48B6}" type="pres">
      <dgm:prSet presAssocID="{2C71F6B4-F297-1E4D-ADE7-E97A974CE48D}" presName="level2hierChild" presStyleCnt="0"/>
      <dgm:spPr/>
    </dgm:pt>
    <dgm:pt modelId="{376031F7-52C4-B14D-AC78-A518B96CB7D5}" type="pres">
      <dgm:prSet presAssocID="{78CE0B3F-76A5-E14C-BE1B-7BE5A2FD2ADD}" presName="conn2-1" presStyleLbl="parChTrans1D2" presStyleIdx="0" presStyleCnt="2"/>
      <dgm:spPr/>
    </dgm:pt>
    <dgm:pt modelId="{5A120968-99DB-BD48-AB7A-9BEAB73FCDE2}" type="pres">
      <dgm:prSet presAssocID="{78CE0B3F-76A5-E14C-BE1B-7BE5A2FD2ADD}" presName="connTx" presStyleLbl="parChTrans1D2" presStyleIdx="0" presStyleCnt="2"/>
      <dgm:spPr/>
    </dgm:pt>
    <dgm:pt modelId="{D6F0DA21-4F08-184E-9B10-00894BEDAAEE}" type="pres">
      <dgm:prSet presAssocID="{DF954EEF-A314-5E45-BBDA-964F72910685}" presName="root2" presStyleCnt="0"/>
      <dgm:spPr/>
    </dgm:pt>
    <dgm:pt modelId="{9325026C-0A6C-1F4F-9A31-AD6F2A29700D}" type="pres">
      <dgm:prSet presAssocID="{DF954EEF-A314-5E45-BBDA-964F72910685}" presName="LevelTwoTextNode" presStyleLbl="node2" presStyleIdx="0" presStyleCnt="2" custScaleX="199091">
        <dgm:presLayoutVars>
          <dgm:chPref val="3"/>
        </dgm:presLayoutVars>
      </dgm:prSet>
      <dgm:spPr/>
    </dgm:pt>
    <dgm:pt modelId="{1C779313-F6BF-8949-B685-FB23647A0387}" type="pres">
      <dgm:prSet presAssocID="{DF954EEF-A314-5E45-BBDA-964F72910685}" presName="level3hierChild" presStyleCnt="0"/>
      <dgm:spPr/>
    </dgm:pt>
    <dgm:pt modelId="{87F9E680-A767-C74C-A4A8-2F9C5426CEC4}" type="pres">
      <dgm:prSet presAssocID="{E2FFF5DB-28DE-314C-85E1-47971CB29EDE}" presName="conn2-1" presStyleLbl="parChTrans1D2" presStyleIdx="1" presStyleCnt="2"/>
      <dgm:spPr/>
    </dgm:pt>
    <dgm:pt modelId="{19112F4C-F791-F744-9C6E-7B8C81E86A70}" type="pres">
      <dgm:prSet presAssocID="{E2FFF5DB-28DE-314C-85E1-47971CB29EDE}" presName="connTx" presStyleLbl="parChTrans1D2" presStyleIdx="1" presStyleCnt="2"/>
      <dgm:spPr/>
    </dgm:pt>
    <dgm:pt modelId="{D9A3629F-D168-0E45-882B-87E449043F3F}" type="pres">
      <dgm:prSet presAssocID="{9065AD7F-B021-8A42-8FFD-775355EA0FB8}" presName="root2" presStyleCnt="0"/>
      <dgm:spPr/>
    </dgm:pt>
    <dgm:pt modelId="{04B7FB78-4E5E-B144-B7DF-09FEDB095124}" type="pres">
      <dgm:prSet presAssocID="{9065AD7F-B021-8A42-8FFD-775355EA0FB8}" presName="LevelTwoTextNode" presStyleLbl="node2" presStyleIdx="1" presStyleCnt="2" custScaleX="199091">
        <dgm:presLayoutVars>
          <dgm:chPref val="3"/>
        </dgm:presLayoutVars>
      </dgm:prSet>
      <dgm:spPr/>
    </dgm:pt>
    <dgm:pt modelId="{BB8833D8-C6AC-A44B-A8FE-C96417350E29}" type="pres">
      <dgm:prSet presAssocID="{9065AD7F-B021-8A42-8FFD-775355EA0FB8}" presName="level3hierChild" presStyleCnt="0"/>
      <dgm:spPr/>
    </dgm:pt>
  </dgm:ptLst>
  <dgm:cxnLst>
    <dgm:cxn modelId="{02E35C01-4E80-2B41-8207-A43EFA8EF865}" type="presOf" srcId="{E2FFF5DB-28DE-314C-85E1-47971CB29EDE}" destId="{87F9E680-A767-C74C-A4A8-2F9C5426CEC4}" srcOrd="0" destOrd="0" presId="urn:microsoft.com/office/officeart/2005/8/layout/hierarchy2"/>
    <dgm:cxn modelId="{508C2C17-1848-194B-AA0F-E9E323CD214C}" type="presOf" srcId="{2C71F6B4-F297-1E4D-ADE7-E97A974CE48D}" destId="{FB460F9A-04AB-7747-917C-9124EB61FBE6}" srcOrd="0" destOrd="0" presId="urn:microsoft.com/office/officeart/2005/8/layout/hierarchy2"/>
    <dgm:cxn modelId="{15203432-1ADE-EC41-AA1C-78257D73EC01}" type="presOf" srcId="{DF954EEF-A314-5E45-BBDA-964F72910685}" destId="{9325026C-0A6C-1F4F-9A31-AD6F2A29700D}" srcOrd="0" destOrd="0" presId="urn:microsoft.com/office/officeart/2005/8/layout/hierarchy2"/>
    <dgm:cxn modelId="{53600F45-96C4-CE46-891A-C6B858F60134}" srcId="{2C71F6B4-F297-1E4D-ADE7-E97A974CE48D}" destId="{9065AD7F-B021-8A42-8FFD-775355EA0FB8}" srcOrd="1" destOrd="0" parTransId="{E2FFF5DB-28DE-314C-85E1-47971CB29EDE}" sibTransId="{F9FE1B43-7BE0-4C40-B499-A7C9CC37E8EB}"/>
    <dgm:cxn modelId="{F221564B-8422-3941-A6B2-5104714C0B7D}" type="presOf" srcId="{78CE0B3F-76A5-E14C-BE1B-7BE5A2FD2ADD}" destId="{376031F7-52C4-B14D-AC78-A518B96CB7D5}" srcOrd="0" destOrd="0" presId="urn:microsoft.com/office/officeart/2005/8/layout/hierarchy2"/>
    <dgm:cxn modelId="{633AB24C-493E-9945-AC68-3C2FE1C8B9BE}" srcId="{2388A41E-81CE-0C45-B10A-7ECB8515892A}" destId="{2C71F6B4-F297-1E4D-ADE7-E97A974CE48D}" srcOrd="0" destOrd="0" parTransId="{A48A9E37-6663-8A41-9CC3-D126E9BF01A7}" sibTransId="{E0D0F4E8-9661-E64E-A6AB-3CE585AFDAA4}"/>
    <dgm:cxn modelId="{C0FEFD7F-96EA-9641-B699-AB07263DA34E}" type="presOf" srcId="{9065AD7F-B021-8A42-8FFD-775355EA0FB8}" destId="{04B7FB78-4E5E-B144-B7DF-09FEDB095124}" srcOrd="0" destOrd="0" presId="urn:microsoft.com/office/officeart/2005/8/layout/hierarchy2"/>
    <dgm:cxn modelId="{74D8B893-1430-6549-8F84-E342BA3C36AF}" type="presOf" srcId="{2388A41E-81CE-0C45-B10A-7ECB8515892A}" destId="{815FBAD1-91F2-4640-9BB5-1D3BD2AF5A31}" srcOrd="0" destOrd="0" presId="urn:microsoft.com/office/officeart/2005/8/layout/hierarchy2"/>
    <dgm:cxn modelId="{B9752EC1-FA25-D641-B2D6-E424645C4443}" srcId="{2C71F6B4-F297-1E4D-ADE7-E97A974CE48D}" destId="{DF954EEF-A314-5E45-BBDA-964F72910685}" srcOrd="0" destOrd="0" parTransId="{78CE0B3F-76A5-E14C-BE1B-7BE5A2FD2ADD}" sibTransId="{69B22918-4E79-634F-92A8-833C3AC21A6A}"/>
    <dgm:cxn modelId="{CE4BFDD3-A90A-1146-9CAF-14602ABA2AC8}" type="presOf" srcId="{E2FFF5DB-28DE-314C-85E1-47971CB29EDE}" destId="{19112F4C-F791-F744-9C6E-7B8C81E86A70}" srcOrd="1" destOrd="0" presId="urn:microsoft.com/office/officeart/2005/8/layout/hierarchy2"/>
    <dgm:cxn modelId="{93A357E5-E160-9249-BDF8-1F9EAA6A640E}" type="presOf" srcId="{78CE0B3F-76A5-E14C-BE1B-7BE5A2FD2ADD}" destId="{5A120968-99DB-BD48-AB7A-9BEAB73FCDE2}" srcOrd="1" destOrd="0" presId="urn:microsoft.com/office/officeart/2005/8/layout/hierarchy2"/>
    <dgm:cxn modelId="{2E0B7600-84E0-D244-9753-92696ECC240C}" type="presParOf" srcId="{815FBAD1-91F2-4640-9BB5-1D3BD2AF5A31}" destId="{C42DA3BA-8595-B542-81D5-370AAA8A8C43}" srcOrd="0" destOrd="0" presId="urn:microsoft.com/office/officeart/2005/8/layout/hierarchy2"/>
    <dgm:cxn modelId="{3AC6AEC4-2D73-5746-BB10-C25413301FC2}" type="presParOf" srcId="{C42DA3BA-8595-B542-81D5-370AAA8A8C43}" destId="{FB460F9A-04AB-7747-917C-9124EB61FBE6}" srcOrd="0" destOrd="0" presId="urn:microsoft.com/office/officeart/2005/8/layout/hierarchy2"/>
    <dgm:cxn modelId="{5623BA17-C3CC-BC41-9826-6E889CFFCE61}" type="presParOf" srcId="{C42DA3BA-8595-B542-81D5-370AAA8A8C43}" destId="{25DD09D4-1F32-6C4D-A9E2-74DD1F5C48B6}" srcOrd="1" destOrd="0" presId="urn:microsoft.com/office/officeart/2005/8/layout/hierarchy2"/>
    <dgm:cxn modelId="{200E9D39-A783-DA4C-B446-1348D1792D20}" type="presParOf" srcId="{25DD09D4-1F32-6C4D-A9E2-74DD1F5C48B6}" destId="{376031F7-52C4-B14D-AC78-A518B96CB7D5}" srcOrd="0" destOrd="0" presId="urn:microsoft.com/office/officeart/2005/8/layout/hierarchy2"/>
    <dgm:cxn modelId="{FE3A8917-BFD5-5F48-AF9A-846EDAA81D4C}" type="presParOf" srcId="{376031F7-52C4-B14D-AC78-A518B96CB7D5}" destId="{5A120968-99DB-BD48-AB7A-9BEAB73FCDE2}" srcOrd="0" destOrd="0" presId="urn:microsoft.com/office/officeart/2005/8/layout/hierarchy2"/>
    <dgm:cxn modelId="{49AB9CE0-9D9D-DC4A-B484-105A71A481CE}" type="presParOf" srcId="{25DD09D4-1F32-6C4D-A9E2-74DD1F5C48B6}" destId="{D6F0DA21-4F08-184E-9B10-00894BEDAAEE}" srcOrd="1" destOrd="0" presId="urn:microsoft.com/office/officeart/2005/8/layout/hierarchy2"/>
    <dgm:cxn modelId="{1A33E228-3C0F-D54D-BFFE-F11426A2C4CB}" type="presParOf" srcId="{D6F0DA21-4F08-184E-9B10-00894BEDAAEE}" destId="{9325026C-0A6C-1F4F-9A31-AD6F2A29700D}" srcOrd="0" destOrd="0" presId="urn:microsoft.com/office/officeart/2005/8/layout/hierarchy2"/>
    <dgm:cxn modelId="{B5EA4E30-8C91-7644-A46F-513DBAADF15D}" type="presParOf" srcId="{D6F0DA21-4F08-184E-9B10-00894BEDAAEE}" destId="{1C779313-F6BF-8949-B685-FB23647A0387}" srcOrd="1" destOrd="0" presId="urn:microsoft.com/office/officeart/2005/8/layout/hierarchy2"/>
    <dgm:cxn modelId="{C7A0A387-0A61-5D4D-9D75-BCA51932E099}" type="presParOf" srcId="{25DD09D4-1F32-6C4D-A9E2-74DD1F5C48B6}" destId="{87F9E680-A767-C74C-A4A8-2F9C5426CEC4}" srcOrd="2" destOrd="0" presId="urn:microsoft.com/office/officeart/2005/8/layout/hierarchy2"/>
    <dgm:cxn modelId="{8F59CFCC-24A0-E24D-A3DC-FDCE7C10A916}" type="presParOf" srcId="{87F9E680-A767-C74C-A4A8-2F9C5426CEC4}" destId="{19112F4C-F791-F744-9C6E-7B8C81E86A70}" srcOrd="0" destOrd="0" presId="urn:microsoft.com/office/officeart/2005/8/layout/hierarchy2"/>
    <dgm:cxn modelId="{732FA67E-DAC7-EC46-B28F-8A20338376CE}" type="presParOf" srcId="{25DD09D4-1F32-6C4D-A9E2-74DD1F5C48B6}" destId="{D9A3629F-D168-0E45-882B-87E449043F3F}" srcOrd="3" destOrd="0" presId="urn:microsoft.com/office/officeart/2005/8/layout/hierarchy2"/>
    <dgm:cxn modelId="{611BE3B3-3E12-6F4F-B7B5-26712EC6EBBB}" type="presParOf" srcId="{D9A3629F-D168-0E45-882B-87E449043F3F}" destId="{04B7FB78-4E5E-B144-B7DF-09FEDB095124}" srcOrd="0" destOrd="0" presId="urn:microsoft.com/office/officeart/2005/8/layout/hierarchy2"/>
    <dgm:cxn modelId="{2EE2E0B3-AB4A-4742-B033-1E4A2CEDE169}" type="presParOf" srcId="{D9A3629F-D168-0E45-882B-87E449043F3F}" destId="{BB8833D8-C6AC-A44B-A8FE-C96417350E29}" srcOrd="1" destOrd="0" presId="urn:microsoft.com/office/officeart/2005/8/layout/hierarchy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2EFF41F-C85F-4641-9C06-8CBA931699FB}" type="doc">
      <dgm:prSet loTypeId="urn:microsoft.com/office/officeart/2008/layout/HorizontalMultiLevelHierarchy" loCatId="" qsTypeId="urn:microsoft.com/office/officeart/2005/8/quickstyle/3d1" qsCatId="3D" csTypeId="urn:microsoft.com/office/officeart/2005/8/colors/colorful1" csCatId="colorful" phldr="1"/>
      <dgm:spPr/>
      <dgm:t>
        <a:bodyPr/>
        <a:lstStyle/>
        <a:p>
          <a:endParaRPr lang="en-US"/>
        </a:p>
      </dgm:t>
    </dgm:pt>
    <dgm:pt modelId="{71EE0203-61D9-F941-BA44-7A7E47F88FDD}">
      <dgm:prSet phldrT="[Text]"/>
      <dgm:spPr/>
      <dgm:t>
        <a:bodyPr/>
        <a:lstStyle/>
        <a:p>
          <a:r>
            <a:rPr lang="en-US">
              <a:latin typeface="Arial" panose="020B0604020202020204" pitchFamily="34" charset="0"/>
              <a:cs typeface="Arial" panose="020B0604020202020204" pitchFamily="34" charset="0"/>
            </a:rPr>
            <a:t>Các hình thức thực hiện pháp luật</a:t>
          </a:r>
          <a:endParaRPr lang="en-US" dirty="0">
            <a:latin typeface="Arial" panose="020B0604020202020204" pitchFamily="34" charset="0"/>
            <a:cs typeface="Arial" panose="020B0604020202020204" pitchFamily="34" charset="0"/>
          </a:endParaRPr>
        </a:p>
      </dgm:t>
    </dgm:pt>
    <dgm:pt modelId="{7C7EB621-F0D4-2448-83DE-75E9CE84394E}" type="parTrans" cxnId="{FF1A2A3D-E144-2A42-8CF9-73F552B51A8D}">
      <dgm:prSet/>
      <dgm:spPr/>
      <dgm:t>
        <a:bodyPr/>
        <a:lstStyle/>
        <a:p>
          <a:endParaRPr lang="en-US"/>
        </a:p>
      </dgm:t>
    </dgm:pt>
    <dgm:pt modelId="{224BC5A9-8980-8744-8091-689321234633}" type="sibTrans" cxnId="{FF1A2A3D-E144-2A42-8CF9-73F552B51A8D}">
      <dgm:prSet/>
      <dgm:spPr/>
      <dgm:t>
        <a:bodyPr/>
        <a:lstStyle/>
        <a:p>
          <a:endParaRPr lang="en-US"/>
        </a:p>
      </dgm:t>
    </dgm:pt>
    <dgm:pt modelId="{4D1D04B5-3F0B-094C-BF97-F68CD46C6C4D}">
      <dgm:prSet phldrT="[Text]" custT="1"/>
      <dgm:spPr/>
      <dgm:t>
        <a:bodyPr/>
        <a:lstStyle/>
        <a:p>
          <a:r>
            <a:rPr lang="en-US" sz="2800" b="1" dirty="0" err="1">
              <a:solidFill>
                <a:srgbClr val="C00000"/>
              </a:solidFill>
            </a:rPr>
            <a:t>Tuân</a:t>
          </a:r>
          <a:r>
            <a:rPr lang="en-US" sz="2800" b="1" dirty="0">
              <a:solidFill>
                <a:srgbClr val="C00000"/>
              </a:solidFill>
            </a:rPr>
            <a:t> </a:t>
          </a:r>
          <a:r>
            <a:rPr lang="en-US" sz="2800" b="1" dirty="0" err="1">
              <a:solidFill>
                <a:srgbClr val="C00000"/>
              </a:solidFill>
            </a:rPr>
            <a:t>thủ</a:t>
          </a:r>
          <a:r>
            <a:rPr lang="en-US" sz="2800" b="1" dirty="0">
              <a:solidFill>
                <a:srgbClr val="C00000"/>
              </a:solidFill>
            </a:rPr>
            <a:t> </a:t>
          </a:r>
          <a:r>
            <a:rPr lang="en-US" sz="2800" b="1" dirty="0" err="1">
              <a:solidFill>
                <a:srgbClr val="C00000"/>
              </a:solidFill>
            </a:rPr>
            <a:t>pháp</a:t>
          </a:r>
          <a:r>
            <a:rPr lang="en-US" sz="2800" b="1" dirty="0">
              <a:solidFill>
                <a:srgbClr val="C00000"/>
              </a:solidFill>
            </a:rPr>
            <a:t> </a:t>
          </a:r>
          <a:r>
            <a:rPr lang="en-US" sz="2800" b="1" dirty="0" err="1">
              <a:solidFill>
                <a:srgbClr val="C00000"/>
              </a:solidFill>
            </a:rPr>
            <a:t>luật</a:t>
          </a:r>
          <a:endParaRPr lang="en-US" sz="2800" b="1" dirty="0">
            <a:solidFill>
              <a:srgbClr val="C00000"/>
            </a:solidFill>
          </a:endParaRPr>
        </a:p>
      </dgm:t>
    </dgm:pt>
    <dgm:pt modelId="{60DE3A02-8A28-AA47-9835-67613DA03F48}" type="parTrans" cxnId="{912372ED-76A7-5F40-8B59-828337B47400}">
      <dgm:prSet/>
      <dgm:spPr/>
      <dgm:t>
        <a:bodyPr/>
        <a:lstStyle/>
        <a:p>
          <a:endParaRPr lang="en-US"/>
        </a:p>
      </dgm:t>
    </dgm:pt>
    <dgm:pt modelId="{5259BA1B-A0D3-1D42-BDB4-C6FDE6015B3F}" type="sibTrans" cxnId="{912372ED-76A7-5F40-8B59-828337B47400}">
      <dgm:prSet/>
      <dgm:spPr/>
      <dgm:t>
        <a:bodyPr/>
        <a:lstStyle/>
        <a:p>
          <a:endParaRPr lang="en-US"/>
        </a:p>
      </dgm:t>
    </dgm:pt>
    <dgm:pt modelId="{F0FEB08E-3834-5A44-BC49-88972EAA9670}">
      <dgm:prSet phldrT="[Text]" custT="1"/>
      <dgm:spPr/>
      <dgm:t>
        <a:bodyPr/>
        <a:lstStyle/>
        <a:p>
          <a:r>
            <a:rPr lang="en-US" sz="2800" b="1" dirty="0" err="1">
              <a:solidFill>
                <a:srgbClr val="002060"/>
              </a:solidFill>
            </a:rPr>
            <a:t>Chấp</a:t>
          </a:r>
          <a:r>
            <a:rPr lang="en-US" sz="2800" b="1" dirty="0">
              <a:solidFill>
                <a:srgbClr val="002060"/>
              </a:solidFill>
            </a:rPr>
            <a:t> </a:t>
          </a:r>
          <a:r>
            <a:rPr lang="en-US" sz="2800" b="1" dirty="0" err="1">
              <a:solidFill>
                <a:srgbClr val="002060"/>
              </a:solidFill>
            </a:rPr>
            <a:t>hành</a:t>
          </a:r>
          <a:r>
            <a:rPr lang="en-US" sz="2800" b="1" dirty="0">
              <a:solidFill>
                <a:srgbClr val="002060"/>
              </a:solidFill>
            </a:rPr>
            <a:t> </a:t>
          </a:r>
          <a:r>
            <a:rPr lang="en-US" sz="2800" b="1" dirty="0" err="1">
              <a:solidFill>
                <a:srgbClr val="002060"/>
              </a:solidFill>
            </a:rPr>
            <a:t>pháp</a:t>
          </a:r>
          <a:r>
            <a:rPr lang="en-US" sz="2800" b="1" dirty="0">
              <a:solidFill>
                <a:srgbClr val="002060"/>
              </a:solidFill>
            </a:rPr>
            <a:t> </a:t>
          </a:r>
          <a:r>
            <a:rPr lang="en-US" sz="2800" b="1" dirty="0" err="1">
              <a:solidFill>
                <a:srgbClr val="002060"/>
              </a:solidFill>
            </a:rPr>
            <a:t>luật</a:t>
          </a:r>
          <a:endParaRPr lang="en-US" sz="2800" b="1" dirty="0">
            <a:solidFill>
              <a:srgbClr val="002060"/>
            </a:solidFill>
          </a:endParaRPr>
        </a:p>
      </dgm:t>
    </dgm:pt>
    <dgm:pt modelId="{9804529F-7A25-B347-9277-F089EF6CCBFF}" type="parTrans" cxnId="{75AE29BB-4F79-DB48-82AD-AA1B1171E0BA}">
      <dgm:prSet/>
      <dgm:spPr/>
      <dgm:t>
        <a:bodyPr/>
        <a:lstStyle/>
        <a:p>
          <a:endParaRPr lang="en-US"/>
        </a:p>
      </dgm:t>
    </dgm:pt>
    <dgm:pt modelId="{23F65BBE-2059-9D46-A396-933714BA0086}" type="sibTrans" cxnId="{75AE29BB-4F79-DB48-82AD-AA1B1171E0BA}">
      <dgm:prSet/>
      <dgm:spPr/>
      <dgm:t>
        <a:bodyPr/>
        <a:lstStyle/>
        <a:p>
          <a:endParaRPr lang="en-US"/>
        </a:p>
      </dgm:t>
    </dgm:pt>
    <dgm:pt modelId="{64910ADB-1125-4A4E-9076-1B92FF92B192}">
      <dgm:prSet phldrT="[Text]" custT="1"/>
      <dgm:spPr/>
      <dgm:t>
        <a:bodyPr/>
        <a:lstStyle/>
        <a:p>
          <a:r>
            <a:rPr lang="en-US" sz="2800" b="1" dirty="0" err="1">
              <a:solidFill>
                <a:srgbClr val="FFC000"/>
              </a:solidFill>
            </a:rPr>
            <a:t>Sử</a:t>
          </a:r>
          <a:r>
            <a:rPr lang="en-US" sz="2800" b="1" dirty="0">
              <a:solidFill>
                <a:srgbClr val="FFC000"/>
              </a:solidFill>
            </a:rPr>
            <a:t> </a:t>
          </a:r>
          <a:r>
            <a:rPr lang="en-US" sz="2800" b="1" dirty="0" err="1">
              <a:solidFill>
                <a:srgbClr val="FFC000"/>
              </a:solidFill>
            </a:rPr>
            <a:t>dụng</a:t>
          </a:r>
          <a:r>
            <a:rPr lang="en-US" sz="2800" b="1" dirty="0">
              <a:solidFill>
                <a:srgbClr val="FFC000"/>
              </a:solidFill>
            </a:rPr>
            <a:t> </a:t>
          </a:r>
          <a:r>
            <a:rPr lang="en-US" sz="2800" b="1" dirty="0" err="1">
              <a:solidFill>
                <a:srgbClr val="FFC000"/>
              </a:solidFill>
            </a:rPr>
            <a:t>pháp</a:t>
          </a:r>
          <a:r>
            <a:rPr lang="en-US" sz="2800" b="1" dirty="0">
              <a:solidFill>
                <a:srgbClr val="FFC000"/>
              </a:solidFill>
            </a:rPr>
            <a:t> </a:t>
          </a:r>
          <a:r>
            <a:rPr lang="en-US" sz="2800" b="1" dirty="0" err="1">
              <a:solidFill>
                <a:srgbClr val="FFC000"/>
              </a:solidFill>
            </a:rPr>
            <a:t>luật</a:t>
          </a:r>
          <a:endParaRPr lang="en-US" sz="2800" b="1" dirty="0">
            <a:solidFill>
              <a:srgbClr val="FFC000"/>
            </a:solidFill>
          </a:endParaRPr>
        </a:p>
      </dgm:t>
    </dgm:pt>
    <dgm:pt modelId="{F417F4FF-67CE-E24F-B07F-8E2AFF72444E}" type="parTrans" cxnId="{EAC9A5F2-65DE-944B-A417-ACA1ED3709D0}">
      <dgm:prSet/>
      <dgm:spPr/>
      <dgm:t>
        <a:bodyPr/>
        <a:lstStyle/>
        <a:p>
          <a:endParaRPr lang="en-US"/>
        </a:p>
      </dgm:t>
    </dgm:pt>
    <dgm:pt modelId="{9BB2E2D6-AAA9-DC49-A539-10A175478C5E}" type="sibTrans" cxnId="{EAC9A5F2-65DE-944B-A417-ACA1ED3709D0}">
      <dgm:prSet/>
      <dgm:spPr/>
      <dgm:t>
        <a:bodyPr/>
        <a:lstStyle/>
        <a:p>
          <a:endParaRPr lang="en-US"/>
        </a:p>
      </dgm:t>
    </dgm:pt>
    <dgm:pt modelId="{C86E98F7-A070-664B-8FBF-761E26DEC132}">
      <dgm:prSet phldrT="[Text]" custT="1"/>
      <dgm:spPr/>
      <dgm:t>
        <a:bodyPr/>
        <a:lstStyle/>
        <a:p>
          <a:r>
            <a:rPr lang="en-US" sz="2800" b="1" dirty="0" err="1">
              <a:solidFill>
                <a:schemeClr val="bg2">
                  <a:lumMod val="10000"/>
                </a:schemeClr>
              </a:solidFill>
            </a:rPr>
            <a:t>Áp</a:t>
          </a:r>
          <a:r>
            <a:rPr lang="en-US" sz="2800" b="1" dirty="0">
              <a:solidFill>
                <a:schemeClr val="bg2">
                  <a:lumMod val="10000"/>
                </a:schemeClr>
              </a:solidFill>
            </a:rPr>
            <a:t> </a:t>
          </a:r>
          <a:r>
            <a:rPr lang="en-US" sz="2800" b="1" dirty="0" err="1">
              <a:solidFill>
                <a:schemeClr val="bg2">
                  <a:lumMod val="10000"/>
                </a:schemeClr>
              </a:solidFill>
            </a:rPr>
            <a:t>dụng</a:t>
          </a:r>
          <a:r>
            <a:rPr lang="en-US" sz="2800" b="1" dirty="0">
              <a:solidFill>
                <a:schemeClr val="bg2">
                  <a:lumMod val="10000"/>
                </a:schemeClr>
              </a:solidFill>
            </a:rPr>
            <a:t> </a:t>
          </a:r>
          <a:r>
            <a:rPr lang="en-US" sz="2800" b="1" dirty="0" err="1">
              <a:solidFill>
                <a:schemeClr val="bg2">
                  <a:lumMod val="10000"/>
                </a:schemeClr>
              </a:solidFill>
            </a:rPr>
            <a:t>pháp</a:t>
          </a:r>
          <a:r>
            <a:rPr lang="en-US" sz="2800" b="1" dirty="0">
              <a:solidFill>
                <a:schemeClr val="bg2">
                  <a:lumMod val="10000"/>
                </a:schemeClr>
              </a:solidFill>
            </a:rPr>
            <a:t> </a:t>
          </a:r>
          <a:r>
            <a:rPr lang="en-US" sz="2800" b="1" dirty="0" err="1">
              <a:solidFill>
                <a:schemeClr val="bg2">
                  <a:lumMod val="10000"/>
                </a:schemeClr>
              </a:solidFill>
            </a:rPr>
            <a:t>luật</a:t>
          </a:r>
          <a:endParaRPr lang="en-US" sz="2800" b="1" dirty="0">
            <a:solidFill>
              <a:schemeClr val="bg2">
                <a:lumMod val="10000"/>
              </a:schemeClr>
            </a:solidFill>
          </a:endParaRPr>
        </a:p>
      </dgm:t>
    </dgm:pt>
    <dgm:pt modelId="{B22FB4EB-A538-0041-88F3-0FA35A263C7F}" type="parTrans" cxnId="{21F5FB1F-E9AB-FE4D-A0EC-88B55C8483C8}">
      <dgm:prSet/>
      <dgm:spPr/>
      <dgm:t>
        <a:bodyPr/>
        <a:lstStyle/>
        <a:p>
          <a:endParaRPr lang="en-US"/>
        </a:p>
      </dgm:t>
    </dgm:pt>
    <dgm:pt modelId="{D550E0D3-DA63-AD45-9C4A-2EC72B274ACF}" type="sibTrans" cxnId="{21F5FB1F-E9AB-FE4D-A0EC-88B55C8483C8}">
      <dgm:prSet/>
      <dgm:spPr/>
      <dgm:t>
        <a:bodyPr/>
        <a:lstStyle/>
        <a:p>
          <a:endParaRPr lang="en-US"/>
        </a:p>
      </dgm:t>
    </dgm:pt>
    <dgm:pt modelId="{2BB9EFC8-7452-2444-A8E6-604A0B1CB962}" type="pres">
      <dgm:prSet presAssocID="{C2EFF41F-C85F-4641-9C06-8CBA931699FB}" presName="Name0" presStyleCnt="0">
        <dgm:presLayoutVars>
          <dgm:chPref val="1"/>
          <dgm:dir/>
          <dgm:animOne val="branch"/>
          <dgm:animLvl val="lvl"/>
          <dgm:resizeHandles val="exact"/>
        </dgm:presLayoutVars>
      </dgm:prSet>
      <dgm:spPr/>
    </dgm:pt>
    <dgm:pt modelId="{6F760E0B-77AE-6B43-A31D-42A20C19404C}" type="pres">
      <dgm:prSet presAssocID="{71EE0203-61D9-F941-BA44-7A7E47F88FDD}" presName="root1" presStyleCnt="0"/>
      <dgm:spPr/>
    </dgm:pt>
    <dgm:pt modelId="{E7FF18DE-123E-574A-AF5A-636FBA769760}" type="pres">
      <dgm:prSet presAssocID="{71EE0203-61D9-F941-BA44-7A7E47F88FDD}" presName="LevelOneTextNode" presStyleLbl="node0" presStyleIdx="0" presStyleCnt="1">
        <dgm:presLayoutVars>
          <dgm:chPref val="3"/>
        </dgm:presLayoutVars>
      </dgm:prSet>
      <dgm:spPr/>
    </dgm:pt>
    <dgm:pt modelId="{F0245560-333F-D34E-B1D5-E93068618EC4}" type="pres">
      <dgm:prSet presAssocID="{71EE0203-61D9-F941-BA44-7A7E47F88FDD}" presName="level2hierChild" presStyleCnt="0"/>
      <dgm:spPr/>
    </dgm:pt>
    <dgm:pt modelId="{8363F79E-00FC-CD4D-8BFA-3EFD742743BC}" type="pres">
      <dgm:prSet presAssocID="{60DE3A02-8A28-AA47-9835-67613DA03F48}" presName="conn2-1" presStyleLbl="parChTrans1D2" presStyleIdx="0" presStyleCnt="4"/>
      <dgm:spPr/>
    </dgm:pt>
    <dgm:pt modelId="{A9BC5A9A-C6DA-C843-B03A-0541D463FC1A}" type="pres">
      <dgm:prSet presAssocID="{60DE3A02-8A28-AA47-9835-67613DA03F48}" presName="connTx" presStyleLbl="parChTrans1D2" presStyleIdx="0" presStyleCnt="4"/>
      <dgm:spPr/>
    </dgm:pt>
    <dgm:pt modelId="{2E47DA30-D857-4E44-A601-A77BF5047EA3}" type="pres">
      <dgm:prSet presAssocID="{4D1D04B5-3F0B-094C-BF97-F68CD46C6C4D}" presName="root2" presStyleCnt="0"/>
      <dgm:spPr/>
    </dgm:pt>
    <dgm:pt modelId="{87231BE5-DE7E-7A4E-9267-9290F7761479}" type="pres">
      <dgm:prSet presAssocID="{4D1D04B5-3F0B-094C-BF97-F68CD46C6C4D}" presName="LevelTwoTextNode" presStyleLbl="node2" presStyleIdx="0" presStyleCnt="4" custScaleX="140059" custScaleY="101286" custLinFactNeighborX="-1177" custLinFactNeighborY="-30148">
        <dgm:presLayoutVars>
          <dgm:chPref val="3"/>
        </dgm:presLayoutVars>
      </dgm:prSet>
      <dgm:spPr/>
    </dgm:pt>
    <dgm:pt modelId="{3741DB8A-24A8-1341-8328-FF3AF4871A9F}" type="pres">
      <dgm:prSet presAssocID="{4D1D04B5-3F0B-094C-BF97-F68CD46C6C4D}" presName="level3hierChild" presStyleCnt="0"/>
      <dgm:spPr/>
    </dgm:pt>
    <dgm:pt modelId="{63187AC2-DEED-5045-955D-54978F3751A9}" type="pres">
      <dgm:prSet presAssocID="{9804529F-7A25-B347-9277-F089EF6CCBFF}" presName="conn2-1" presStyleLbl="parChTrans1D2" presStyleIdx="1" presStyleCnt="4"/>
      <dgm:spPr/>
    </dgm:pt>
    <dgm:pt modelId="{251174AE-B856-2141-874B-D244AF74FE5B}" type="pres">
      <dgm:prSet presAssocID="{9804529F-7A25-B347-9277-F089EF6CCBFF}" presName="connTx" presStyleLbl="parChTrans1D2" presStyleIdx="1" presStyleCnt="4"/>
      <dgm:spPr/>
    </dgm:pt>
    <dgm:pt modelId="{C2D5E7C0-A360-3C42-B09B-D915935E8594}" type="pres">
      <dgm:prSet presAssocID="{F0FEB08E-3834-5A44-BC49-88972EAA9670}" presName="root2" presStyleCnt="0"/>
      <dgm:spPr/>
    </dgm:pt>
    <dgm:pt modelId="{CBDA9A81-0EE1-D844-946D-A26CC966931E}" type="pres">
      <dgm:prSet presAssocID="{F0FEB08E-3834-5A44-BC49-88972EAA9670}" presName="LevelTwoTextNode" presStyleLbl="node2" presStyleIdx="1" presStyleCnt="4" custScaleX="142346" custScaleY="96921" custLinFactNeighborX="-594" custLinFactNeighborY="-6032">
        <dgm:presLayoutVars>
          <dgm:chPref val="3"/>
        </dgm:presLayoutVars>
      </dgm:prSet>
      <dgm:spPr/>
    </dgm:pt>
    <dgm:pt modelId="{6E65968D-768F-B645-B340-4D75BA36A3EC}" type="pres">
      <dgm:prSet presAssocID="{F0FEB08E-3834-5A44-BC49-88972EAA9670}" presName="level3hierChild" presStyleCnt="0"/>
      <dgm:spPr/>
    </dgm:pt>
    <dgm:pt modelId="{64C77162-08B3-554A-A101-FEB6E93AE44A}" type="pres">
      <dgm:prSet presAssocID="{F417F4FF-67CE-E24F-B07F-8E2AFF72444E}" presName="conn2-1" presStyleLbl="parChTrans1D2" presStyleIdx="2" presStyleCnt="4"/>
      <dgm:spPr/>
    </dgm:pt>
    <dgm:pt modelId="{664771E5-CC33-944B-89C9-7E8ADDC4F520}" type="pres">
      <dgm:prSet presAssocID="{F417F4FF-67CE-E24F-B07F-8E2AFF72444E}" presName="connTx" presStyleLbl="parChTrans1D2" presStyleIdx="2" presStyleCnt="4"/>
      <dgm:spPr/>
    </dgm:pt>
    <dgm:pt modelId="{7169CFF4-ECF9-D246-9A0A-A1F302517471}" type="pres">
      <dgm:prSet presAssocID="{64910ADB-1125-4A4E-9076-1B92FF92B192}" presName="root2" presStyleCnt="0"/>
      <dgm:spPr/>
    </dgm:pt>
    <dgm:pt modelId="{B99BF078-691F-5B46-A1BB-A5895CE54352}" type="pres">
      <dgm:prSet presAssocID="{64910ADB-1125-4A4E-9076-1B92FF92B192}" presName="LevelTwoTextNode" presStyleLbl="node2" presStyleIdx="2" presStyleCnt="4" custScaleX="142420" custScaleY="96922" custLinFactNeighborX="-594" custLinFactNeighborY="-7386">
        <dgm:presLayoutVars>
          <dgm:chPref val="3"/>
        </dgm:presLayoutVars>
      </dgm:prSet>
      <dgm:spPr/>
    </dgm:pt>
    <dgm:pt modelId="{7020BCC4-954D-FC44-BDBD-C48B69249707}" type="pres">
      <dgm:prSet presAssocID="{64910ADB-1125-4A4E-9076-1B92FF92B192}" presName="level3hierChild" presStyleCnt="0"/>
      <dgm:spPr/>
    </dgm:pt>
    <dgm:pt modelId="{A87E0351-EE72-0E42-8A78-7719158DA7DE}" type="pres">
      <dgm:prSet presAssocID="{B22FB4EB-A538-0041-88F3-0FA35A263C7F}" presName="conn2-1" presStyleLbl="parChTrans1D2" presStyleIdx="3" presStyleCnt="4"/>
      <dgm:spPr/>
    </dgm:pt>
    <dgm:pt modelId="{4ABE3944-D9AC-E14E-A386-99083E0E4951}" type="pres">
      <dgm:prSet presAssocID="{B22FB4EB-A538-0041-88F3-0FA35A263C7F}" presName="connTx" presStyleLbl="parChTrans1D2" presStyleIdx="3" presStyleCnt="4"/>
      <dgm:spPr/>
    </dgm:pt>
    <dgm:pt modelId="{E3164158-E2D1-434A-B5EB-3CEE03AE4DBE}" type="pres">
      <dgm:prSet presAssocID="{C86E98F7-A070-664B-8FBF-761E26DEC132}" presName="root2" presStyleCnt="0"/>
      <dgm:spPr/>
    </dgm:pt>
    <dgm:pt modelId="{712F75A6-64A8-5348-89D0-A5D9608B6822}" type="pres">
      <dgm:prSet presAssocID="{C86E98F7-A070-664B-8FBF-761E26DEC132}" presName="LevelTwoTextNode" presStyleLbl="node2" presStyleIdx="3" presStyleCnt="4" custScaleX="142420" custScaleY="177490" custLinFactNeighborX="-594" custLinFactNeighborY="-16779">
        <dgm:presLayoutVars>
          <dgm:chPref val="3"/>
        </dgm:presLayoutVars>
      </dgm:prSet>
      <dgm:spPr/>
    </dgm:pt>
    <dgm:pt modelId="{DB36C52E-36DD-3848-A17E-9F028FAF7A32}" type="pres">
      <dgm:prSet presAssocID="{C86E98F7-A070-664B-8FBF-761E26DEC132}" presName="level3hierChild" presStyleCnt="0"/>
      <dgm:spPr/>
    </dgm:pt>
  </dgm:ptLst>
  <dgm:cxnLst>
    <dgm:cxn modelId="{4AE23105-1D47-E449-A236-373FE188E88B}" type="presOf" srcId="{F0FEB08E-3834-5A44-BC49-88972EAA9670}" destId="{CBDA9A81-0EE1-D844-946D-A26CC966931E}" srcOrd="0" destOrd="0" presId="urn:microsoft.com/office/officeart/2008/layout/HorizontalMultiLevelHierarchy"/>
    <dgm:cxn modelId="{BF38B909-AACF-E146-87E7-01AB3E2F8504}" type="presOf" srcId="{B22FB4EB-A538-0041-88F3-0FA35A263C7F}" destId="{4ABE3944-D9AC-E14E-A386-99083E0E4951}" srcOrd="1" destOrd="0" presId="urn:microsoft.com/office/officeart/2008/layout/HorizontalMultiLevelHierarchy"/>
    <dgm:cxn modelId="{1FF51D19-B244-F44A-90BA-1F5E16ADA76E}" type="presOf" srcId="{F417F4FF-67CE-E24F-B07F-8E2AFF72444E}" destId="{64C77162-08B3-554A-A101-FEB6E93AE44A}" srcOrd="0" destOrd="0" presId="urn:microsoft.com/office/officeart/2008/layout/HorizontalMultiLevelHierarchy"/>
    <dgm:cxn modelId="{21F5FB1F-E9AB-FE4D-A0EC-88B55C8483C8}" srcId="{71EE0203-61D9-F941-BA44-7A7E47F88FDD}" destId="{C86E98F7-A070-664B-8FBF-761E26DEC132}" srcOrd="3" destOrd="0" parTransId="{B22FB4EB-A538-0041-88F3-0FA35A263C7F}" sibTransId="{D550E0D3-DA63-AD45-9C4A-2EC72B274ACF}"/>
    <dgm:cxn modelId="{FF1A2A3D-E144-2A42-8CF9-73F552B51A8D}" srcId="{C2EFF41F-C85F-4641-9C06-8CBA931699FB}" destId="{71EE0203-61D9-F941-BA44-7A7E47F88FDD}" srcOrd="0" destOrd="0" parTransId="{7C7EB621-F0D4-2448-83DE-75E9CE84394E}" sibTransId="{224BC5A9-8980-8744-8091-689321234633}"/>
    <dgm:cxn modelId="{DCD1A03F-555F-3C4C-9C9D-88004E8FC6B2}" type="presOf" srcId="{4D1D04B5-3F0B-094C-BF97-F68CD46C6C4D}" destId="{87231BE5-DE7E-7A4E-9267-9290F7761479}" srcOrd="0" destOrd="0" presId="urn:microsoft.com/office/officeart/2008/layout/HorizontalMultiLevelHierarchy"/>
    <dgm:cxn modelId="{DF83E049-5BDA-7843-9A51-CE2E3F503E59}" type="presOf" srcId="{B22FB4EB-A538-0041-88F3-0FA35A263C7F}" destId="{A87E0351-EE72-0E42-8A78-7719158DA7DE}" srcOrd="0" destOrd="0" presId="urn:microsoft.com/office/officeart/2008/layout/HorizontalMultiLevelHierarchy"/>
    <dgm:cxn modelId="{357B4758-38EA-F641-9B77-29ECEB4119F7}" type="presOf" srcId="{60DE3A02-8A28-AA47-9835-67613DA03F48}" destId="{8363F79E-00FC-CD4D-8BFA-3EFD742743BC}" srcOrd="0" destOrd="0" presId="urn:microsoft.com/office/officeart/2008/layout/HorizontalMultiLevelHierarchy"/>
    <dgm:cxn modelId="{31FC9969-DAB8-054C-91AA-96890F67235A}" type="presOf" srcId="{71EE0203-61D9-F941-BA44-7A7E47F88FDD}" destId="{E7FF18DE-123E-574A-AF5A-636FBA769760}" srcOrd="0" destOrd="0" presId="urn:microsoft.com/office/officeart/2008/layout/HorizontalMultiLevelHierarchy"/>
    <dgm:cxn modelId="{9F9FF26D-8146-E941-8740-EEB96CE1B58C}" type="presOf" srcId="{60DE3A02-8A28-AA47-9835-67613DA03F48}" destId="{A9BC5A9A-C6DA-C843-B03A-0541D463FC1A}" srcOrd="1" destOrd="0" presId="urn:microsoft.com/office/officeart/2008/layout/HorizontalMultiLevelHierarchy"/>
    <dgm:cxn modelId="{1DF2DF87-9CA1-A548-806A-AB9FABFFC06C}" type="presOf" srcId="{64910ADB-1125-4A4E-9076-1B92FF92B192}" destId="{B99BF078-691F-5B46-A1BB-A5895CE54352}" srcOrd="0" destOrd="0" presId="urn:microsoft.com/office/officeart/2008/layout/HorizontalMultiLevelHierarchy"/>
    <dgm:cxn modelId="{4BB40089-2867-D848-9D38-767FDEB748E7}" type="presOf" srcId="{C86E98F7-A070-664B-8FBF-761E26DEC132}" destId="{712F75A6-64A8-5348-89D0-A5D9608B6822}" srcOrd="0" destOrd="0" presId="urn:microsoft.com/office/officeart/2008/layout/HorizontalMultiLevelHierarchy"/>
    <dgm:cxn modelId="{723EE39C-5761-F648-9421-2216D5BC4AAB}" type="presOf" srcId="{9804529F-7A25-B347-9277-F089EF6CCBFF}" destId="{251174AE-B856-2141-874B-D244AF74FE5B}" srcOrd="1" destOrd="0" presId="urn:microsoft.com/office/officeart/2008/layout/HorizontalMultiLevelHierarchy"/>
    <dgm:cxn modelId="{75AE29BB-4F79-DB48-82AD-AA1B1171E0BA}" srcId="{71EE0203-61D9-F941-BA44-7A7E47F88FDD}" destId="{F0FEB08E-3834-5A44-BC49-88972EAA9670}" srcOrd="1" destOrd="0" parTransId="{9804529F-7A25-B347-9277-F089EF6CCBFF}" sibTransId="{23F65BBE-2059-9D46-A396-933714BA0086}"/>
    <dgm:cxn modelId="{890F35D7-9D52-274D-B032-B231E171200D}" type="presOf" srcId="{F417F4FF-67CE-E24F-B07F-8E2AFF72444E}" destId="{664771E5-CC33-944B-89C9-7E8ADDC4F520}" srcOrd="1" destOrd="0" presId="urn:microsoft.com/office/officeart/2008/layout/HorizontalMultiLevelHierarchy"/>
    <dgm:cxn modelId="{FE7BDAE7-E729-EA4C-9D38-6113B8E980C3}" type="presOf" srcId="{9804529F-7A25-B347-9277-F089EF6CCBFF}" destId="{63187AC2-DEED-5045-955D-54978F3751A9}" srcOrd="0" destOrd="0" presId="urn:microsoft.com/office/officeart/2008/layout/HorizontalMultiLevelHierarchy"/>
    <dgm:cxn modelId="{912372ED-76A7-5F40-8B59-828337B47400}" srcId="{71EE0203-61D9-F941-BA44-7A7E47F88FDD}" destId="{4D1D04B5-3F0B-094C-BF97-F68CD46C6C4D}" srcOrd="0" destOrd="0" parTransId="{60DE3A02-8A28-AA47-9835-67613DA03F48}" sibTransId="{5259BA1B-A0D3-1D42-BDB4-C6FDE6015B3F}"/>
    <dgm:cxn modelId="{EAC9A5F2-65DE-944B-A417-ACA1ED3709D0}" srcId="{71EE0203-61D9-F941-BA44-7A7E47F88FDD}" destId="{64910ADB-1125-4A4E-9076-1B92FF92B192}" srcOrd="2" destOrd="0" parTransId="{F417F4FF-67CE-E24F-B07F-8E2AFF72444E}" sibTransId="{9BB2E2D6-AAA9-DC49-A539-10A175478C5E}"/>
    <dgm:cxn modelId="{583DB8FD-3BAC-5C4B-B0A7-3265CA0CDF15}" type="presOf" srcId="{C2EFF41F-C85F-4641-9C06-8CBA931699FB}" destId="{2BB9EFC8-7452-2444-A8E6-604A0B1CB962}" srcOrd="0" destOrd="0" presId="urn:microsoft.com/office/officeart/2008/layout/HorizontalMultiLevelHierarchy"/>
    <dgm:cxn modelId="{F18F7EBA-D416-354A-9EEE-3FAFF9C9DBCA}" type="presParOf" srcId="{2BB9EFC8-7452-2444-A8E6-604A0B1CB962}" destId="{6F760E0B-77AE-6B43-A31D-42A20C19404C}" srcOrd="0" destOrd="0" presId="urn:microsoft.com/office/officeart/2008/layout/HorizontalMultiLevelHierarchy"/>
    <dgm:cxn modelId="{542E028E-5C92-2545-808B-A45D0D93579A}" type="presParOf" srcId="{6F760E0B-77AE-6B43-A31D-42A20C19404C}" destId="{E7FF18DE-123E-574A-AF5A-636FBA769760}" srcOrd="0" destOrd="0" presId="urn:microsoft.com/office/officeart/2008/layout/HorizontalMultiLevelHierarchy"/>
    <dgm:cxn modelId="{64C2566D-FEE7-5247-AB11-045F44AB9915}" type="presParOf" srcId="{6F760E0B-77AE-6B43-A31D-42A20C19404C}" destId="{F0245560-333F-D34E-B1D5-E93068618EC4}" srcOrd="1" destOrd="0" presId="urn:microsoft.com/office/officeart/2008/layout/HorizontalMultiLevelHierarchy"/>
    <dgm:cxn modelId="{7194C8FE-95C7-C54A-9CE5-1FE75A91FDB5}" type="presParOf" srcId="{F0245560-333F-D34E-B1D5-E93068618EC4}" destId="{8363F79E-00FC-CD4D-8BFA-3EFD742743BC}" srcOrd="0" destOrd="0" presId="urn:microsoft.com/office/officeart/2008/layout/HorizontalMultiLevelHierarchy"/>
    <dgm:cxn modelId="{EF22F7FF-04BC-1546-B0DC-D28CB0C0F58F}" type="presParOf" srcId="{8363F79E-00FC-CD4D-8BFA-3EFD742743BC}" destId="{A9BC5A9A-C6DA-C843-B03A-0541D463FC1A}" srcOrd="0" destOrd="0" presId="urn:microsoft.com/office/officeart/2008/layout/HorizontalMultiLevelHierarchy"/>
    <dgm:cxn modelId="{B0CBFEAC-A947-C944-947A-63896B2346AB}" type="presParOf" srcId="{F0245560-333F-D34E-B1D5-E93068618EC4}" destId="{2E47DA30-D857-4E44-A601-A77BF5047EA3}" srcOrd="1" destOrd="0" presId="urn:microsoft.com/office/officeart/2008/layout/HorizontalMultiLevelHierarchy"/>
    <dgm:cxn modelId="{0A8769FF-7417-B34B-92BB-441137F5469B}" type="presParOf" srcId="{2E47DA30-D857-4E44-A601-A77BF5047EA3}" destId="{87231BE5-DE7E-7A4E-9267-9290F7761479}" srcOrd="0" destOrd="0" presId="urn:microsoft.com/office/officeart/2008/layout/HorizontalMultiLevelHierarchy"/>
    <dgm:cxn modelId="{A3C91034-1775-1D49-A18C-10C16163C78B}" type="presParOf" srcId="{2E47DA30-D857-4E44-A601-A77BF5047EA3}" destId="{3741DB8A-24A8-1341-8328-FF3AF4871A9F}" srcOrd="1" destOrd="0" presId="urn:microsoft.com/office/officeart/2008/layout/HorizontalMultiLevelHierarchy"/>
    <dgm:cxn modelId="{7AC83884-ACA1-DD4B-BA17-2DE8CA89E16E}" type="presParOf" srcId="{F0245560-333F-D34E-B1D5-E93068618EC4}" destId="{63187AC2-DEED-5045-955D-54978F3751A9}" srcOrd="2" destOrd="0" presId="urn:microsoft.com/office/officeart/2008/layout/HorizontalMultiLevelHierarchy"/>
    <dgm:cxn modelId="{1DE4ABDD-D8E6-5440-9E11-7FF1ADB65267}" type="presParOf" srcId="{63187AC2-DEED-5045-955D-54978F3751A9}" destId="{251174AE-B856-2141-874B-D244AF74FE5B}" srcOrd="0" destOrd="0" presId="urn:microsoft.com/office/officeart/2008/layout/HorizontalMultiLevelHierarchy"/>
    <dgm:cxn modelId="{30E41361-34B5-2346-BD32-9EDADF0A390D}" type="presParOf" srcId="{F0245560-333F-D34E-B1D5-E93068618EC4}" destId="{C2D5E7C0-A360-3C42-B09B-D915935E8594}" srcOrd="3" destOrd="0" presId="urn:microsoft.com/office/officeart/2008/layout/HorizontalMultiLevelHierarchy"/>
    <dgm:cxn modelId="{CD42111F-74A4-3840-AE33-CBCA756F8068}" type="presParOf" srcId="{C2D5E7C0-A360-3C42-B09B-D915935E8594}" destId="{CBDA9A81-0EE1-D844-946D-A26CC966931E}" srcOrd="0" destOrd="0" presId="urn:microsoft.com/office/officeart/2008/layout/HorizontalMultiLevelHierarchy"/>
    <dgm:cxn modelId="{535C04AA-AB27-2148-A4D5-93B36912A020}" type="presParOf" srcId="{C2D5E7C0-A360-3C42-B09B-D915935E8594}" destId="{6E65968D-768F-B645-B340-4D75BA36A3EC}" srcOrd="1" destOrd="0" presId="urn:microsoft.com/office/officeart/2008/layout/HorizontalMultiLevelHierarchy"/>
    <dgm:cxn modelId="{3F3572D1-B82B-F640-82BF-EE94646614C8}" type="presParOf" srcId="{F0245560-333F-D34E-B1D5-E93068618EC4}" destId="{64C77162-08B3-554A-A101-FEB6E93AE44A}" srcOrd="4" destOrd="0" presId="urn:microsoft.com/office/officeart/2008/layout/HorizontalMultiLevelHierarchy"/>
    <dgm:cxn modelId="{E79EB769-E43C-2B4A-805E-59150F6B0250}" type="presParOf" srcId="{64C77162-08B3-554A-A101-FEB6E93AE44A}" destId="{664771E5-CC33-944B-89C9-7E8ADDC4F520}" srcOrd="0" destOrd="0" presId="urn:microsoft.com/office/officeart/2008/layout/HorizontalMultiLevelHierarchy"/>
    <dgm:cxn modelId="{A4E3EE48-D830-744A-AEC0-766234FB85B1}" type="presParOf" srcId="{F0245560-333F-D34E-B1D5-E93068618EC4}" destId="{7169CFF4-ECF9-D246-9A0A-A1F302517471}" srcOrd="5" destOrd="0" presId="urn:microsoft.com/office/officeart/2008/layout/HorizontalMultiLevelHierarchy"/>
    <dgm:cxn modelId="{7258D8C0-D6C2-7E4E-987F-D6EAE766D366}" type="presParOf" srcId="{7169CFF4-ECF9-D246-9A0A-A1F302517471}" destId="{B99BF078-691F-5B46-A1BB-A5895CE54352}" srcOrd="0" destOrd="0" presId="urn:microsoft.com/office/officeart/2008/layout/HorizontalMultiLevelHierarchy"/>
    <dgm:cxn modelId="{A0983860-9F08-1B48-8968-BF22075C4302}" type="presParOf" srcId="{7169CFF4-ECF9-D246-9A0A-A1F302517471}" destId="{7020BCC4-954D-FC44-BDBD-C48B69249707}" srcOrd="1" destOrd="0" presId="urn:microsoft.com/office/officeart/2008/layout/HorizontalMultiLevelHierarchy"/>
    <dgm:cxn modelId="{0AF1E27A-BCED-0A48-B8DE-B78903F4CCFF}" type="presParOf" srcId="{F0245560-333F-D34E-B1D5-E93068618EC4}" destId="{A87E0351-EE72-0E42-8A78-7719158DA7DE}" srcOrd="6" destOrd="0" presId="urn:microsoft.com/office/officeart/2008/layout/HorizontalMultiLevelHierarchy"/>
    <dgm:cxn modelId="{8772EDD1-7EB2-224D-A5CA-99A36A5A65CA}" type="presParOf" srcId="{A87E0351-EE72-0E42-8A78-7719158DA7DE}" destId="{4ABE3944-D9AC-E14E-A386-99083E0E4951}" srcOrd="0" destOrd="0" presId="urn:microsoft.com/office/officeart/2008/layout/HorizontalMultiLevelHierarchy"/>
    <dgm:cxn modelId="{1BCF1BC0-2520-A448-A326-3FC44B1BF9C3}" type="presParOf" srcId="{F0245560-333F-D34E-B1D5-E93068618EC4}" destId="{E3164158-E2D1-434A-B5EB-3CEE03AE4DBE}" srcOrd="7" destOrd="0" presId="urn:microsoft.com/office/officeart/2008/layout/HorizontalMultiLevelHierarchy"/>
    <dgm:cxn modelId="{56E6BC02-2D68-8043-BB89-8012E775D915}" type="presParOf" srcId="{E3164158-E2D1-434A-B5EB-3CEE03AE4DBE}" destId="{712F75A6-64A8-5348-89D0-A5D9608B6822}" srcOrd="0" destOrd="0" presId="urn:microsoft.com/office/officeart/2008/layout/HorizontalMultiLevelHierarchy"/>
    <dgm:cxn modelId="{EC2E1DFB-26A2-4846-90F5-C085536D9610}" type="presParOf" srcId="{E3164158-E2D1-434A-B5EB-3CEE03AE4DBE}" destId="{DB36C52E-36DD-3848-A17E-9F028FAF7A32}"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90EC4DD-738D-A946-ABEF-363F0AB7A5DB}" type="doc">
      <dgm:prSet loTypeId="urn:microsoft.com/office/officeart/2005/8/layout/list1" loCatId="" qsTypeId="urn:microsoft.com/office/officeart/2005/8/quickstyle/simple3" qsCatId="simple" csTypeId="urn:microsoft.com/office/officeart/2005/8/colors/colorful1" csCatId="colorful" phldr="1"/>
      <dgm:spPr/>
      <dgm:t>
        <a:bodyPr/>
        <a:lstStyle/>
        <a:p>
          <a:endParaRPr lang="en-US"/>
        </a:p>
      </dgm:t>
    </dgm:pt>
    <dgm:pt modelId="{C207A7B1-C454-0247-BF78-476BCB177C3B}">
      <dgm:prSet phldrT="[Text]" custT="1"/>
      <dgm:spPr/>
      <dgm:t>
        <a:bodyPr/>
        <a:lstStyle/>
        <a:p>
          <a:pPr algn="ctr"/>
          <a:r>
            <a:rPr lang="en-US" sz="2000" dirty="0" err="1">
              <a:latin typeface="Arial" panose="020B0604020202020204" pitchFamily="34" charset="0"/>
              <a:cs typeface="Arial" panose="020B0604020202020204" pitchFamily="34" charset="0"/>
            </a:rPr>
            <a:t>Khi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cần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áp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biện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cưỡng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chế</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nước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đối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với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chủ</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thể</a:t>
          </a:r>
          <a:r>
            <a:rPr lang="en-US" sz="2000" dirty="0">
              <a:latin typeface="Arial" panose="020B0604020202020204" pitchFamily="34" charset="0"/>
              <a:cs typeface="Arial" panose="020B0604020202020204" pitchFamily="34" charset="0"/>
            </a:rPr>
            <a:t> vi </a:t>
          </a:r>
          <a:r>
            <a:rPr lang="en-US" sz="2000" dirty="0" err="1">
              <a:latin typeface="Arial" panose="020B0604020202020204" pitchFamily="34" charset="0"/>
              <a:cs typeface="Arial" panose="020B0604020202020204" pitchFamily="34" charset="0"/>
            </a:rPr>
            <a:t>phạm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luật</a:t>
          </a:r>
          <a:endParaRPr lang="en-US" sz="2000" dirty="0">
            <a:latin typeface="Arial" panose="020B0604020202020204" pitchFamily="34" charset="0"/>
            <a:cs typeface="Arial" panose="020B0604020202020204" pitchFamily="34" charset="0"/>
          </a:endParaRPr>
        </a:p>
      </dgm:t>
    </dgm:pt>
    <dgm:pt modelId="{4B90E400-724A-C748-86E3-1F122D9B0236}" type="parTrans" cxnId="{625235F8-6371-1248-91AF-7F8328D668D2}">
      <dgm:prSet/>
      <dgm:spPr/>
      <dgm:t>
        <a:bodyPr/>
        <a:lstStyle/>
        <a:p>
          <a:endParaRPr lang="en-US"/>
        </a:p>
      </dgm:t>
    </dgm:pt>
    <dgm:pt modelId="{EA882F2E-7508-B243-85E0-59680DFAB4CE}" type="sibTrans" cxnId="{625235F8-6371-1248-91AF-7F8328D668D2}">
      <dgm:prSet/>
      <dgm:spPr/>
      <dgm:t>
        <a:bodyPr/>
        <a:lstStyle/>
        <a:p>
          <a:endParaRPr lang="en-US"/>
        </a:p>
      </dgm:t>
    </dgm:pt>
    <dgm:pt modelId="{8D211BBC-932C-6C4C-9B37-99D6988752DB}">
      <dgm:prSet phldrT="[Text]" custT="1"/>
      <dgm:spPr/>
      <dgm:t>
        <a:bodyPr/>
        <a:lstStyle/>
        <a:p>
          <a:pPr algn="ctr"/>
          <a:r>
            <a:rPr lang="en-US" sz="2000">
              <a:latin typeface="Arial" panose="020B0604020202020204" pitchFamily="34" charset="0"/>
              <a:cs typeface="Arial" panose="020B0604020202020204" pitchFamily="34" charset="0"/>
            </a:rPr>
            <a:t>Khi quyền và nghĩa vụ pháp lý của các chủ thể không mặc nhiên sinh ra, thay đổi hoặc chấm dứt nếu thiếu sự can thiệp của nhà nước</a:t>
          </a:r>
          <a:endParaRPr lang="en-US" sz="2000" dirty="0">
            <a:latin typeface="Arial" panose="020B0604020202020204" pitchFamily="34" charset="0"/>
            <a:cs typeface="Arial" panose="020B0604020202020204" pitchFamily="34" charset="0"/>
          </a:endParaRPr>
        </a:p>
      </dgm:t>
    </dgm:pt>
    <dgm:pt modelId="{8A3AD215-71C8-9E49-981F-90759C26071C}" type="parTrans" cxnId="{AE9E7F2F-42A2-AA4D-93B6-B5A0FE47DD02}">
      <dgm:prSet/>
      <dgm:spPr/>
      <dgm:t>
        <a:bodyPr/>
        <a:lstStyle/>
        <a:p>
          <a:endParaRPr lang="en-US"/>
        </a:p>
      </dgm:t>
    </dgm:pt>
    <dgm:pt modelId="{D900A562-DC79-8A4E-A730-F9F064AABFEA}" type="sibTrans" cxnId="{AE9E7F2F-42A2-AA4D-93B6-B5A0FE47DD02}">
      <dgm:prSet/>
      <dgm:spPr/>
      <dgm:t>
        <a:bodyPr/>
        <a:lstStyle/>
        <a:p>
          <a:endParaRPr lang="en-US"/>
        </a:p>
      </dgm:t>
    </dgm:pt>
    <dgm:pt modelId="{FA1431EF-A0B5-BC43-A3F5-7A1A79EA6889}">
      <dgm:prSet phldrT="[Text]" custT="1"/>
      <dgm:spPr/>
      <dgm:t>
        <a:bodyPr/>
        <a:lstStyle/>
        <a:p>
          <a:pPr algn="ctr"/>
          <a:r>
            <a:rPr lang="en-US" sz="2000">
              <a:latin typeface="Arial" panose="020B0604020202020204" pitchFamily="34" charset="0"/>
              <a:cs typeface="Arial" panose="020B0604020202020204" pitchFamily="34" charset="0"/>
            </a:rPr>
            <a:t>Khi xảy ra tranh chấp giữa các chủ thể quan hệ pháp luật mà các bên không thể tự thoả thuận để giải quyết được</a:t>
          </a:r>
          <a:endParaRPr lang="en-US" sz="2000" dirty="0">
            <a:latin typeface="Arial" panose="020B0604020202020204" pitchFamily="34" charset="0"/>
            <a:cs typeface="Arial" panose="020B0604020202020204" pitchFamily="34" charset="0"/>
          </a:endParaRPr>
        </a:p>
      </dgm:t>
    </dgm:pt>
    <dgm:pt modelId="{54CF283B-8721-A14E-94AF-D8EEAA26E3D2}" type="parTrans" cxnId="{1E57E862-11E2-4F4F-9232-7BA647051D47}">
      <dgm:prSet/>
      <dgm:spPr/>
      <dgm:t>
        <a:bodyPr/>
        <a:lstStyle/>
        <a:p>
          <a:endParaRPr lang="en-US"/>
        </a:p>
      </dgm:t>
    </dgm:pt>
    <dgm:pt modelId="{E2B1159C-00B2-3B45-959C-BAF67EAF3E0B}" type="sibTrans" cxnId="{1E57E862-11E2-4F4F-9232-7BA647051D47}">
      <dgm:prSet/>
      <dgm:spPr/>
      <dgm:t>
        <a:bodyPr/>
        <a:lstStyle/>
        <a:p>
          <a:endParaRPr lang="en-US"/>
        </a:p>
      </dgm:t>
    </dgm:pt>
    <dgm:pt modelId="{3DC67DF3-554F-794C-86B2-B40AD16102AA}">
      <dgm:prSet phldrT="[Text]" custT="1"/>
      <dgm:spPr/>
      <dgm:t>
        <a:bodyPr/>
        <a:lstStyle/>
        <a:p>
          <a:pPr algn="ctr"/>
          <a:r>
            <a:rPr lang="en-US" sz="2000">
              <a:latin typeface="Arial" panose="020B0604020202020204" pitchFamily="34" charset="0"/>
              <a:cs typeface="Arial" panose="020B0604020202020204" pitchFamily="34" charset="0"/>
            </a:rPr>
            <a:t>Trong một số trường hợp Nhà nước nhận thâý cần phải kiểm tra giám sát hoạt động của các bên tham gia quan hệ pháp luật hoặc chứng thực sự tồn tại hay không tồn tại của một sự kiện trên thực tế.</a:t>
          </a:r>
          <a:endParaRPr lang="en-US" sz="2000" dirty="0">
            <a:latin typeface="Arial" panose="020B0604020202020204" pitchFamily="34" charset="0"/>
            <a:cs typeface="Arial" panose="020B0604020202020204" pitchFamily="34" charset="0"/>
          </a:endParaRPr>
        </a:p>
      </dgm:t>
    </dgm:pt>
    <dgm:pt modelId="{989A928E-173C-B24E-9032-AE6B97C9D07F}" type="parTrans" cxnId="{1ECDCF13-CA18-AB4B-AC23-3B6E334E545B}">
      <dgm:prSet/>
      <dgm:spPr/>
      <dgm:t>
        <a:bodyPr/>
        <a:lstStyle/>
        <a:p>
          <a:endParaRPr lang="en-US"/>
        </a:p>
      </dgm:t>
    </dgm:pt>
    <dgm:pt modelId="{BA904580-B6F6-2044-A486-07D444820A43}" type="sibTrans" cxnId="{1ECDCF13-CA18-AB4B-AC23-3B6E334E545B}">
      <dgm:prSet/>
      <dgm:spPr/>
      <dgm:t>
        <a:bodyPr/>
        <a:lstStyle/>
        <a:p>
          <a:endParaRPr lang="en-US"/>
        </a:p>
      </dgm:t>
    </dgm:pt>
    <dgm:pt modelId="{B317D221-31C8-D948-842E-377CDF71D41A}" type="pres">
      <dgm:prSet presAssocID="{790EC4DD-738D-A946-ABEF-363F0AB7A5DB}" presName="linear" presStyleCnt="0">
        <dgm:presLayoutVars>
          <dgm:dir/>
          <dgm:animLvl val="lvl"/>
          <dgm:resizeHandles val="exact"/>
        </dgm:presLayoutVars>
      </dgm:prSet>
      <dgm:spPr/>
    </dgm:pt>
    <dgm:pt modelId="{74CC1D12-29E4-9440-B7B7-190846A45513}" type="pres">
      <dgm:prSet presAssocID="{C207A7B1-C454-0247-BF78-476BCB177C3B}" presName="parentLin" presStyleCnt="0"/>
      <dgm:spPr/>
    </dgm:pt>
    <dgm:pt modelId="{3E7A400D-D344-DB43-A3E4-45D6DBB1AEB2}" type="pres">
      <dgm:prSet presAssocID="{C207A7B1-C454-0247-BF78-476BCB177C3B}" presName="parentLeftMargin" presStyleLbl="node1" presStyleIdx="0" presStyleCnt="4"/>
      <dgm:spPr/>
    </dgm:pt>
    <dgm:pt modelId="{19295BD4-7FDC-FB41-90AA-243B33A60C23}" type="pres">
      <dgm:prSet presAssocID="{C207A7B1-C454-0247-BF78-476BCB177C3B}" presName="parentText" presStyleLbl="node1" presStyleIdx="0" presStyleCnt="4" custScaleX="130335" custScaleY="379403">
        <dgm:presLayoutVars>
          <dgm:chMax val="0"/>
          <dgm:bulletEnabled val="1"/>
        </dgm:presLayoutVars>
      </dgm:prSet>
      <dgm:spPr/>
    </dgm:pt>
    <dgm:pt modelId="{1FA4120F-334D-7A47-8348-1C3967E4A71A}" type="pres">
      <dgm:prSet presAssocID="{C207A7B1-C454-0247-BF78-476BCB177C3B}" presName="negativeSpace" presStyleCnt="0"/>
      <dgm:spPr/>
    </dgm:pt>
    <dgm:pt modelId="{CECB434C-A676-8942-A01E-9E7031FB6E83}" type="pres">
      <dgm:prSet presAssocID="{C207A7B1-C454-0247-BF78-476BCB177C3B}" presName="childText" presStyleLbl="conFgAcc1" presStyleIdx="0" presStyleCnt="4" custScaleY="196992">
        <dgm:presLayoutVars>
          <dgm:bulletEnabled val="1"/>
        </dgm:presLayoutVars>
      </dgm:prSet>
      <dgm:spPr/>
    </dgm:pt>
    <dgm:pt modelId="{1DFC312D-8FBF-0141-8A54-9CFF54AE460C}" type="pres">
      <dgm:prSet presAssocID="{EA882F2E-7508-B243-85E0-59680DFAB4CE}" presName="spaceBetweenRectangles" presStyleCnt="0"/>
      <dgm:spPr/>
    </dgm:pt>
    <dgm:pt modelId="{9E4E6337-F130-D746-8197-4299E808D1E0}" type="pres">
      <dgm:prSet presAssocID="{8D211BBC-932C-6C4C-9B37-99D6988752DB}" presName="parentLin" presStyleCnt="0"/>
      <dgm:spPr/>
    </dgm:pt>
    <dgm:pt modelId="{6BF916F7-E0B9-694C-B92B-5790918B3DCB}" type="pres">
      <dgm:prSet presAssocID="{8D211BBC-932C-6C4C-9B37-99D6988752DB}" presName="parentLeftMargin" presStyleLbl="node1" presStyleIdx="0" presStyleCnt="4"/>
      <dgm:spPr/>
    </dgm:pt>
    <dgm:pt modelId="{9E8ABE38-1E65-634E-B4BD-A1AD5D6914E2}" type="pres">
      <dgm:prSet presAssocID="{8D211BBC-932C-6C4C-9B37-99D6988752DB}" presName="parentText" presStyleLbl="node1" presStyleIdx="1" presStyleCnt="4" custScaleX="130335" custScaleY="366456">
        <dgm:presLayoutVars>
          <dgm:chMax val="0"/>
          <dgm:bulletEnabled val="1"/>
        </dgm:presLayoutVars>
      </dgm:prSet>
      <dgm:spPr/>
    </dgm:pt>
    <dgm:pt modelId="{58F19000-493A-2644-9A15-3680FC96477F}" type="pres">
      <dgm:prSet presAssocID="{8D211BBC-932C-6C4C-9B37-99D6988752DB}" presName="negativeSpace" presStyleCnt="0"/>
      <dgm:spPr/>
    </dgm:pt>
    <dgm:pt modelId="{99D49D5E-81A2-6047-A9D9-848A89EAB51F}" type="pres">
      <dgm:prSet presAssocID="{8D211BBC-932C-6C4C-9B37-99D6988752DB}" presName="childText" presStyleLbl="conFgAcc1" presStyleIdx="1" presStyleCnt="4" custScaleY="174729">
        <dgm:presLayoutVars>
          <dgm:bulletEnabled val="1"/>
        </dgm:presLayoutVars>
      </dgm:prSet>
      <dgm:spPr/>
    </dgm:pt>
    <dgm:pt modelId="{4470AC6A-B43E-2640-ABFA-B30B5393F54E}" type="pres">
      <dgm:prSet presAssocID="{D900A562-DC79-8A4E-A730-F9F064AABFEA}" presName="spaceBetweenRectangles" presStyleCnt="0"/>
      <dgm:spPr/>
    </dgm:pt>
    <dgm:pt modelId="{37D9BD14-14B4-224D-9713-EA11CEC373C7}" type="pres">
      <dgm:prSet presAssocID="{FA1431EF-A0B5-BC43-A3F5-7A1A79EA6889}" presName="parentLin" presStyleCnt="0"/>
      <dgm:spPr/>
    </dgm:pt>
    <dgm:pt modelId="{BFB2421C-2C26-0A4B-B33D-56C2680DAB97}" type="pres">
      <dgm:prSet presAssocID="{FA1431EF-A0B5-BC43-A3F5-7A1A79EA6889}" presName="parentLeftMargin" presStyleLbl="node1" presStyleIdx="1" presStyleCnt="4"/>
      <dgm:spPr/>
    </dgm:pt>
    <dgm:pt modelId="{9300804B-6B16-A543-A929-7757A6371548}" type="pres">
      <dgm:prSet presAssocID="{FA1431EF-A0B5-BC43-A3F5-7A1A79EA6889}" presName="parentText" presStyleLbl="node1" presStyleIdx="2" presStyleCnt="4" custScaleX="130335" custScaleY="383375">
        <dgm:presLayoutVars>
          <dgm:chMax val="0"/>
          <dgm:bulletEnabled val="1"/>
        </dgm:presLayoutVars>
      </dgm:prSet>
      <dgm:spPr/>
    </dgm:pt>
    <dgm:pt modelId="{82F3F28F-5B38-EB4F-A0FE-394D8CC09C79}" type="pres">
      <dgm:prSet presAssocID="{FA1431EF-A0B5-BC43-A3F5-7A1A79EA6889}" presName="negativeSpace" presStyleCnt="0"/>
      <dgm:spPr/>
    </dgm:pt>
    <dgm:pt modelId="{1D5C6228-0B40-A949-B5C4-3F3E07CF2C3E}" type="pres">
      <dgm:prSet presAssocID="{FA1431EF-A0B5-BC43-A3F5-7A1A79EA6889}" presName="childText" presStyleLbl="conFgAcc1" presStyleIdx="2" presStyleCnt="4" custScaleY="203737">
        <dgm:presLayoutVars>
          <dgm:bulletEnabled val="1"/>
        </dgm:presLayoutVars>
      </dgm:prSet>
      <dgm:spPr/>
    </dgm:pt>
    <dgm:pt modelId="{F2D0EDEE-3A60-764E-ABA8-29D7F44D119C}" type="pres">
      <dgm:prSet presAssocID="{E2B1159C-00B2-3B45-959C-BAF67EAF3E0B}" presName="spaceBetweenRectangles" presStyleCnt="0"/>
      <dgm:spPr/>
    </dgm:pt>
    <dgm:pt modelId="{57DCDDBD-EC3C-754E-A23F-08B426B1E00A}" type="pres">
      <dgm:prSet presAssocID="{3DC67DF3-554F-794C-86B2-B40AD16102AA}" presName="parentLin" presStyleCnt="0"/>
      <dgm:spPr/>
    </dgm:pt>
    <dgm:pt modelId="{83B08059-A397-E64B-93CA-0DADCB5D90C3}" type="pres">
      <dgm:prSet presAssocID="{3DC67DF3-554F-794C-86B2-B40AD16102AA}" presName="parentLeftMargin" presStyleLbl="node1" presStyleIdx="2" presStyleCnt="4"/>
      <dgm:spPr/>
    </dgm:pt>
    <dgm:pt modelId="{CE954799-2540-B24D-931D-2BCEEA8FA2EF}" type="pres">
      <dgm:prSet presAssocID="{3DC67DF3-554F-794C-86B2-B40AD16102AA}" presName="parentText" presStyleLbl="node1" presStyleIdx="3" presStyleCnt="4" custScaleX="130574" custScaleY="382099">
        <dgm:presLayoutVars>
          <dgm:chMax val="0"/>
          <dgm:bulletEnabled val="1"/>
        </dgm:presLayoutVars>
      </dgm:prSet>
      <dgm:spPr/>
    </dgm:pt>
    <dgm:pt modelId="{F3A5725A-78AE-CF44-9AB9-DFE16ABE031B}" type="pres">
      <dgm:prSet presAssocID="{3DC67DF3-554F-794C-86B2-B40AD16102AA}" presName="negativeSpace" presStyleCnt="0"/>
      <dgm:spPr/>
    </dgm:pt>
    <dgm:pt modelId="{111E92ED-9391-724E-A0E7-001D5C225BE0}" type="pres">
      <dgm:prSet presAssocID="{3DC67DF3-554F-794C-86B2-B40AD16102AA}" presName="childText" presStyleLbl="conFgAcc1" presStyleIdx="3" presStyleCnt="4" custScaleY="208374">
        <dgm:presLayoutVars>
          <dgm:bulletEnabled val="1"/>
        </dgm:presLayoutVars>
      </dgm:prSet>
      <dgm:spPr/>
    </dgm:pt>
  </dgm:ptLst>
  <dgm:cxnLst>
    <dgm:cxn modelId="{1ECDCF13-CA18-AB4B-AC23-3B6E334E545B}" srcId="{790EC4DD-738D-A946-ABEF-363F0AB7A5DB}" destId="{3DC67DF3-554F-794C-86B2-B40AD16102AA}" srcOrd="3" destOrd="0" parTransId="{989A928E-173C-B24E-9032-AE6B97C9D07F}" sibTransId="{BA904580-B6F6-2044-A486-07D444820A43}"/>
    <dgm:cxn modelId="{206E0015-832A-9949-8F22-69AEBB588AFE}" type="presOf" srcId="{790EC4DD-738D-A946-ABEF-363F0AB7A5DB}" destId="{B317D221-31C8-D948-842E-377CDF71D41A}" srcOrd="0" destOrd="0" presId="urn:microsoft.com/office/officeart/2005/8/layout/list1"/>
    <dgm:cxn modelId="{AE9E7F2F-42A2-AA4D-93B6-B5A0FE47DD02}" srcId="{790EC4DD-738D-A946-ABEF-363F0AB7A5DB}" destId="{8D211BBC-932C-6C4C-9B37-99D6988752DB}" srcOrd="1" destOrd="0" parTransId="{8A3AD215-71C8-9E49-981F-90759C26071C}" sibTransId="{D900A562-DC79-8A4E-A730-F9F064AABFEA}"/>
    <dgm:cxn modelId="{C2D27F3A-FFC3-074F-A6D6-20A69ED2C2A3}" type="presOf" srcId="{FA1431EF-A0B5-BC43-A3F5-7A1A79EA6889}" destId="{9300804B-6B16-A543-A929-7757A6371548}" srcOrd="1" destOrd="0" presId="urn:microsoft.com/office/officeart/2005/8/layout/list1"/>
    <dgm:cxn modelId="{CEBBC441-BB17-CD42-8486-804DC1EC73B5}" type="presOf" srcId="{3DC67DF3-554F-794C-86B2-B40AD16102AA}" destId="{CE954799-2540-B24D-931D-2BCEEA8FA2EF}" srcOrd="1" destOrd="0" presId="urn:microsoft.com/office/officeart/2005/8/layout/list1"/>
    <dgm:cxn modelId="{611E1D60-541D-9E46-B3BC-C3807B0E2200}" type="presOf" srcId="{8D211BBC-932C-6C4C-9B37-99D6988752DB}" destId="{6BF916F7-E0B9-694C-B92B-5790918B3DCB}" srcOrd="0" destOrd="0" presId="urn:microsoft.com/office/officeart/2005/8/layout/list1"/>
    <dgm:cxn modelId="{1E57E862-11E2-4F4F-9232-7BA647051D47}" srcId="{790EC4DD-738D-A946-ABEF-363F0AB7A5DB}" destId="{FA1431EF-A0B5-BC43-A3F5-7A1A79EA6889}" srcOrd="2" destOrd="0" parTransId="{54CF283B-8721-A14E-94AF-D8EEAA26E3D2}" sibTransId="{E2B1159C-00B2-3B45-959C-BAF67EAF3E0B}"/>
    <dgm:cxn modelId="{60F8596C-E843-3640-AF21-315425D38BFA}" type="presOf" srcId="{8D211BBC-932C-6C4C-9B37-99D6988752DB}" destId="{9E8ABE38-1E65-634E-B4BD-A1AD5D6914E2}" srcOrd="1" destOrd="0" presId="urn:microsoft.com/office/officeart/2005/8/layout/list1"/>
    <dgm:cxn modelId="{E6E57181-8BDD-AA45-B665-9C4ED3AE601A}" type="presOf" srcId="{C207A7B1-C454-0247-BF78-476BCB177C3B}" destId="{19295BD4-7FDC-FB41-90AA-243B33A60C23}" srcOrd="1" destOrd="0" presId="urn:microsoft.com/office/officeart/2005/8/layout/list1"/>
    <dgm:cxn modelId="{07D2EB98-3993-AF48-9246-F6014FB8F413}" type="presOf" srcId="{FA1431EF-A0B5-BC43-A3F5-7A1A79EA6889}" destId="{BFB2421C-2C26-0A4B-B33D-56C2680DAB97}" srcOrd="0" destOrd="0" presId="urn:microsoft.com/office/officeart/2005/8/layout/list1"/>
    <dgm:cxn modelId="{724B7FCD-1890-5B40-BCDF-DF8D680DC15B}" type="presOf" srcId="{3DC67DF3-554F-794C-86B2-B40AD16102AA}" destId="{83B08059-A397-E64B-93CA-0DADCB5D90C3}" srcOrd="0" destOrd="0" presId="urn:microsoft.com/office/officeart/2005/8/layout/list1"/>
    <dgm:cxn modelId="{80BE46E3-9795-5641-A83B-53BAF440E100}" type="presOf" srcId="{C207A7B1-C454-0247-BF78-476BCB177C3B}" destId="{3E7A400D-D344-DB43-A3E4-45D6DBB1AEB2}" srcOrd="0" destOrd="0" presId="urn:microsoft.com/office/officeart/2005/8/layout/list1"/>
    <dgm:cxn modelId="{625235F8-6371-1248-91AF-7F8328D668D2}" srcId="{790EC4DD-738D-A946-ABEF-363F0AB7A5DB}" destId="{C207A7B1-C454-0247-BF78-476BCB177C3B}" srcOrd="0" destOrd="0" parTransId="{4B90E400-724A-C748-86E3-1F122D9B0236}" sibTransId="{EA882F2E-7508-B243-85E0-59680DFAB4CE}"/>
    <dgm:cxn modelId="{F9B71877-6FE9-CA44-A672-6CF1F870C19E}" type="presParOf" srcId="{B317D221-31C8-D948-842E-377CDF71D41A}" destId="{74CC1D12-29E4-9440-B7B7-190846A45513}" srcOrd="0" destOrd="0" presId="urn:microsoft.com/office/officeart/2005/8/layout/list1"/>
    <dgm:cxn modelId="{BE7DE37B-C795-F847-9614-0EA5C967D0BD}" type="presParOf" srcId="{74CC1D12-29E4-9440-B7B7-190846A45513}" destId="{3E7A400D-D344-DB43-A3E4-45D6DBB1AEB2}" srcOrd="0" destOrd="0" presId="urn:microsoft.com/office/officeart/2005/8/layout/list1"/>
    <dgm:cxn modelId="{FB9D41A6-5ECE-204A-A7D4-E648E079AF0C}" type="presParOf" srcId="{74CC1D12-29E4-9440-B7B7-190846A45513}" destId="{19295BD4-7FDC-FB41-90AA-243B33A60C23}" srcOrd="1" destOrd="0" presId="urn:microsoft.com/office/officeart/2005/8/layout/list1"/>
    <dgm:cxn modelId="{34130BA6-6F58-1949-BF89-35A53B947C8B}" type="presParOf" srcId="{B317D221-31C8-D948-842E-377CDF71D41A}" destId="{1FA4120F-334D-7A47-8348-1C3967E4A71A}" srcOrd="1" destOrd="0" presId="urn:microsoft.com/office/officeart/2005/8/layout/list1"/>
    <dgm:cxn modelId="{4F3597B3-6FDF-0E47-BF08-2ABF13ED2166}" type="presParOf" srcId="{B317D221-31C8-D948-842E-377CDF71D41A}" destId="{CECB434C-A676-8942-A01E-9E7031FB6E83}" srcOrd="2" destOrd="0" presId="urn:microsoft.com/office/officeart/2005/8/layout/list1"/>
    <dgm:cxn modelId="{5E306562-3899-7C47-AC50-0B367A2BF88A}" type="presParOf" srcId="{B317D221-31C8-D948-842E-377CDF71D41A}" destId="{1DFC312D-8FBF-0141-8A54-9CFF54AE460C}" srcOrd="3" destOrd="0" presId="urn:microsoft.com/office/officeart/2005/8/layout/list1"/>
    <dgm:cxn modelId="{1C33FD00-02AD-B347-9ED2-5A4D5A42F64E}" type="presParOf" srcId="{B317D221-31C8-D948-842E-377CDF71D41A}" destId="{9E4E6337-F130-D746-8197-4299E808D1E0}" srcOrd="4" destOrd="0" presId="urn:microsoft.com/office/officeart/2005/8/layout/list1"/>
    <dgm:cxn modelId="{94E3466A-B2B5-0E4B-9B56-8C8F523E8979}" type="presParOf" srcId="{9E4E6337-F130-D746-8197-4299E808D1E0}" destId="{6BF916F7-E0B9-694C-B92B-5790918B3DCB}" srcOrd="0" destOrd="0" presId="urn:microsoft.com/office/officeart/2005/8/layout/list1"/>
    <dgm:cxn modelId="{F4E59688-4B4D-9B40-90D4-72AFC057EA94}" type="presParOf" srcId="{9E4E6337-F130-D746-8197-4299E808D1E0}" destId="{9E8ABE38-1E65-634E-B4BD-A1AD5D6914E2}" srcOrd="1" destOrd="0" presId="urn:microsoft.com/office/officeart/2005/8/layout/list1"/>
    <dgm:cxn modelId="{9E77B993-DDD8-8F4F-80E6-A14AF1B7142E}" type="presParOf" srcId="{B317D221-31C8-D948-842E-377CDF71D41A}" destId="{58F19000-493A-2644-9A15-3680FC96477F}" srcOrd="5" destOrd="0" presId="urn:microsoft.com/office/officeart/2005/8/layout/list1"/>
    <dgm:cxn modelId="{33711659-3A3E-9740-A6AB-4C12F03657CB}" type="presParOf" srcId="{B317D221-31C8-D948-842E-377CDF71D41A}" destId="{99D49D5E-81A2-6047-A9D9-848A89EAB51F}" srcOrd="6" destOrd="0" presId="urn:microsoft.com/office/officeart/2005/8/layout/list1"/>
    <dgm:cxn modelId="{1E838204-212D-2649-98BC-6DD57062DEE1}" type="presParOf" srcId="{B317D221-31C8-D948-842E-377CDF71D41A}" destId="{4470AC6A-B43E-2640-ABFA-B30B5393F54E}" srcOrd="7" destOrd="0" presId="urn:microsoft.com/office/officeart/2005/8/layout/list1"/>
    <dgm:cxn modelId="{D5928FDB-1DB2-AC42-9DF6-365BB495E433}" type="presParOf" srcId="{B317D221-31C8-D948-842E-377CDF71D41A}" destId="{37D9BD14-14B4-224D-9713-EA11CEC373C7}" srcOrd="8" destOrd="0" presId="urn:microsoft.com/office/officeart/2005/8/layout/list1"/>
    <dgm:cxn modelId="{00C8E5EB-C057-E348-AA47-1E6EFCF26182}" type="presParOf" srcId="{37D9BD14-14B4-224D-9713-EA11CEC373C7}" destId="{BFB2421C-2C26-0A4B-B33D-56C2680DAB97}" srcOrd="0" destOrd="0" presId="urn:microsoft.com/office/officeart/2005/8/layout/list1"/>
    <dgm:cxn modelId="{3120E196-09A7-C34B-B793-C68FDA38C685}" type="presParOf" srcId="{37D9BD14-14B4-224D-9713-EA11CEC373C7}" destId="{9300804B-6B16-A543-A929-7757A6371548}" srcOrd="1" destOrd="0" presId="urn:microsoft.com/office/officeart/2005/8/layout/list1"/>
    <dgm:cxn modelId="{002A567D-C380-A44E-818A-1274CD51186F}" type="presParOf" srcId="{B317D221-31C8-D948-842E-377CDF71D41A}" destId="{82F3F28F-5B38-EB4F-A0FE-394D8CC09C79}" srcOrd="9" destOrd="0" presId="urn:microsoft.com/office/officeart/2005/8/layout/list1"/>
    <dgm:cxn modelId="{8BDDCD65-3433-5147-96C1-212CD23B9CB1}" type="presParOf" srcId="{B317D221-31C8-D948-842E-377CDF71D41A}" destId="{1D5C6228-0B40-A949-B5C4-3F3E07CF2C3E}" srcOrd="10" destOrd="0" presId="urn:microsoft.com/office/officeart/2005/8/layout/list1"/>
    <dgm:cxn modelId="{B7389BDB-2F55-4E48-A757-4D4646756B53}" type="presParOf" srcId="{B317D221-31C8-D948-842E-377CDF71D41A}" destId="{F2D0EDEE-3A60-764E-ABA8-29D7F44D119C}" srcOrd="11" destOrd="0" presId="urn:microsoft.com/office/officeart/2005/8/layout/list1"/>
    <dgm:cxn modelId="{25DAF0A2-F7B7-F34C-BE29-5E3CF54C439F}" type="presParOf" srcId="{B317D221-31C8-D948-842E-377CDF71D41A}" destId="{57DCDDBD-EC3C-754E-A23F-08B426B1E00A}" srcOrd="12" destOrd="0" presId="urn:microsoft.com/office/officeart/2005/8/layout/list1"/>
    <dgm:cxn modelId="{C15365C7-305A-F248-B0DF-624FC7BEF081}" type="presParOf" srcId="{57DCDDBD-EC3C-754E-A23F-08B426B1E00A}" destId="{83B08059-A397-E64B-93CA-0DADCB5D90C3}" srcOrd="0" destOrd="0" presId="urn:microsoft.com/office/officeart/2005/8/layout/list1"/>
    <dgm:cxn modelId="{1CFD6F9C-C900-7A42-A2D0-1F237047A707}" type="presParOf" srcId="{57DCDDBD-EC3C-754E-A23F-08B426B1E00A}" destId="{CE954799-2540-B24D-931D-2BCEEA8FA2EF}" srcOrd="1" destOrd="0" presId="urn:microsoft.com/office/officeart/2005/8/layout/list1"/>
    <dgm:cxn modelId="{399143B8-6C7E-2847-90AF-CAF57800C058}" type="presParOf" srcId="{B317D221-31C8-D948-842E-377CDF71D41A}" destId="{F3A5725A-78AE-CF44-9AB9-DFE16ABE031B}" srcOrd="13" destOrd="0" presId="urn:microsoft.com/office/officeart/2005/8/layout/list1"/>
    <dgm:cxn modelId="{FBAB84D1-30D9-AF45-8ABB-949C37FF1186}" type="presParOf" srcId="{B317D221-31C8-D948-842E-377CDF71D41A}" destId="{111E92ED-9391-724E-A0E7-001D5C225BE0}"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0A211F6-25CE-4D42-8EFE-A513AC48C09B}" type="doc">
      <dgm:prSet loTypeId="urn:microsoft.com/office/officeart/2005/8/layout/hChevron3" loCatId="" qsTypeId="urn:microsoft.com/office/officeart/2005/8/quickstyle/simple3" qsCatId="simple" csTypeId="urn:microsoft.com/office/officeart/2005/8/colors/accent2_4" csCatId="accent2" phldr="1"/>
      <dgm:spPr/>
    </dgm:pt>
    <dgm:pt modelId="{D1C6ABDD-1A84-7E4D-9EF6-C251C8EFE3FD}">
      <dgm:prSet phldrT="[Text]" custT="1"/>
      <dgm:spPr/>
      <dgm:t>
        <a:bodyPr/>
        <a:lstStyle/>
        <a:p>
          <a:r>
            <a:rPr lang="en-US" sz="2000" i="1" dirty="0" err="1">
              <a:latin typeface="Arial" panose="020B0604020202020204" pitchFamily="34" charset="0"/>
              <a:cs typeface="Arial" panose="020B0604020202020204" pitchFamily="34" charset="0"/>
            </a:rPr>
            <a:t>Phân</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tích</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đánh</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giá</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chính</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xác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mọi</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tình</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tiết</a:t>
          </a:r>
          <a:endParaRPr lang="en-US" sz="2000" i="1" dirty="0">
            <a:latin typeface="Arial" panose="020B0604020202020204" pitchFamily="34" charset="0"/>
            <a:cs typeface="Arial" panose="020B0604020202020204" pitchFamily="34" charset="0"/>
          </a:endParaRPr>
        </a:p>
      </dgm:t>
    </dgm:pt>
    <dgm:pt modelId="{5BEB083E-3A53-4E46-BE9E-A5C2A12B4460}" type="parTrans" cxnId="{0FA92089-D665-4543-B2E1-7CCDBB3C46D9}">
      <dgm:prSet/>
      <dgm:spPr/>
      <dgm:t>
        <a:bodyPr/>
        <a:lstStyle/>
        <a:p>
          <a:endParaRPr lang="en-US"/>
        </a:p>
      </dgm:t>
    </dgm:pt>
    <dgm:pt modelId="{8085C66F-1E50-2346-9B89-DC22A2DDE207}" type="sibTrans" cxnId="{0FA92089-D665-4543-B2E1-7CCDBB3C46D9}">
      <dgm:prSet/>
      <dgm:spPr/>
      <dgm:t>
        <a:bodyPr/>
        <a:lstStyle/>
        <a:p>
          <a:endParaRPr lang="en-US"/>
        </a:p>
      </dgm:t>
    </dgm:pt>
    <dgm:pt modelId="{B0BD8243-9499-B443-9ADC-FA3D056292DF}">
      <dgm:prSet phldrT="[Text]" custT="1"/>
      <dgm:spPr/>
      <dgm:t>
        <a:bodyPr/>
        <a:lstStyle/>
        <a:p>
          <a:r>
            <a:rPr lang="en-US" sz="1800" i="1">
              <a:latin typeface="Arial" panose="020B0604020202020204" pitchFamily="34" charset="0"/>
              <a:cs typeface="Arial" panose="020B0604020202020204" pitchFamily="34" charset="0"/>
            </a:rPr>
            <a:t>Lựa chọn QPPL phù hợp</a:t>
          </a:r>
          <a:endParaRPr lang="en-US" sz="1800" i="1" dirty="0">
            <a:latin typeface="Arial" panose="020B0604020202020204" pitchFamily="34" charset="0"/>
            <a:cs typeface="Arial" panose="020B0604020202020204" pitchFamily="34" charset="0"/>
          </a:endParaRPr>
        </a:p>
      </dgm:t>
    </dgm:pt>
    <dgm:pt modelId="{D0775174-7F90-3248-BD11-493874B227A6}" type="parTrans" cxnId="{B8F647D1-0F32-954C-8181-51092989DEB4}">
      <dgm:prSet/>
      <dgm:spPr/>
      <dgm:t>
        <a:bodyPr/>
        <a:lstStyle/>
        <a:p>
          <a:endParaRPr lang="en-US"/>
        </a:p>
      </dgm:t>
    </dgm:pt>
    <dgm:pt modelId="{88C1029D-B0C7-184A-B2AD-187762A78580}" type="sibTrans" cxnId="{B8F647D1-0F32-954C-8181-51092989DEB4}">
      <dgm:prSet/>
      <dgm:spPr/>
      <dgm:t>
        <a:bodyPr/>
        <a:lstStyle/>
        <a:p>
          <a:endParaRPr lang="en-US"/>
        </a:p>
      </dgm:t>
    </dgm:pt>
    <dgm:pt modelId="{12CE7D63-2BBB-944E-87E3-700151FF1FEF}">
      <dgm:prSet phldrT="[Text]" custT="1"/>
      <dgm:spPr/>
      <dgm:t>
        <a:bodyPr/>
        <a:lstStyle/>
        <a:p>
          <a:r>
            <a:rPr lang="en-US" sz="1800" u="none" dirty="0">
              <a:latin typeface="Arial" panose="020B0604020202020204" pitchFamily="34" charset="0"/>
              <a:cs typeface="Arial" panose="020B0604020202020204" pitchFamily="34" charset="0"/>
            </a:rPr>
            <a:t>Ra </a:t>
          </a:r>
          <a:r>
            <a:rPr lang="en-US" sz="1800" u="none" dirty="0" err="1">
              <a:latin typeface="Arial" panose="020B0604020202020204" pitchFamily="34" charset="0"/>
              <a:cs typeface="Arial" panose="020B0604020202020204" pitchFamily="34" charset="0"/>
            </a:rPr>
            <a:t>văn</a:t>
          </a:r>
          <a:r>
            <a:rPr lang="en-US" sz="1800" u="none" dirty="0">
              <a:latin typeface="Arial" panose="020B0604020202020204" pitchFamily="34" charset="0"/>
              <a:cs typeface="Arial" panose="020B0604020202020204" pitchFamily="34" charset="0"/>
            </a:rPr>
            <a:t> </a:t>
          </a:r>
          <a:r>
            <a:rPr lang="en-US" sz="1800" u="none" dirty="0" err="1">
              <a:latin typeface="Arial" panose="020B0604020202020204" pitchFamily="34" charset="0"/>
              <a:cs typeface="Arial" panose="020B0604020202020204" pitchFamily="34" charset="0"/>
            </a:rPr>
            <a:t>bản</a:t>
          </a:r>
          <a:r>
            <a:rPr lang="en-US" sz="1800" u="none" dirty="0">
              <a:latin typeface="Arial" panose="020B0604020202020204" pitchFamily="34" charset="0"/>
              <a:cs typeface="Arial" panose="020B0604020202020204" pitchFamily="34" charset="0"/>
            </a:rPr>
            <a:t> ADPL</a:t>
          </a:r>
        </a:p>
      </dgm:t>
    </dgm:pt>
    <dgm:pt modelId="{3A309C55-D9CE-8D40-890A-C8CEFF0FE819}" type="parTrans" cxnId="{10FE3144-5EC0-A440-A2CD-DA32A87BCA43}">
      <dgm:prSet/>
      <dgm:spPr/>
      <dgm:t>
        <a:bodyPr/>
        <a:lstStyle/>
        <a:p>
          <a:endParaRPr lang="en-US"/>
        </a:p>
      </dgm:t>
    </dgm:pt>
    <dgm:pt modelId="{F730B45B-70EE-EB43-BA6A-20254CD98E15}" type="sibTrans" cxnId="{10FE3144-5EC0-A440-A2CD-DA32A87BCA43}">
      <dgm:prSet/>
      <dgm:spPr/>
      <dgm:t>
        <a:bodyPr/>
        <a:lstStyle/>
        <a:p>
          <a:endParaRPr lang="en-US"/>
        </a:p>
      </dgm:t>
    </dgm:pt>
    <dgm:pt modelId="{EE68DC4F-ABF2-4545-B81D-F665F0795543}">
      <dgm:prSet phldrT="[Text]" custT="1"/>
      <dgm:spPr/>
      <dgm:t>
        <a:bodyPr/>
        <a:lstStyle/>
        <a:p>
          <a:r>
            <a:rPr lang="en-US" sz="1800" i="1">
              <a:latin typeface="Arial" panose="020B0604020202020204" pitchFamily="34" charset="0"/>
              <a:cs typeface="Arial" panose="020B0604020202020204" pitchFamily="34" charset="0"/>
            </a:rPr>
            <a:t>Tổ chức thực hiện văn bản ADPL</a:t>
          </a:r>
          <a:endParaRPr lang="en-US" sz="1800" i="1" dirty="0">
            <a:latin typeface="Arial" panose="020B0604020202020204" pitchFamily="34" charset="0"/>
            <a:cs typeface="Arial" panose="020B0604020202020204" pitchFamily="34" charset="0"/>
          </a:endParaRPr>
        </a:p>
      </dgm:t>
    </dgm:pt>
    <dgm:pt modelId="{3ACE68A8-634C-4A4A-B2C9-5C0571955041}" type="parTrans" cxnId="{3A0A86A4-E9EC-124D-84D3-D44A568FD288}">
      <dgm:prSet/>
      <dgm:spPr/>
      <dgm:t>
        <a:bodyPr/>
        <a:lstStyle/>
        <a:p>
          <a:endParaRPr lang="en-US"/>
        </a:p>
      </dgm:t>
    </dgm:pt>
    <dgm:pt modelId="{9E61C9C4-52D3-AF41-A631-0849D1BB5AF2}" type="sibTrans" cxnId="{3A0A86A4-E9EC-124D-84D3-D44A568FD288}">
      <dgm:prSet/>
      <dgm:spPr/>
      <dgm:t>
        <a:bodyPr/>
        <a:lstStyle/>
        <a:p>
          <a:endParaRPr lang="en-US"/>
        </a:p>
      </dgm:t>
    </dgm:pt>
    <dgm:pt modelId="{0D2942F0-85F9-F245-9861-F9B3B34E9BD2}" type="pres">
      <dgm:prSet presAssocID="{40A211F6-25CE-4D42-8EFE-A513AC48C09B}" presName="Name0" presStyleCnt="0">
        <dgm:presLayoutVars>
          <dgm:dir/>
          <dgm:resizeHandles val="exact"/>
        </dgm:presLayoutVars>
      </dgm:prSet>
      <dgm:spPr/>
    </dgm:pt>
    <dgm:pt modelId="{B1B1F6DB-854A-5D40-958F-A32C3DA58483}" type="pres">
      <dgm:prSet presAssocID="{D1C6ABDD-1A84-7E4D-9EF6-C251C8EFE3FD}" presName="parTxOnly" presStyleLbl="node1" presStyleIdx="0" presStyleCnt="4" custScaleX="100136" custScaleY="199801">
        <dgm:presLayoutVars>
          <dgm:bulletEnabled val="1"/>
        </dgm:presLayoutVars>
      </dgm:prSet>
      <dgm:spPr/>
    </dgm:pt>
    <dgm:pt modelId="{4FF5065C-DD19-8E49-ABBE-5CCD391D428B}" type="pres">
      <dgm:prSet presAssocID="{8085C66F-1E50-2346-9B89-DC22A2DDE207}" presName="parSpace" presStyleCnt="0"/>
      <dgm:spPr/>
    </dgm:pt>
    <dgm:pt modelId="{0AF3DE5E-C793-AC40-A129-85DACBA52AD7}" type="pres">
      <dgm:prSet presAssocID="{B0BD8243-9499-B443-9ADC-FA3D056292DF}" presName="parTxOnly" presStyleLbl="node1" presStyleIdx="1" presStyleCnt="4" custScaleX="117208" custScaleY="199801" custLinFactNeighborX="-10106" custLinFactNeighborY="1715">
        <dgm:presLayoutVars>
          <dgm:bulletEnabled val="1"/>
        </dgm:presLayoutVars>
      </dgm:prSet>
      <dgm:spPr/>
    </dgm:pt>
    <dgm:pt modelId="{E1FB7BEC-C4A6-E245-83CC-7748D47264F1}" type="pres">
      <dgm:prSet presAssocID="{88C1029D-B0C7-184A-B2AD-187762A78580}" presName="parSpace" presStyleCnt="0"/>
      <dgm:spPr/>
    </dgm:pt>
    <dgm:pt modelId="{F1600CE3-61F4-4C45-BE4C-61F81468E5D7}" type="pres">
      <dgm:prSet presAssocID="{12CE7D63-2BBB-944E-87E3-700151FF1FEF}" presName="parTxOnly" presStyleLbl="node1" presStyleIdx="2" presStyleCnt="4" custScaleX="119500" custScaleY="199801">
        <dgm:presLayoutVars>
          <dgm:bulletEnabled val="1"/>
        </dgm:presLayoutVars>
      </dgm:prSet>
      <dgm:spPr/>
    </dgm:pt>
    <dgm:pt modelId="{8D2D526D-BC6F-A24A-8F3B-D0F2490897C8}" type="pres">
      <dgm:prSet presAssocID="{F730B45B-70EE-EB43-BA6A-20254CD98E15}" presName="parSpace" presStyleCnt="0"/>
      <dgm:spPr/>
    </dgm:pt>
    <dgm:pt modelId="{E91098EF-65FE-ED4B-B1AD-937E6CB4DBDD}" type="pres">
      <dgm:prSet presAssocID="{EE68DC4F-ABF2-4545-B81D-F665F0795543}" presName="parTxOnly" presStyleLbl="node1" presStyleIdx="3" presStyleCnt="4" custScaleX="124310" custScaleY="199801">
        <dgm:presLayoutVars>
          <dgm:bulletEnabled val="1"/>
        </dgm:presLayoutVars>
      </dgm:prSet>
      <dgm:spPr/>
    </dgm:pt>
  </dgm:ptLst>
  <dgm:cxnLst>
    <dgm:cxn modelId="{2FB79418-C7CE-9C4B-BEE0-A621B8D1A1F8}" type="presOf" srcId="{40A211F6-25CE-4D42-8EFE-A513AC48C09B}" destId="{0D2942F0-85F9-F245-9861-F9B3B34E9BD2}" srcOrd="0" destOrd="0" presId="urn:microsoft.com/office/officeart/2005/8/layout/hChevron3"/>
    <dgm:cxn modelId="{9ABF341F-A5A6-8944-B9A4-0978D38E1E0C}" type="presOf" srcId="{EE68DC4F-ABF2-4545-B81D-F665F0795543}" destId="{E91098EF-65FE-ED4B-B1AD-937E6CB4DBDD}" srcOrd="0" destOrd="0" presId="urn:microsoft.com/office/officeart/2005/8/layout/hChevron3"/>
    <dgm:cxn modelId="{10FE3144-5EC0-A440-A2CD-DA32A87BCA43}" srcId="{40A211F6-25CE-4D42-8EFE-A513AC48C09B}" destId="{12CE7D63-2BBB-944E-87E3-700151FF1FEF}" srcOrd="2" destOrd="0" parTransId="{3A309C55-D9CE-8D40-890A-C8CEFF0FE819}" sibTransId="{F730B45B-70EE-EB43-BA6A-20254CD98E15}"/>
    <dgm:cxn modelId="{0C850056-703A-6545-9347-A25EBCEA98A3}" type="presOf" srcId="{D1C6ABDD-1A84-7E4D-9EF6-C251C8EFE3FD}" destId="{B1B1F6DB-854A-5D40-958F-A32C3DA58483}" srcOrd="0" destOrd="0" presId="urn:microsoft.com/office/officeart/2005/8/layout/hChevron3"/>
    <dgm:cxn modelId="{0FA92089-D665-4543-B2E1-7CCDBB3C46D9}" srcId="{40A211F6-25CE-4D42-8EFE-A513AC48C09B}" destId="{D1C6ABDD-1A84-7E4D-9EF6-C251C8EFE3FD}" srcOrd="0" destOrd="0" parTransId="{5BEB083E-3A53-4E46-BE9E-A5C2A12B4460}" sibTransId="{8085C66F-1E50-2346-9B89-DC22A2DDE207}"/>
    <dgm:cxn modelId="{3A0A86A4-E9EC-124D-84D3-D44A568FD288}" srcId="{40A211F6-25CE-4D42-8EFE-A513AC48C09B}" destId="{EE68DC4F-ABF2-4545-B81D-F665F0795543}" srcOrd="3" destOrd="0" parTransId="{3ACE68A8-634C-4A4A-B2C9-5C0571955041}" sibTransId="{9E61C9C4-52D3-AF41-A631-0849D1BB5AF2}"/>
    <dgm:cxn modelId="{B826BFBE-4A96-DF4E-9A69-09CC9A8080A4}" type="presOf" srcId="{12CE7D63-2BBB-944E-87E3-700151FF1FEF}" destId="{F1600CE3-61F4-4C45-BE4C-61F81468E5D7}" srcOrd="0" destOrd="0" presId="urn:microsoft.com/office/officeart/2005/8/layout/hChevron3"/>
    <dgm:cxn modelId="{B8F647D1-0F32-954C-8181-51092989DEB4}" srcId="{40A211F6-25CE-4D42-8EFE-A513AC48C09B}" destId="{B0BD8243-9499-B443-9ADC-FA3D056292DF}" srcOrd="1" destOrd="0" parTransId="{D0775174-7F90-3248-BD11-493874B227A6}" sibTransId="{88C1029D-B0C7-184A-B2AD-187762A78580}"/>
    <dgm:cxn modelId="{D425A2F4-8EE6-6045-B57A-6B74813AE59D}" type="presOf" srcId="{B0BD8243-9499-B443-9ADC-FA3D056292DF}" destId="{0AF3DE5E-C793-AC40-A129-85DACBA52AD7}" srcOrd="0" destOrd="0" presId="urn:microsoft.com/office/officeart/2005/8/layout/hChevron3"/>
    <dgm:cxn modelId="{AB593474-7958-1C46-931F-7E4553D127CF}" type="presParOf" srcId="{0D2942F0-85F9-F245-9861-F9B3B34E9BD2}" destId="{B1B1F6DB-854A-5D40-958F-A32C3DA58483}" srcOrd="0" destOrd="0" presId="urn:microsoft.com/office/officeart/2005/8/layout/hChevron3"/>
    <dgm:cxn modelId="{DCE3E0CB-7A64-734E-BAD9-5EA682D44ED0}" type="presParOf" srcId="{0D2942F0-85F9-F245-9861-F9B3B34E9BD2}" destId="{4FF5065C-DD19-8E49-ABBE-5CCD391D428B}" srcOrd="1" destOrd="0" presId="urn:microsoft.com/office/officeart/2005/8/layout/hChevron3"/>
    <dgm:cxn modelId="{5BEBDDFE-8E3C-B74E-A37D-FF222FE6C901}" type="presParOf" srcId="{0D2942F0-85F9-F245-9861-F9B3B34E9BD2}" destId="{0AF3DE5E-C793-AC40-A129-85DACBA52AD7}" srcOrd="2" destOrd="0" presId="urn:microsoft.com/office/officeart/2005/8/layout/hChevron3"/>
    <dgm:cxn modelId="{8FE6C639-FEE3-6D45-A439-0D1638E9A144}" type="presParOf" srcId="{0D2942F0-85F9-F245-9861-F9B3B34E9BD2}" destId="{E1FB7BEC-C4A6-E245-83CC-7748D47264F1}" srcOrd="3" destOrd="0" presId="urn:microsoft.com/office/officeart/2005/8/layout/hChevron3"/>
    <dgm:cxn modelId="{C7028BDE-9A1F-FB43-A532-B74F34F62E3D}" type="presParOf" srcId="{0D2942F0-85F9-F245-9861-F9B3B34E9BD2}" destId="{F1600CE3-61F4-4C45-BE4C-61F81468E5D7}" srcOrd="4" destOrd="0" presId="urn:microsoft.com/office/officeart/2005/8/layout/hChevron3"/>
    <dgm:cxn modelId="{254F1644-2AD7-224E-88D4-768049747E27}" type="presParOf" srcId="{0D2942F0-85F9-F245-9861-F9B3B34E9BD2}" destId="{8D2D526D-BC6F-A24A-8F3B-D0F2490897C8}" srcOrd="5" destOrd="0" presId="urn:microsoft.com/office/officeart/2005/8/layout/hChevron3"/>
    <dgm:cxn modelId="{908022AE-B42B-084A-BE7C-9AD3F9CE95C1}" type="presParOf" srcId="{0D2942F0-85F9-F245-9861-F9B3B34E9BD2}" destId="{E91098EF-65FE-ED4B-B1AD-937E6CB4DBD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651A739-7EA8-3C4A-9FA6-937AF8D676C5}" type="doc">
      <dgm:prSet loTypeId="urn:microsoft.com/office/officeart/2005/8/layout/radial3" loCatId="" qsTypeId="urn:microsoft.com/office/officeart/2005/8/quickstyle/3d3" qsCatId="3D" csTypeId="urn:microsoft.com/office/officeart/2005/8/colors/colorful1" csCatId="colorful" phldr="1"/>
      <dgm:spPr/>
      <dgm:t>
        <a:bodyPr/>
        <a:lstStyle/>
        <a:p>
          <a:endParaRPr lang="en-US"/>
        </a:p>
      </dgm:t>
    </dgm:pt>
    <dgm:pt modelId="{410DB250-FF17-8045-A6C0-1AAD6211D2A3}">
      <dgm:prSet phldrT="[Text]"/>
      <dgm:spPr/>
      <dgm:t>
        <a:bodyPr/>
        <a:lstStyle/>
        <a:p>
          <a:r>
            <a:rPr lang="en-US" dirty="0"/>
            <a:t>Vi </a:t>
          </a:r>
          <a:r>
            <a:rPr lang="en-US" dirty="0" err="1"/>
            <a:t>phạm</a:t>
          </a:r>
          <a:r>
            <a:rPr lang="en-US" dirty="0"/>
            <a:t> </a:t>
          </a:r>
          <a:r>
            <a:rPr lang="en-US" dirty="0" err="1"/>
            <a:t>pháp</a:t>
          </a:r>
          <a:r>
            <a:rPr lang="en-US" dirty="0"/>
            <a:t> </a:t>
          </a:r>
          <a:r>
            <a:rPr lang="en-US" dirty="0" err="1"/>
            <a:t>luật</a:t>
          </a:r>
          <a:endParaRPr lang="en-US" dirty="0"/>
        </a:p>
      </dgm:t>
    </dgm:pt>
    <dgm:pt modelId="{C5D653FE-41BC-6240-A3DA-2F2F47ECE315}" type="parTrans" cxnId="{3AACC4BD-48EF-0146-9584-70EF744BA378}">
      <dgm:prSet/>
      <dgm:spPr/>
      <dgm:t>
        <a:bodyPr/>
        <a:lstStyle/>
        <a:p>
          <a:endParaRPr lang="en-US"/>
        </a:p>
      </dgm:t>
    </dgm:pt>
    <dgm:pt modelId="{37E91A54-31D6-B540-8498-0002376BD5A5}" type="sibTrans" cxnId="{3AACC4BD-48EF-0146-9584-70EF744BA378}">
      <dgm:prSet/>
      <dgm:spPr/>
      <dgm:t>
        <a:bodyPr/>
        <a:lstStyle/>
        <a:p>
          <a:endParaRPr lang="en-US"/>
        </a:p>
      </dgm:t>
    </dgm:pt>
    <dgm:pt modelId="{2F06252B-391B-494A-BE8E-32FBCBE8D7E9}">
      <dgm:prSet phldrT="[Text]" custT="1"/>
      <dgm:spPr/>
      <dgm:t>
        <a:bodyPr/>
        <a:lstStyle/>
        <a:p>
          <a:r>
            <a:rPr lang="en-US" sz="2000" i="1" dirty="0" err="1">
              <a:solidFill>
                <a:srgbClr val="C00000"/>
              </a:solidFill>
              <a:latin typeface="Arial" panose="020B0604020202020204" pitchFamily="34" charset="0"/>
              <a:cs typeface="Arial" panose="020B0604020202020204" pitchFamily="34" charset="0"/>
            </a:rPr>
            <a:t>Phải</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là</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một</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hành</a:t>
          </a:r>
          <a:r>
            <a:rPr lang="en-US" sz="2000" i="1" dirty="0">
              <a:solidFill>
                <a:srgbClr val="C00000"/>
              </a:solidFill>
              <a:latin typeface="Arial" panose="020B0604020202020204" pitchFamily="34" charset="0"/>
              <a:cs typeface="Arial" panose="020B0604020202020204" pitchFamily="34" charset="0"/>
            </a:rPr>
            <a:t> vi </a:t>
          </a:r>
          <a:r>
            <a:rPr lang="en-US" sz="2000" i="1" dirty="0" err="1">
              <a:solidFill>
                <a:srgbClr val="C00000"/>
              </a:solidFill>
              <a:latin typeface="Arial" panose="020B0604020202020204" pitchFamily="34" charset="0"/>
              <a:cs typeface="Arial" panose="020B0604020202020204" pitchFamily="34" charset="0"/>
            </a:rPr>
            <a:t>xảy</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ra</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trên</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thực</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tế</a:t>
          </a:r>
          <a:endParaRPr lang="en-US" sz="2000" i="1" dirty="0">
            <a:solidFill>
              <a:srgbClr val="C00000"/>
            </a:solidFill>
            <a:latin typeface="Arial" panose="020B0604020202020204" pitchFamily="34" charset="0"/>
            <a:cs typeface="Arial" panose="020B0604020202020204" pitchFamily="34" charset="0"/>
          </a:endParaRPr>
        </a:p>
      </dgm:t>
    </dgm:pt>
    <dgm:pt modelId="{617AB283-3B27-234A-BB47-8912C113B5DE}" type="parTrans" cxnId="{C5D4E285-A46C-134B-A339-13803F073C15}">
      <dgm:prSet/>
      <dgm:spPr/>
      <dgm:t>
        <a:bodyPr/>
        <a:lstStyle/>
        <a:p>
          <a:endParaRPr lang="en-US"/>
        </a:p>
      </dgm:t>
    </dgm:pt>
    <dgm:pt modelId="{AD2D1101-6CE6-6B45-B6DF-65C9452FFB9D}" type="sibTrans" cxnId="{C5D4E285-A46C-134B-A339-13803F073C15}">
      <dgm:prSet/>
      <dgm:spPr/>
      <dgm:t>
        <a:bodyPr/>
        <a:lstStyle/>
        <a:p>
          <a:endParaRPr lang="en-US"/>
        </a:p>
      </dgm:t>
    </dgm:pt>
    <dgm:pt modelId="{716B2DAC-AED1-504D-B8CC-68DB1ADADF3B}">
      <dgm:prSet phldrT="[Text]" custT="1"/>
      <dgm:spPr/>
      <dgm:t>
        <a:bodyPr/>
        <a:lstStyle/>
        <a:p>
          <a:r>
            <a:rPr lang="en-US" sz="2000" i="1" dirty="0" err="1">
              <a:solidFill>
                <a:srgbClr val="C00000"/>
              </a:solidFill>
              <a:latin typeface="Arial" panose="020B0604020202020204" pitchFamily="34" charset="0"/>
              <a:cs typeface="Arial" panose="020B0604020202020204" pitchFamily="34" charset="0"/>
            </a:rPr>
            <a:t>Phải</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là</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hành</a:t>
          </a:r>
          <a:r>
            <a:rPr lang="en-US" sz="2000" i="1" dirty="0">
              <a:solidFill>
                <a:srgbClr val="C00000"/>
              </a:solidFill>
              <a:latin typeface="Arial" panose="020B0604020202020204" pitchFamily="34" charset="0"/>
              <a:cs typeface="Arial" panose="020B0604020202020204" pitchFamily="34" charset="0"/>
            </a:rPr>
            <a:t> vi </a:t>
          </a:r>
          <a:r>
            <a:rPr lang="en-US" sz="2000" i="1" dirty="0" err="1">
              <a:solidFill>
                <a:srgbClr val="C00000"/>
              </a:solidFill>
              <a:latin typeface="Arial" panose="020B0604020202020204" pitchFamily="34" charset="0"/>
              <a:cs typeface="Arial" panose="020B0604020202020204" pitchFamily="34" charset="0"/>
            </a:rPr>
            <a:t>trái</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với</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quy</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định</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của</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pháp</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luật</a:t>
          </a:r>
          <a:endParaRPr lang="en-US" sz="2000" i="1" dirty="0">
            <a:solidFill>
              <a:srgbClr val="C00000"/>
            </a:solidFill>
            <a:latin typeface="Arial" panose="020B0604020202020204" pitchFamily="34" charset="0"/>
            <a:cs typeface="Arial" panose="020B0604020202020204" pitchFamily="34" charset="0"/>
          </a:endParaRPr>
        </a:p>
      </dgm:t>
    </dgm:pt>
    <dgm:pt modelId="{53EA7694-F8F1-4549-B294-011CD8C9A6BE}" type="parTrans" cxnId="{B86285B2-3FDC-0943-90CA-F1F953E2372F}">
      <dgm:prSet/>
      <dgm:spPr/>
      <dgm:t>
        <a:bodyPr/>
        <a:lstStyle/>
        <a:p>
          <a:endParaRPr lang="en-US"/>
        </a:p>
      </dgm:t>
    </dgm:pt>
    <dgm:pt modelId="{F1E49F24-8FF9-CB4B-9006-38D2F0F54E8F}" type="sibTrans" cxnId="{B86285B2-3FDC-0943-90CA-F1F953E2372F}">
      <dgm:prSet/>
      <dgm:spPr/>
      <dgm:t>
        <a:bodyPr/>
        <a:lstStyle/>
        <a:p>
          <a:endParaRPr lang="en-US"/>
        </a:p>
      </dgm:t>
    </dgm:pt>
    <dgm:pt modelId="{A748A14B-699E-8E4A-A2C0-CBDF68757779}">
      <dgm:prSet phldrT="[Text]" custT="1"/>
      <dgm:spPr/>
      <dgm:t>
        <a:bodyPr/>
        <a:lstStyle/>
        <a:p>
          <a:r>
            <a:rPr lang="en-US" sz="2000" i="1" dirty="0" err="1">
              <a:solidFill>
                <a:srgbClr val="C00000"/>
              </a:solidFill>
              <a:latin typeface="Arial" panose="020B0604020202020204" pitchFamily="34" charset="0"/>
              <a:cs typeface="Arial" panose="020B0604020202020204" pitchFamily="34" charset="0"/>
            </a:rPr>
            <a:t>Phải</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chứa</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đựng</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yếu</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tố</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lỗi</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của</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chủ</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thể</a:t>
          </a:r>
          <a:endParaRPr lang="en-US" sz="2000" i="1" dirty="0">
            <a:solidFill>
              <a:srgbClr val="C00000"/>
            </a:solidFill>
            <a:latin typeface="Arial" panose="020B0604020202020204" pitchFamily="34" charset="0"/>
            <a:cs typeface="Arial" panose="020B0604020202020204" pitchFamily="34" charset="0"/>
          </a:endParaRPr>
        </a:p>
      </dgm:t>
    </dgm:pt>
    <dgm:pt modelId="{FFB46F77-18EF-6449-B5AD-BA876FD135D5}" type="parTrans" cxnId="{0862C6DF-564B-B949-9487-AB53B0730159}">
      <dgm:prSet/>
      <dgm:spPr/>
      <dgm:t>
        <a:bodyPr/>
        <a:lstStyle/>
        <a:p>
          <a:endParaRPr lang="en-US"/>
        </a:p>
      </dgm:t>
    </dgm:pt>
    <dgm:pt modelId="{96AC1E9D-7437-B544-9739-A77592F4FFFD}" type="sibTrans" cxnId="{0862C6DF-564B-B949-9487-AB53B0730159}">
      <dgm:prSet/>
      <dgm:spPr/>
      <dgm:t>
        <a:bodyPr/>
        <a:lstStyle/>
        <a:p>
          <a:endParaRPr lang="en-US"/>
        </a:p>
      </dgm:t>
    </dgm:pt>
    <dgm:pt modelId="{EFDF5862-86A2-FC4A-88A9-B1B3FFD3EF65}">
      <dgm:prSet phldrT="[Text]" custT="1"/>
      <dgm:spPr/>
      <dgm:t>
        <a:bodyPr/>
        <a:lstStyle/>
        <a:p>
          <a:r>
            <a:rPr lang="en-US" sz="2000" i="1" dirty="0" err="1">
              <a:solidFill>
                <a:srgbClr val="C00000"/>
              </a:solidFill>
              <a:latin typeface="Arial" panose="020B0604020202020204" pitchFamily="34" charset="0"/>
              <a:cs typeface="Arial" panose="020B0604020202020204" pitchFamily="34" charset="0"/>
            </a:rPr>
            <a:t>Phải</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có</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năng</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lực</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trách</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nhiệm</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pháp</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lý</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của</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chủ</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thể</a:t>
          </a:r>
          <a:endParaRPr lang="en-US" sz="2000" i="1" dirty="0">
            <a:solidFill>
              <a:srgbClr val="C00000"/>
            </a:solidFill>
            <a:latin typeface="Arial" panose="020B0604020202020204" pitchFamily="34" charset="0"/>
            <a:cs typeface="Arial" panose="020B0604020202020204" pitchFamily="34" charset="0"/>
          </a:endParaRPr>
        </a:p>
      </dgm:t>
    </dgm:pt>
    <dgm:pt modelId="{EC7A83CC-D828-2D49-A2F8-F3181D3E5213}" type="parTrans" cxnId="{8FFCDAD1-F29F-9147-BAD0-1E867B511797}">
      <dgm:prSet/>
      <dgm:spPr/>
      <dgm:t>
        <a:bodyPr/>
        <a:lstStyle/>
        <a:p>
          <a:endParaRPr lang="en-US"/>
        </a:p>
      </dgm:t>
    </dgm:pt>
    <dgm:pt modelId="{6C88A5C1-F78D-D840-81D7-463F3429710D}" type="sibTrans" cxnId="{8FFCDAD1-F29F-9147-BAD0-1E867B511797}">
      <dgm:prSet/>
      <dgm:spPr/>
      <dgm:t>
        <a:bodyPr/>
        <a:lstStyle/>
        <a:p>
          <a:endParaRPr lang="en-US"/>
        </a:p>
      </dgm:t>
    </dgm:pt>
    <dgm:pt modelId="{77D16693-93FE-2B4F-90AD-CE54EA9DFCD8}" type="pres">
      <dgm:prSet presAssocID="{E651A739-7EA8-3C4A-9FA6-937AF8D676C5}" presName="composite" presStyleCnt="0">
        <dgm:presLayoutVars>
          <dgm:chMax val="1"/>
          <dgm:dir/>
          <dgm:resizeHandles val="exact"/>
        </dgm:presLayoutVars>
      </dgm:prSet>
      <dgm:spPr/>
    </dgm:pt>
    <dgm:pt modelId="{5026EBC9-BE49-8B4E-A355-31713E191A9F}" type="pres">
      <dgm:prSet presAssocID="{E651A739-7EA8-3C4A-9FA6-937AF8D676C5}" presName="radial" presStyleCnt="0">
        <dgm:presLayoutVars>
          <dgm:animLvl val="ctr"/>
        </dgm:presLayoutVars>
      </dgm:prSet>
      <dgm:spPr/>
    </dgm:pt>
    <dgm:pt modelId="{5891EC14-C3C9-4942-960D-C3630743E895}" type="pres">
      <dgm:prSet presAssocID="{410DB250-FF17-8045-A6C0-1AAD6211D2A3}" presName="centerShape" presStyleLbl="vennNode1" presStyleIdx="0" presStyleCnt="5"/>
      <dgm:spPr/>
    </dgm:pt>
    <dgm:pt modelId="{23672E05-AD6E-DE42-9C41-2920F7A326A9}" type="pres">
      <dgm:prSet presAssocID="{2F06252B-391B-494A-BE8E-32FBCBE8D7E9}" presName="node" presStyleLbl="vennNode1" presStyleIdx="1" presStyleCnt="5" custScaleX="179658" custScaleY="100071">
        <dgm:presLayoutVars>
          <dgm:bulletEnabled val="1"/>
        </dgm:presLayoutVars>
      </dgm:prSet>
      <dgm:spPr/>
    </dgm:pt>
    <dgm:pt modelId="{5C18B013-426E-9943-90F9-1AE483A9AFAF}" type="pres">
      <dgm:prSet presAssocID="{716B2DAC-AED1-504D-B8CC-68DB1ADADF3B}" presName="node" presStyleLbl="vennNode1" presStyleIdx="2" presStyleCnt="5" custScaleX="194298" custScaleY="129717" custRadScaleRad="134890" custRadScaleInc="-1482">
        <dgm:presLayoutVars>
          <dgm:bulletEnabled val="1"/>
        </dgm:presLayoutVars>
      </dgm:prSet>
      <dgm:spPr/>
    </dgm:pt>
    <dgm:pt modelId="{47191297-7732-8E44-A111-0C3B940807D9}" type="pres">
      <dgm:prSet presAssocID="{A748A14B-699E-8E4A-A2C0-CBDF68757779}" presName="node" presStyleLbl="vennNode1" presStyleIdx="3" presStyleCnt="5" custScaleX="191635">
        <dgm:presLayoutVars>
          <dgm:bulletEnabled val="1"/>
        </dgm:presLayoutVars>
      </dgm:prSet>
      <dgm:spPr/>
    </dgm:pt>
    <dgm:pt modelId="{1BA13831-4ACD-4F43-925A-F6E9A05EAFC0}" type="pres">
      <dgm:prSet presAssocID="{EFDF5862-86A2-FC4A-88A9-B1B3FFD3EF65}" presName="node" presStyleLbl="vennNode1" presStyleIdx="4" presStyleCnt="5" custScaleX="198473" custScaleY="127293" custRadScaleRad="133280" custRadScaleInc="1945">
        <dgm:presLayoutVars>
          <dgm:bulletEnabled val="1"/>
        </dgm:presLayoutVars>
      </dgm:prSet>
      <dgm:spPr/>
    </dgm:pt>
  </dgm:ptLst>
  <dgm:cxnLst>
    <dgm:cxn modelId="{C5566717-9794-B040-93DB-EDB37D2E24E6}" type="presOf" srcId="{E651A739-7EA8-3C4A-9FA6-937AF8D676C5}" destId="{77D16693-93FE-2B4F-90AD-CE54EA9DFCD8}" srcOrd="0" destOrd="0" presId="urn:microsoft.com/office/officeart/2005/8/layout/radial3"/>
    <dgm:cxn modelId="{E2F12E4A-980A-F742-9A48-AE922DB21127}" type="presOf" srcId="{716B2DAC-AED1-504D-B8CC-68DB1ADADF3B}" destId="{5C18B013-426E-9943-90F9-1AE483A9AFAF}" srcOrd="0" destOrd="0" presId="urn:microsoft.com/office/officeart/2005/8/layout/radial3"/>
    <dgm:cxn modelId="{7525FD7B-CB4A-B446-85CB-B58D8B6769A7}" type="presOf" srcId="{2F06252B-391B-494A-BE8E-32FBCBE8D7E9}" destId="{23672E05-AD6E-DE42-9C41-2920F7A326A9}" srcOrd="0" destOrd="0" presId="urn:microsoft.com/office/officeart/2005/8/layout/radial3"/>
    <dgm:cxn modelId="{C5D4E285-A46C-134B-A339-13803F073C15}" srcId="{410DB250-FF17-8045-A6C0-1AAD6211D2A3}" destId="{2F06252B-391B-494A-BE8E-32FBCBE8D7E9}" srcOrd="0" destOrd="0" parTransId="{617AB283-3B27-234A-BB47-8912C113B5DE}" sibTransId="{AD2D1101-6CE6-6B45-B6DF-65C9452FFB9D}"/>
    <dgm:cxn modelId="{AC86979C-464E-B446-A95C-3E0A5CF070C0}" type="presOf" srcId="{A748A14B-699E-8E4A-A2C0-CBDF68757779}" destId="{47191297-7732-8E44-A111-0C3B940807D9}" srcOrd="0" destOrd="0" presId="urn:microsoft.com/office/officeart/2005/8/layout/radial3"/>
    <dgm:cxn modelId="{8ED3FDAD-4A98-394A-8343-F8F58B51C1F3}" type="presOf" srcId="{EFDF5862-86A2-FC4A-88A9-B1B3FFD3EF65}" destId="{1BA13831-4ACD-4F43-925A-F6E9A05EAFC0}" srcOrd="0" destOrd="0" presId="urn:microsoft.com/office/officeart/2005/8/layout/radial3"/>
    <dgm:cxn modelId="{B86285B2-3FDC-0943-90CA-F1F953E2372F}" srcId="{410DB250-FF17-8045-A6C0-1AAD6211D2A3}" destId="{716B2DAC-AED1-504D-B8CC-68DB1ADADF3B}" srcOrd="1" destOrd="0" parTransId="{53EA7694-F8F1-4549-B294-011CD8C9A6BE}" sibTransId="{F1E49F24-8FF9-CB4B-9006-38D2F0F54E8F}"/>
    <dgm:cxn modelId="{3AACC4BD-48EF-0146-9584-70EF744BA378}" srcId="{E651A739-7EA8-3C4A-9FA6-937AF8D676C5}" destId="{410DB250-FF17-8045-A6C0-1AAD6211D2A3}" srcOrd="0" destOrd="0" parTransId="{C5D653FE-41BC-6240-A3DA-2F2F47ECE315}" sibTransId="{37E91A54-31D6-B540-8498-0002376BD5A5}"/>
    <dgm:cxn modelId="{8FFCDAD1-F29F-9147-BAD0-1E867B511797}" srcId="{410DB250-FF17-8045-A6C0-1AAD6211D2A3}" destId="{EFDF5862-86A2-FC4A-88A9-B1B3FFD3EF65}" srcOrd="3" destOrd="0" parTransId="{EC7A83CC-D828-2D49-A2F8-F3181D3E5213}" sibTransId="{6C88A5C1-F78D-D840-81D7-463F3429710D}"/>
    <dgm:cxn modelId="{0862C6DF-564B-B949-9487-AB53B0730159}" srcId="{410DB250-FF17-8045-A6C0-1AAD6211D2A3}" destId="{A748A14B-699E-8E4A-A2C0-CBDF68757779}" srcOrd="2" destOrd="0" parTransId="{FFB46F77-18EF-6449-B5AD-BA876FD135D5}" sibTransId="{96AC1E9D-7437-B544-9739-A77592F4FFFD}"/>
    <dgm:cxn modelId="{7C523FE1-1545-1545-B091-43AE6F47E278}" type="presOf" srcId="{410DB250-FF17-8045-A6C0-1AAD6211D2A3}" destId="{5891EC14-C3C9-4942-960D-C3630743E895}" srcOrd="0" destOrd="0" presId="urn:microsoft.com/office/officeart/2005/8/layout/radial3"/>
    <dgm:cxn modelId="{9BD53CBF-8CC9-AF4F-B339-421103A4B5D3}" type="presParOf" srcId="{77D16693-93FE-2B4F-90AD-CE54EA9DFCD8}" destId="{5026EBC9-BE49-8B4E-A355-31713E191A9F}" srcOrd="0" destOrd="0" presId="urn:microsoft.com/office/officeart/2005/8/layout/radial3"/>
    <dgm:cxn modelId="{BDE98693-8B83-E24A-B22B-C4CC1A18F376}" type="presParOf" srcId="{5026EBC9-BE49-8B4E-A355-31713E191A9F}" destId="{5891EC14-C3C9-4942-960D-C3630743E895}" srcOrd="0" destOrd="0" presId="urn:microsoft.com/office/officeart/2005/8/layout/radial3"/>
    <dgm:cxn modelId="{54C8A966-59E6-674C-9392-DF6A3A73B967}" type="presParOf" srcId="{5026EBC9-BE49-8B4E-A355-31713E191A9F}" destId="{23672E05-AD6E-DE42-9C41-2920F7A326A9}" srcOrd="1" destOrd="0" presId="urn:microsoft.com/office/officeart/2005/8/layout/radial3"/>
    <dgm:cxn modelId="{570789D3-3354-6749-9A22-F880820B9606}" type="presParOf" srcId="{5026EBC9-BE49-8B4E-A355-31713E191A9F}" destId="{5C18B013-426E-9943-90F9-1AE483A9AFAF}" srcOrd="2" destOrd="0" presId="urn:microsoft.com/office/officeart/2005/8/layout/radial3"/>
    <dgm:cxn modelId="{586DD3C6-12A3-7E4E-8B16-88A2FD43BBE3}" type="presParOf" srcId="{5026EBC9-BE49-8B4E-A355-31713E191A9F}" destId="{47191297-7732-8E44-A111-0C3B940807D9}" srcOrd="3" destOrd="0" presId="urn:microsoft.com/office/officeart/2005/8/layout/radial3"/>
    <dgm:cxn modelId="{FED0924D-D80C-F148-81BF-656649066149}" type="presParOf" srcId="{5026EBC9-BE49-8B4E-A355-31713E191A9F}" destId="{1BA13831-4ACD-4F43-925A-F6E9A05EAFC0}" srcOrd="4"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C8B49F3-CB62-494D-8282-E1644F19C88B}" type="doc">
      <dgm:prSet loTypeId="urn:microsoft.com/office/officeart/2005/8/layout/orgChart1" loCatId="" qsTypeId="urn:microsoft.com/office/officeart/2005/8/quickstyle/simple3" qsCatId="simple" csTypeId="urn:microsoft.com/office/officeart/2005/8/colors/accent3_5" csCatId="accent3" phldr="1"/>
      <dgm:spPr/>
      <dgm:t>
        <a:bodyPr/>
        <a:lstStyle/>
        <a:p>
          <a:endParaRPr lang="en-US"/>
        </a:p>
      </dgm:t>
    </dgm:pt>
    <dgm:pt modelId="{9450305F-B67C-EB42-9FCA-17AB0707BA87}">
      <dgm:prSet phldrT="[Text]" custT="1"/>
      <dgm:spPr/>
      <dgm:t>
        <a:bodyPr/>
        <a:lstStyle/>
        <a:p>
          <a:r>
            <a:rPr lang="en-US" sz="2000" b="1">
              <a:latin typeface="Times New Roman" panose="02020603050405020304" pitchFamily="18" charset="0"/>
              <a:cs typeface="Times New Roman" panose="02020603050405020304" pitchFamily="18" charset="0"/>
            </a:rPr>
            <a:t>Cấu thành VPPL</a:t>
          </a:r>
          <a:endParaRPr lang="en-US" sz="2000" b="1" dirty="0">
            <a:latin typeface="Times New Roman" panose="02020603050405020304" pitchFamily="18" charset="0"/>
            <a:cs typeface="Times New Roman" panose="02020603050405020304" pitchFamily="18" charset="0"/>
          </a:endParaRPr>
        </a:p>
      </dgm:t>
    </dgm:pt>
    <dgm:pt modelId="{07BE4DB7-18B4-1C42-BE5E-CF2F9A1A6338}" type="parTrans" cxnId="{2AEFD9F6-9F14-FF4C-A184-CBF841BDC767}">
      <dgm:prSet/>
      <dgm:spPr/>
      <dgm:t>
        <a:bodyPr/>
        <a:lstStyle/>
        <a:p>
          <a:endParaRPr lang="en-US"/>
        </a:p>
      </dgm:t>
    </dgm:pt>
    <dgm:pt modelId="{2BFDA097-3E47-0C44-BB78-0018560D341F}" type="sibTrans" cxnId="{2AEFD9F6-9F14-FF4C-A184-CBF841BDC767}">
      <dgm:prSet/>
      <dgm:spPr/>
      <dgm:t>
        <a:bodyPr/>
        <a:lstStyle/>
        <a:p>
          <a:endParaRPr lang="en-US"/>
        </a:p>
      </dgm:t>
    </dgm:pt>
    <dgm:pt modelId="{E4543FAB-43E3-0B4D-8E78-3DF086DE2156}">
      <dgm:prSet phldrT="[Text]" custT="1"/>
      <dgm:spPr/>
      <dgm:t>
        <a:bodyPr/>
        <a:lstStyle/>
        <a:p>
          <a:r>
            <a:rPr lang="en-US" sz="1800" dirty="0" err="1">
              <a:highlight>
                <a:srgbClr val="FFFF00"/>
              </a:highlight>
              <a:latin typeface="Times New Roman" panose="02020603050405020304" pitchFamily="18" charset="0"/>
              <a:cs typeface="Times New Roman" panose="02020603050405020304" pitchFamily="18" charset="0"/>
            </a:rPr>
            <a:t>Mặt</a:t>
          </a:r>
          <a:r>
            <a:rPr lang="en-US" sz="1800" dirty="0">
              <a:highlight>
                <a:srgbClr val="FFFF00"/>
              </a:highlight>
              <a:latin typeface="Times New Roman" panose="02020603050405020304" pitchFamily="18" charset="0"/>
              <a:cs typeface="Times New Roman" panose="02020603050405020304" pitchFamily="18" charset="0"/>
            </a:rPr>
            <a:t> </a:t>
          </a:r>
          <a:r>
            <a:rPr lang="en-US" sz="1800" dirty="0" err="1">
              <a:highlight>
                <a:srgbClr val="FFFF00"/>
              </a:highlight>
              <a:latin typeface="Times New Roman" panose="02020603050405020304" pitchFamily="18" charset="0"/>
              <a:cs typeface="Times New Roman" panose="02020603050405020304" pitchFamily="18" charset="0"/>
            </a:rPr>
            <a:t>chủ</a:t>
          </a:r>
          <a:r>
            <a:rPr lang="en-US" sz="1800" dirty="0">
              <a:highlight>
                <a:srgbClr val="FFFF00"/>
              </a:highlight>
              <a:latin typeface="Times New Roman" panose="02020603050405020304" pitchFamily="18" charset="0"/>
              <a:cs typeface="Times New Roman" panose="02020603050405020304" pitchFamily="18" charset="0"/>
            </a:rPr>
            <a:t> </a:t>
          </a:r>
          <a:r>
            <a:rPr lang="en-US" sz="1800" dirty="0" err="1">
              <a:highlight>
                <a:srgbClr val="FFFF00"/>
              </a:highlight>
              <a:latin typeface="Times New Roman" panose="02020603050405020304" pitchFamily="18" charset="0"/>
              <a:cs typeface="Times New Roman" panose="02020603050405020304" pitchFamily="18" charset="0"/>
            </a:rPr>
            <a:t>quan</a:t>
          </a:r>
          <a:r>
            <a:rPr lang="en-US" sz="1800" dirty="0">
              <a:highlight>
                <a:srgbClr val="FFFF00"/>
              </a:highlight>
              <a:latin typeface="Times New Roman" panose="02020603050405020304" pitchFamily="18" charset="0"/>
              <a:cs typeface="Times New Roman" panose="02020603050405020304" pitchFamily="18" charset="0"/>
            </a:rPr>
            <a:t> </a:t>
          </a:r>
          <a:r>
            <a:rPr lang="en-US" sz="1800" dirty="0" err="1">
              <a:highlight>
                <a:srgbClr val="FFFF00"/>
              </a:highlight>
              <a:latin typeface="Times New Roman" panose="02020603050405020304" pitchFamily="18" charset="0"/>
              <a:cs typeface="Times New Roman" panose="02020603050405020304" pitchFamily="18" charset="0"/>
            </a:rPr>
            <a:t>của</a:t>
          </a:r>
          <a:r>
            <a:rPr lang="en-US" sz="1800" dirty="0">
              <a:highlight>
                <a:srgbClr val="FFFF00"/>
              </a:highlight>
              <a:latin typeface="Times New Roman" panose="02020603050405020304" pitchFamily="18" charset="0"/>
              <a:cs typeface="Times New Roman" panose="02020603050405020304" pitchFamily="18" charset="0"/>
            </a:rPr>
            <a:t> VPPL</a:t>
          </a:r>
        </a:p>
      </dgm:t>
    </dgm:pt>
    <dgm:pt modelId="{5F60FEAA-DF8B-BC43-AFC1-A483420532F6}" type="parTrans" cxnId="{DAF34140-84AD-7642-B994-B336DAB16DF1}">
      <dgm:prSet/>
      <dgm:spPr/>
      <dgm:t>
        <a:bodyPr/>
        <a:lstStyle/>
        <a:p>
          <a:endParaRPr lang="en-US"/>
        </a:p>
      </dgm:t>
    </dgm:pt>
    <dgm:pt modelId="{01DE2486-6CE4-1E48-B987-61FA9393CF55}" type="sibTrans" cxnId="{DAF34140-84AD-7642-B994-B336DAB16DF1}">
      <dgm:prSet/>
      <dgm:spPr/>
      <dgm:t>
        <a:bodyPr/>
        <a:lstStyle/>
        <a:p>
          <a:endParaRPr lang="en-US"/>
        </a:p>
      </dgm:t>
    </dgm:pt>
    <dgm:pt modelId="{1DDDEE70-D4B3-0547-A86E-6C7CE85EB1EC}">
      <dgm:prSet phldrT="[Text]" custT="1"/>
      <dgm:spPr/>
      <dgm:t>
        <a:bodyPr/>
        <a:lstStyle/>
        <a:p>
          <a:r>
            <a:rPr lang="en-US" sz="1800" u="none" dirty="0" err="1">
              <a:latin typeface="Times New Roman" panose="02020603050405020304" pitchFamily="18" charset="0"/>
              <a:cs typeface="Times New Roman" panose="02020603050405020304" pitchFamily="18" charset="0"/>
            </a:rPr>
            <a:t>Mục</a:t>
          </a:r>
          <a:r>
            <a:rPr lang="en-US" sz="1800" u="none" dirty="0">
              <a:latin typeface="Times New Roman" panose="02020603050405020304" pitchFamily="18" charset="0"/>
              <a:cs typeface="Times New Roman" panose="02020603050405020304" pitchFamily="18" charset="0"/>
            </a:rPr>
            <a:t> </a:t>
          </a:r>
          <a:r>
            <a:rPr lang="en-US" sz="1800" u="none" dirty="0" err="1">
              <a:latin typeface="Times New Roman" panose="02020603050405020304" pitchFamily="18" charset="0"/>
              <a:cs typeface="Times New Roman" panose="02020603050405020304" pitchFamily="18" charset="0"/>
            </a:rPr>
            <a:t>đích</a:t>
          </a:r>
          <a:r>
            <a:rPr lang="en-US" sz="1800" u="none" dirty="0">
              <a:latin typeface="Times New Roman" panose="02020603050405020304" pitchFamily="18" charset="0"/>
              <a:cs typeface="Times New Roman" panose="02020603050405020304" pitchFamily="18" charset="0"/>
            </a:rPr>
            <a:t> </a:t>
          </a:r>
        </a:p>
      </dgm:t>
    </dgm:pt>
    <dgm:pt modelId="{D6568BC7-D4E9-5646-9D79-5B081373E1D6}" type="parTrans" cxnId="{C1DE09AB-CE8B-324F-81CE-38266F6B1AE3}">
      <dgm:prSet/>
      <dgm:spPr/>
      <dgm:t>
        <a:bodyPr/>
        <a:lstStyle/>
        <a:p>
          <a:endParaRPr lang="en-US"/>
        </a:p>
      </dgm:t>
    </dgm:pt>
    <dgm:pt modelId="{E2DC93C1-DE22-A447-94B0-D58AEDDDAEF3}" type="sibTrans" cxnId="{C1DE09AB-CE8B-324F-81CE-38266F6B1AE3}">
      <dgm:prSet/>
      <dgm:spPr/>
      <dgm:t>
        <a:bodyPr/>
        <a:lstStyle/>
        <a:p>
          <a:endParaRPr lang="en-US"/>
        </a:p>
      </dgm:t>
    </dgm:pt>
    <dgm:pt modelId="{669D73B6-0193-FC4A-86E0-E15D2573425E}">
      <dgm:prSet phldrT="[Text]" custT="1"/>
      <dgm:spPr/>
      <dgm:t>
        <a:bodyPr/>
        <a:lstStyle/>
        <a:p>
          <a:r>
            <a:rPr lang="en-US" sz="1800" dirty="0" err="1">
              <a:highlight>
                <a:srgbClr val="FFFF00"/>
              </a:highlight>
              <a:latin typeface="Times New Roman" panose="02020603050405020304" pitchFamily="18" charset="0"/>
              <a:cs typeface="Times New Roman" panose="02020603050405020304" pitchFamily="18" charset="0"/>
            </a:rPr>
            <a:t>Chủ</a:t>
          </a:r>
          <a:r>
            <a:rPr lang="en-US" sz="1800" dirty="0">
              <a:highlight>
                <a:srgbClr val="FFFF00"/>
              </a:highlight>
              <a:latin typeface="Times New Roman" panose="02020603050405020304" pitchFamily="18" charset="0"/>
              <a:cs typeface="Times New Roman" panose="02020603050405020304" pitchFamily="18" charset="0"/>
            </a:rPr>
            <a:t> </a:t>
          </a:r>
          <a:r>
            <a:rPr lang="en-US" sz="1800" dirty="0" err="1">
              <a:highlight>
                <a:srgbClr val="FFFF00"/>
              </a:highlight>
              <a:latin typeface="Times New Roman" panose="02020603050405020304" pitchFamily="18" charset="0"/>
              <a:cs typeface="Times New Roman" panose="02020603050405020304" pitchFamily="18" charset="0"/>
            </a:rPr>
            <a:t>thể</a:t>
          </a:r>
          <a:r>
            <a:rPr lang="en-US" sz="1800" dirty="0">
              <a:highlight>
                <a:srgbClr val="FFFF00"/>
              </a:highlight>
              <a:latin typeface="Times New Roman" panose="02020603050405020304" pitchFamily="18" charset="0"/>
              <a:cs typeface="Times New Roman" panose="02020603050405020304" pitchFamily="18" charset="0"/>
            </a:rPr>
            <a:t> VPPL </a:t>
          </a:r>
        </a:p>
      </dgm:t>
    </dgm:pt>
    <dgm:pt modelId="{63EE6A17-E64A-4847-8327-2F52F0D8D3AA}" type="parTrans" cxnId="{9E428FB0-BE0B-B243-BBE4-1CF7C41AF83F}">
      <dgm:prSet/>
      <dgm:spPr/>
      <dgm:t>
        <a:bodyPr/>
        <a:lstStyle/>
        <a:p>
          <a:endParaRPr lang="en-US"/>
        </a:p>
      </dgm:t>
    </dgm:pt>
    <dgm:pt modelId="{3E4F1E4E-C4EF-484C-B441-82F1CABDF503}" type="sibTrans" cxnId="{9E428FB0-BE0B-B243-BBE4-1CF7C41AF83F}">
      <dgm:prSet/>
      <dgm:spPr/>
      <dgm:t>
        <a:bodyPr/>
        <a:lstStyle/>
        <a:p>
          <a:endParaRPr lang="en-US"/>
        </a:p>
      </dgm:t>
    </dgm:pt>
    <dgm:pt modelId="{2783B416-70FA-7D48-B831-2D0931A84AC5}">
      <dgm:prSet phldrT="[Text]" custT="1"/>
      <dgm:spPr/>
      <dgm:t>
        <a:bodyPr/>
        <a:lstStyle/>
        <a:p>
          <a:r>
            <a:rPr lang="en-US" sz="1800" dirty="0" err="1">
              <a:highlight>
                <a:srgbClr val="FFFF00"/>
              </a:highlight>
              <a:latin typeface="Times New Roman" panose="02020603050405020304" pitchFamily="18" charset="0"/>
              <a:cs typeface="Times New Roman" panose="02020603050405020304" pitchFamily="18" charset="0"/>
            </a:rPr>
            <a:t>Mặt</a:t>
          </a:r>
          <a:r>
            <a:rPr lang="en-US" sz="1800" dirty="0">
              <a:highlight>
                <a:srgbClr val="FFFF00"/>
              </a:highlight>
              <a:latin typeface="Times New Roman" panose="02020603050405020304" pitchFamily="18" charset="0"/>
              <a:cs typeface="Times New Roman" panose="02020603050405020304" pitchFamily="18" charset="0"/>
            </a:rPr>
            <a:t> </a:t>
          </a:r>
          <a:r>
            <a:rPr lang="en-US" sz="1800" dirty="0" err="1">
              <a:highlight>
                <a:srgbClr val="FFFF00"/>
              </a:highlight>
              <a:latin typeface="Times New Roman" panose="02020603050405020304" pitchFamily="18" charset="0"/>
              <a:cs typeface="Times New Roman" panose="02020603050405020304" pitchFamily="18" charset="0"/>
            </a:rPr>
            <a:t>khách</a:t>
          </a:r>
          <a:r>
            <a:rPr lang="en-US" sz="1800" dirty="0">
              <a:highlight>
                <a:srgbClr val="FFFF00"/>
              </a:highlight>
              <a:latin typeface="Times New Roman" panose="02020603050405020304" pitchFamily="18" charset="0"/>
              <a:cs typeface="Times New Roman" panose="02020603050405020304" pitchFamily="18" charset="0"/>
            </a:rPr>
            <a:t> </a:t>
          </a:r>
          <a:r>
            <a:rPr lang="en-US" sz="1800" dirty="0" err="1">
              <a:highlight>
                <a:srgbClr val="FFFF00"/>
              </a:highlight>
              <a:latin typeface="Times New Roman" panose="02020603050405020304" pitchFamily="18" charset="0"/>
              <a:cs typeface="Times New Roman" panose="02020603050405020304" pitchFamily="18" charset="0"/>
            </a:rPr>
            <a:t>quan</a:t>
          </a:r>
          <a:r>
            <a:rPr lang="en-US" sz="1800" dirty="0">
              <a:highlight>
                <a:srgbClr val="FFFF00"/>
              </a:highlight>
              <a:latin typeface="Times New Roman" panose="02020603050405020304" pitchFamily="18" charset="0"/>
              <a:cs typeface="Times New Roman" panose="02020603050405020304" pitchFamily="18" charset="0"/>
            </a:rPr>
            <a:t> </a:t>
          </a:r>
          <a:r>
            <a:rPr lang="en-US" sz="1800" dirty="0" err="1">
              <a:highlight>
                <a:srgbClr val="FFFF00"/>
              </a:highlight>
              <a:latin typeface="Times New Roman" panose="02020603050405020304" pitchFamily="18" charset="0"/>
              <a:cs typeface="Times New Roman" panose="02020603050405020304" pitchFamily="18" charset="0"/>
            </a:rPr>
            <a:t>của</a:t>
          </a:r>
          <a:r>
            <a:rPr lang="en-US" sz="1800" dirty="0">
              <a:highlight>
                <a:srgbClr val="FFFF00"/>
              </a:highlight>
              <a:latin typeface="Times New Roman" panose="02020603050405020304" pitchFamily="18" charset="0"/>
              <a:cs typeface="Times New Roman" panose="02020603050405020304" pitchFamily="18" charset="0"/>
            </a:rPr>
            <a:t> VPPL </a:t>
          </a:r>
        </a:p>
        <a:p>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là</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những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biểu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hiện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ra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bên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ngoài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của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một</a:t>
          </a:r>
          <a:r>
            <a:rPr lang="en-US" sz="1400" dirty="0">
              <a:latin typeface="Times New Roman" panose="02020603050405020304" pitchFamily="18" charset="0"/>
              <a:cs typeface="Times New Roman" panose="02020603050405020304" pitchFamily="18" charset="0"/>
            </a:rPr>
            <a:t> VPPL)</a:t>
          </a:r>
        </a:p>
      </dgm:t>
    </dgm:pt>
    <dgm:pt modelId="{628888F5-546D-0744-A843-8BFE29942C74}" type="parTrans" cxnId="{2B066F4B-854D-BF4E-9DED-B9686C809CE6}">
      <dgm:prSet/>
      <dgm:spPr/>
      <dgm:t>
        <a:bodyPr/>
        <a:lstStyle/>
        <a:p>
          <a:endParaRPr lang="en-US"/>
        </a:p>
      </dgm:t>
    </dgm:pt>
    <dgm:pt modelId="{B83AE71C-BFCC-144E-83A1-791D09B694F7}" type="sibTrans" cxnId="{2B066F4B-854D-BF4E-9DED-B9686C809CE6}">
      <dgm:prSet/>
      <dgm:spPr/>
      <dgm:t>
        <a:bodyPr/>
        <a:lstStyle/>
        <a:p>
          <a:endParaRPr lang="en-US"/>
        </a:p>
      </dgm:t>
    </dgm:pt>
    <dgm:pt modelId="{C2856ACD-CD19-FE48-A0F4-E9072B1E42EA}">
      <dgm:prSet phldrT="[Text]" custT="1"/>
      <dgm:spPr/>
      <dgm:t>
        <a:bodyPr/>
        <a:lstStyle/>
        <a:p>
          <a:r>
            <a:rPr lang="en-US" sz="1600" dirty="0" err="1">
              <a:latin typeface="Times New Roman" panose="02020603050405020304" pitchFamily="18" charset="0"/>
              <a:cs typeface="Times New Roman" panose="02020603050405020304" pitchFamily="18" charset="0"/>
            </a:rPr>
            <a:t>Hành</a:t>
          </a:r>
          <a:r>
            <a:rPr lang="en-US" sz="1600" dirty="0">
              <a:latin typeface="Times New Roman" panose="02020603050405020304" pitchFamily="18" charset="0"/>
              <a:cs typeface="Times New Roman" panose="02020603050405020304" pitchFamily="18" charset="0"/>
            </a:rPr>
            <a:t> vi </a:t>
          </a:r>
          <a:r>
            <a:rPr lang="en-US" sz="1600" dirty="0" err="1">
              <a:latin typeface="Times New Roman" panose="02020603050405020304" pitchFamily="18" charset="0"/>
              <a:cs typeface="Times New Roman" panose="02020603050405020304" pitchFamily="18" charset="0"/>
            </a:rPr>
            <a:t>trái</a:t>
          </a:r>
          <a:r>
            <a:rPr lang="en-US" sz="1600" dirty="0">
              <a:latin typeface="Times New Roman" panose="02020603050405020304" pitchFamily="18" charset="0"/>
              <a:cs typeface="Times New Roman" panose="02020603050405020304" pitchFamily="18" charset="0"/>
            </a:rPr>
            <a:t> PL</a:t>
          </a:r>
        </a:p>
      </dgm:t>
    </dgm:pt>
    <dgm:pt modelId="{AE3CAF8C-21A4-B84A-A17A-FB520FD52D2E}" type="parTrans" cxnId="{3C32798E-1A6D-604B-BA55-963A1E9F0324}">
      <dgm:prSet/>
      <dgm:spPr/>
      <dgm:t>
        <a:bodyPr/>
        <a:lstStyle/>
        <a:p>
          <a:endParaRPr lang="en-US"/>
        </a:p>
      </dgm:t>
    </dgm:pt>
    <dgm:pt modelId="{276FCA21-04FC-ED47-91C8-BD90FB543780}" type="sibTrans" cxnId="{3C32798E-1A6D-604B-BA55-963A1E9F0324}">
      <dgm:prSet/>
      <dgm:spPr/>
      <dgm:t>
        <a:bodyPr/>
        <a:lstStyle/>
        <a:p>
          <a:endParaRPr lang="en-US"/>
        </a:p>
      </dgm:t>
    </dgm:pt>
    <dgm:pt modelId="{6165733E-31D8-3340-92A9-5130310021A0}">
      <dgm:prSet phldrT="[Text]" custT="1"/>
      <dgm:spPr/>
      <dgm:t>
        <a:bodyPr/>
        <a:lstStyle/>
        <a:p>
          <a:r>
            <a:rPr lang="en-US" sz="1600" dirty="0" err="1">
              <a:latin typeface="Times New Roman" panose="02020603050405020304" pitchFamily="18" charset="0"/>
              <a:cs typeface="Times New Roman" panose="02020603050405020304" pitchFamily="18" charset="0"/>
            </a:rPr>
            <a:t>Sự</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thiệt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của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xã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hội</a:t>
          </a:r>
          <a:endParaRPr lang="en-US" sz="1600" dirty="0">
            <a:latin typeface="Times New Roman" panose="02020603050405020304" pitchFamily="18" charset="0"/>
            <a:cs typeface="Times New Roman" panose="02020603050405020304" pitchFamily="18" charset="0"/>
          </a:endParaRPr>
        </a:p>
      </dgm:t>
    </dgm:pt>
    <dgm:pt modelId="{A00FCF13-7CB1-0C41-8036-BA81BFF4EDB0}" type="parTrans" cxnId="{C5650BC3-3444-3F4B-BBA4-C22CDF12ECBD}">
      <dgm:prSet/>
      <dgm:spPr/>
      <dgm:t>
        <a:bodyPr/>
        <a:lstStyle/>
        <a:p>
          <a:endParaRPr lang="en-US"/>
        </a:p>
      </dgm:t>
    </dgm:pt>
    <dgm:pt modelId="{E65C39AE-7A47-F64F-BC37-27586F9EFB6D}" type="sibTrans" cxnId="{C5650BC3-3444-3F4B-BBA4-C22CDF12ECBD}">
      <dgm:prSet/>
      <dgm:spPr/>
      <dgm:t>
        <a:bodyPr/>
        <a:lstStyle/>
        <a:p>
          <a:endParaRPr lang="en-US"/>
        </a:p>
      </dgm:t>
    </dgm:pt>
    <dgm:pt modelId="{29145AE6-3F38-D742-8C44-720FE5759149}">
      <dgm:prSet phldrT="[Text]" custT="1"/>
      <dgm:spPr/>
      <dgm:t>
        <a:bodyPr/>
        <a:lstStyle/>
        <a:p>
          <a:r>
            <a:rPr lang="en-US" sz="1600" dirty="0" err="1">
              <a:latin typeface="Times New Roman" panose="02020603050405020304" pitchFamily="18" charset="0"/>
              <a:cs typeface="Times New Roman" panose="02020603050405020304" pitchFamily="18" charset="0"/>
            </a:rPr>
            <a:t>Mối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hệ</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nhân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giữa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hành</a:t>
          </a:r>
          <a:r>
            <a:rPr lang="en-US" sz="1600" dirty="0">
              <a:latin typeface="Times New Roman" panose="02020603050405020304" pitchFamily="18" charset="0"/>
              <a:cs typeface="Times New Roman" panose="02020603050405020304" pitchFamily="18" charset="0"/>
            </a:rPr>
            <a:t> vi </a:t>
          </a:r>
          <a:r>
            <a:rPr lang="en-US" sz="1600" dirty="0" err="1">
              <a:latin typeface="Times New Roman" panose="02020603050405020304" pitchFamily="18" charset="0"/>
              <a:cs typeface="Times New Roman" panose="02020603050405020304" pitchFamily="18" charset="0"/>
            </a:rPr>
            <a:t>trái</a:t>
          </a:r>
          <a:r>
            <a:rPr lang="en-US" sz="1600" dirty="0">
              <a:latin typeface="Times New Roman" panose="02020603050405020304" pitchFamily="18" charset="0"/>
              <a:cs typeface="Times New Roman" panose="02020603050405020304" pitchFamily="18" charset="0"/>
            </a:rPr>
            <a:t> PL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sự</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thiệt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của</a:t>
          </a:r>
          <a:r>
            <a:rPr lang="en-US" sz="1600" dirty="0">
              <a:latin typeface="Times New Roman" panose="02020603050405020304" pitchFamily="18" charset="0"/>
              <a:cs typeface="Times New Roman" panose="02020603050405020304" pitchFamily="18" charset="0"/>
            </a:rPr>
            <a:t> XH</a:t>
          </a:r>
        </a:p>
      </dgm:t>
    </dgm:pt>
    <dgm:pt modelId="{CFEBC1EA-5EF3-3D44-83D1-00751240F710}" type="parTrans" cxnId="{98F6FB41-787B-F44E-8058-4E34D07F7EDF}">
      <dgm:prSet/>
      <dgm:spPr/>
      <dgm:t>
        <a:bodyPr/>
        <a:lstStyle/>
        <a:p>
          <a:endParaRPr lang="en-US"/>
        </a:p>
      </dgm:t>
    </dgm:pt>
    <dgm:pt modelId="{AA071DF3-781B-B342-B4CE-A64D895FA8E2}" type="sibTrans" cxnId="{98F6FB41-787B-F44E-8058-4E34D07F7EDF}">
      <dgm:prSet/>
      <dgm:spPr/>
      <dgm:t>
        <a:bodyPr/>
        <a:lstStyle/>
        <a:p>
          <a:endParaRPr lang="en-US"/>
        </a:p>
      </dgm:t>
    </dgm:pt>
    <dgm:pt modelId="{C4901152-A780-564F-8F3E-835B6B3AED2C}">
      <dgm:prSet phldrT="[Text]" custT="1"/>
      <dgm:spPr/>
      <dgm:t>
        <a:bodyPr/>
        <a:lstStyle/>
        <a:p>
          <a:r>
            <a:rPr lang="en-US" sz="1800" u="none" dirty="0" err="1">
              <a:latin typeface="Times New Roman" panose="02020603050405020304" pitchFamily="18" charset="0"/>
              <a:cs typeface="Times New Roman" panose="02020603050405020304" pitchFamily="18" charset="0"/>
            </a:rPr>
            <a:t>Lỗi</a:t>
          </a:r>
          <a:r>
            <a:rPr lang="en-US" sz="1200" u="none" dirty="0">
              <a:latin typeface="Times New Roman" panose="02020603050405020304" pitchFamily="18" charset="0"/>
              <a:cs typeface="Times New Roman" panose="02020603050405020304" pitchFamily="18" charset="0"/>
            </a:rPr>
            <a:t> </a:t>
          </a:r>
        </a:p>
      </dgm:t>
    </dgm:pt>
    <dgm:pt modelId="{4C846870-717C-E347-812E-11EE43FD66D5}" type="parTrans" cxnId="{0F9461CA-A4D7-D641-95C7-F05AC0822B1F}">
      <dgm:prSet/>
      <dgm:spPr/>
      <dgm:t>
        <a:bodyPr/>
        <a:lstStyle/>
        <a:p>
          <a:endParaRPr lang="en-US"/>
        </a:p>
      </dgm:t>
    </dgm:pt>
    <dgm:pt modelId="{A97147E5-E0B1-7E42-B57D-A73F9C85C567}" type="sibTrans" cxnId="{0F9461CA-A4D7-D641-95C7-F05AC0822B1F}">
      <dgm:prSet/>
      <dgm:spPr/>
      <dgm:t>
        <a:bodyPr/>
        <a:lstStyle/>
        <a:p>
          <a:endParaRPr lang="en-US"/>
        </a:p>
      </dgm:t>
    </dgm:pt>
    <dgm:pt modelId="{438D6E0B-808F-F044-9026-97822AB3C5CC}">
      <dgm:prSet phldrT="[Text]" custT="1"/>
      <dgm:spPr/>
      <dgm:t>
        <a:bodyPr/>
        <a:lstStyle/>
        <a:p>
          <a:r>
            <a:rPr lang="en-US" sz="1800" u="none" dirty="0" err="1">
              <a:latin typeface="Times New Roman" panose="02020603050405020304" pitchFamily="18" charset="0"/>
              <a:cs typeface="Times New Roman" panose="02020603050405020304" pitchFamily="18" charset="0"/>
            </a:rPr>
            <a:t>Động</a:t>
          </a:r>
          <a:r>
            <a:rPr lang="en-US" sz="1800" u="none" dirty="0">
              <a:latin typeface="Times New Roman" panose="02020603050405020304" pitchFamily="18" charset="0"/>
              <a:cs typeface="Times New Roman" panose="02020603050405020304" pitchFamily="18" charset="0"/>
            </a:rPr>
            <a:t> </a:t>
          </a:r>
          <a:r>
            <a:rPr lang="en-US" sz="1800" u="none" dirty="0" err="1">
              <a:latin typeface="Times New Roman" panose="02020603050405020304" pitchFamily="18" charset="0"/>
              <a:cs typeface="Times New Roman" panose="02020603050405020304" pitchFamily="18" charset="0"/>
            </a:rPr>
            <a:t>cơ</a:t>
          </a:r>
          <a:r>
            <a:rPr lang="en-US" sz="1800" u="none" dirty="0">
              <a:latin typeface="Times New Roman" panose="02020603050405020304" pitchFamily="18" charset="0"/>
              <a:cs typeface="Times New Roman" panose="02020603050405020304" pitchFamily="18" charset="0"/>
            </a:rPr>
            <a:t> vi </a:t>
          </a:r>
          <a:r>
            <a:rPr lang="en-US" sz="1800" u="none" dirty="0" err="1">
              <a:latin typeface="Times New Roman" panose="02020603050405020304" pitchFamily="18" charset="0"/>
              <a:cs typeface="Times New Roman" panose="02020603050405020304" pitchFamily="18" charset="0"/>
            </a:rPr>
            <a:t>phạm</a:t>
          </a:r>
          <a:r>
            <a:rPr lang="en-US" sz="1800" u="none" dirty="0">
              <a:latin typeface="Times New Roman" panose="02020603050405020304" pitchFamily="18" charset="0"/>
              <a:cs typeface="Times New Roman" panose="02020603050405020304" pitchFamily="18" charset="0"/>
            </a:rPr>
            <a:t> </a:t>
          </a:r>
        </a:p>
      </dgm:t>
    </dgm:pt>
    <dgm:pt modelId="{9BEB777F-4FE6-F144-9691-C30CDCC36614}" type="parTrans" cxnId="{A890736A-9436-AA45-8C81-88811FA199A5}">
      <dgm:prSet/>
      <dgm:spPr/>
      <dgm:t>
        <a:bodyPr/>
        <a:lstStyle/>
        <a:p>
          <a:endParaRPr lang="en-US"/>
        </a:p>
      </dgm:t>
    </dgm:pt>
    <dgm:pt modelId="{D856CF09-B4B1-F447-8EAD-07EA9304BD11}" type="sibTrans" cxnId="{A890736A-9436-AA45-8C81-88811FA199A5}">
      <dgm:prSet/>
      <dgm:spPr/>
      <dgm:t>
        <a:bodyPr/>
        <a:lstStyle/>
        <a:p>
          <a:endParaRPr lang="en-US"/>
        </a:p>
      </dgm:t>
    </dgm:pt>
    <dgm:pt modelId="{BA6A2584-CEA7-5D4E-B5AA-73DCF9069C80}">
      <dgm:prSet phldrT="[Text]" custT="1"/>
      <dgm:spPr/>
      <dgm:t>
        <a:bodyPr/>
        <a:lstStyle/>
        <a:p>
          <a:r>
            <a:rPr lang="en-US" sz="1400" b="0" dirty="0" err="1">
              <a:solidFill>
                <a:schemeClr val="tx1"/>
              </a:solidFill>
              <a:latin typeface="Times New Roman" panose="02020603050405020304" pitchFamily="18" charset="0"/>
              <a:cs typeface="Times New Roman" panose="02020603050405020304" pitchFamily="18" charset="0"/>
            </a:rPr>
            <a:t>Lỗi</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cố</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ý</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trực</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tiếp</a:t>
          </a:r>
          <a:endParaRPr lang="en-US" sz="1400" b="0" dirty="0">
            <a:solidFill>
              <a:schemeClr val="tx1"/>
            </a:solidFill>
            <a:latin typeface="Times New Roman" panose="02020603050405020304" pitchFamily="18" charset="0"/>
            <a:cs typeface="Times New Roman" panose="02020603050405020304" pitchFamily="18" charset="0"/>
          </a:endParaRPr>
        </a:p>
      </dgm:t>
    </dgm:pt>
    <dgm:pt modelId="{893302AF-4BB2-CB47-9F59-ADAAD51C226C}" type="parTrans" cxnId="{6926AE5D-C8DB-F74A-A883-94BCB7381149}">
      <dgm:prSet/>
      <dgm:spPr/>
      <dgm:t>
        <a:bodyPr/>
        <a:lstStyle/>
        <a:p>
          <a:endParaRPr lang="en-US"/>
        </a:p>
      </dgm:t>
    </dgm:pt>
    <dgm:pt modelId="{1901A550-10FE-5D4D-A1AA-BDE1E360090D}" type="sibTrans" cxnId="{6926AE5D-C8DB-F74A-A883-94BCB7381149}">
      <dgm:prSet/>
      <dgm:spPr/>
      <dgm:t>
        <a:bodyPr/>
        <a:lstStyle/>
        <a:p>
          <a:endParaRPr lang="en-US"/>
        </a:p>
      </dgm:t>
    </dgm:pt>
    <dgm:pt modelId="{7A24048A-E07C-4743-B64E-BDFA1437E1ED}">
      <dgm:prSet phldrT="[Text]" custT="1"/>
      <dgm:spPr/>
      <dgm:t>
        <a:bodyPr/>
        <a:lstStyle/>
        <a:p>
          <a:r>
            <a:rPr lang="en-US" sz="1400" b="0" dirty="0" err="1">
              <a:solidFill>
                <a:schemeClr val="tx1"/>
              </a:solidFill>
              <a:latin typeface="Times New Roman" panose="02020603050405020304" pitchFamily="18" charset="0"/>
              <a:cs typeface="Times New Roman" panose="02020603050405020304" pitchFamily="18" charset="0"/>
            </a:rPr>
            <a:t>Lỗi</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cố</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ý</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gián</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tiếp</a:t>
          </a:r>
          <a:endParaRPr lang="en-US" sz="1400" b="0" dirty="0">
            <a:solidFill>
              <a:schemeClr val="tx1"/>
            </a:solidFill>
            <a:latin typeface="Times New Roman" panose="02020603050405020304" pitchFamily="18" charset="0"/>
            <a:cs typeface="Times New Roman" panose="02020603050405020304" pitchFamily="18" charset="0"/>
          </a:endParaRPr>
        </a:p>
      </dgm:t>
    </dgm:pt>
    <dgm:pt modelId="{84BF47CA-CAB4-B34C-A0C0-0B92DCB84FA9}" type="parTrans" cxnId="{CA7896F3-93D2-3240-B177-D0E2C8DBCB76}">
      <dgm:prSet/>
      <dgm:spPr/>
      <dgm:t>
        <a:bodyPr/>
        <a:lstStyle/>
        <a:p>
          <a:endParaRPr lang="en-US"/>
        </a:p>
      </dgm:t>
    </dgm:pt>
    <dgm:pt modelId="{191DE9DC-90E9-444A-925F-28B572C8E296}" type="sibTrans" cxnId="{CA7896F3-93D2-3240-B177-D0E2C8DBCB76}">
      <dgm:prSet/>
      <dgm:spPr/>
      <dgm:t>
        <a:bodyPr/>
        <a:lstStyle/>
        <a:p>
          <a:endParaRPr lang="en-US"/>
        </a:p>
      </dgm:t>
    </dgm:pt>
    <dgm:pt modelId="{8785C6F1-D802-4740-84EB-2A3A313A323E}">
      <dgm:prSet phldrT="[Text]" custT="1"/>
      <dgm:spPr/>
      <dgm:t>
        <a:bodyPr/>
        <a:lstStyle/>
        <a:p>
          <a:r>
            <a:rPr lang="en-US" sz="1400" b="0" dirty="0" err="1">
              <a:solidFill>
                <a:schemeClr val="tx1"/>
              </a:solidFill>
              <a:latin typeface="Times New Roman" panose="02020603050405020304" pitchFamily="18" charset="0"/>
              <a:cs typeface="Times New Roman" panose="02020603050405020304" pitchFamily="18" charset="0"/>
            </a:rPr>
            <a:t>Lỗi</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vô</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ý</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vì</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quá</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tự</a:t>
          </a:r>
          <a:r>
            <a:rPr lang="en-US" sz="1400" b="0" dirty="0">
              <a:solidFill>
                <a:schemeClr val="tx1"/>
              </a:solidFill>
              <a:latin typeface="Times New Roman" panose="02020603050405020304" pitchFamily="18" charset="0"/>
              <a:cs typeface="Times New Roman" panose="02020603050405020304" pitchFamily="18" charset="0"/>
            </a:rPr>
            <a:t> tin</a:t>
          </a:r>
        </a:p>
      </dgm:t>
    </dgm:pt>
    <dgm:pt modelId="{FFD6438E-7C80-2748-AD20-D9AA6EDF227D}" type="parTrans" cxnId="{5D776F88-A58D-0442-AD39-5442894EEBB4}">
      <dgm:prSet/>
      <dgm:spPr/>
      <dgm:t>
        <a:bodyPr/>
        <a:lstStyle/>
        <a:p>
          <a:endParaRPr lang="en-US"/>
        </a:p>
      </dgm:t>
    </dgm:pt>
    <dgm:pt modelId="{43995A08-DA25-4E41-A60A-912D55A25D1B}" type="sibTrans" cxnId="{5D776F88-A58D-0442-AD39-5442894EEBB4}">
      <dgm:prSet/>
      <dgm:spPr/>
      <dgm:t>
        <a:bodyPr/>
        <a:lstStyle/>
        <a:p>
          <a:endParaRPr lang="en-US"/>
        </a:p>
      </dgm:t>
    </dgm:pt>
    <dgm:pt modelId="{1EE02D94-0E7A-EA4D-A341-A779707B3F47}">
      <dgm:prSet phldrT="[Text]" custT="1"/>
      <dgm:spPr/>
      <dgm:t>
        <a:bodyPr/>
        <a:lstStyle/>
        <a:p>
          <a:r>
            <a:rPr lang="en-US" sz="1400" b="0" dirty="0" err="1">
              <a:solidFill>
                <a:schemeClr val="tx1"/>
              </a:solidFill>
              <a:latin typeface="Times New Roman" panose="02020603050405020304" pitchFamily="18" charset="0"/>
              <a:cs typeface="Times New Roman" panose="02020603050405020304" pitchFamily="18" charset="0"/>
            </a:rPr>
            <a:t>Lỗi</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vô</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ý</a:t>
          </a:r>
          <a:r>
            <a:rPr lang="en-US" sz="1400" b="0" dirty="0">
              <a:solidFill>
                <a:schemeClr val="tx1"/>
              </a:solidFill>
              <a:latin typeface="Times New Roman" panose="02020603050405020304" pitchFamily="18" charset="0"/>
              <a:cs typeface="Times New Roman" panose="02020603050405020304" pitchFamily="18" charset="0"/>
            </a:rPr>
            <a:t> do </a:t>
          </a:r>
          <a:r>
            <a:rPr lang="en-US" sz="1400" b="0" dirty="0" err="1">
              <a:solidFill>
                <a:schemeClr val="tx1"/>
              </a:solidFill>
              <a:latin typeface="Times New Roman" panose="02020603050405020304" pitchFamily="18" charset="0"/>
              <a:cs typeface="Times New Roman" panose="02020603050405020304" pitchFamily="18" charset="0"/>
            </a:rPr>
            <a:t>cẩu</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thả</a:t>
          </a:r>
          <a:r>
            <a:rPr lang="en-US" sz="1200" dirty="0">
              <a:latin typeface="Times New Roman" panose="02020603050405020304" pitchFamily="18" charset="0"/>
              <a:cs typeface="Times New Roman" panose="02020603050405020304" pitchFamily="18" charset="0"/>
            </a:rPr>
            <a:t>.</a:t>
          </a:r>
        </a:p>
      </dgm:t>
    </dgm:pt>
    <dgm:pt modelId="{550FA7F5-62B2-9242-8D07-464AF4F679EB}" type="parTrans" cxnId="{97F7E3C7-D581-6945-A0B2-8D5416F2A126}">
      <dgm:prSet/>
      <dgm:spPr/>
      <dgm:t>
        <a:bodyPr/>
        <a:lstStyle/>
        <a:p>
          <a:endParaRPr lang="en-US"/>
        </a:p>
      </dgm:t>
    </dgm:pt>
    <dgm:pt modelId="{E48DAFDA-96F3-9D4C-B0CB-AE02FFA2C2AA}" type="sibTrans" cxnId="{97F7E3C7-D581-6945-A0B2-8D5416F2A126}">
      <dgm:prSet/>
      <dgm:spPr/>
      <dgm:t>
        <a:bodyPr/>
        <a:lstStyle/>
        <a:p>
          <a:endParaRPr lang="en-US"/>
        </a:p>
      </dgm:t>
    </dgm:pt>
    <dgm:pt modelId="{A717B78F-948B-7C40-B88C-77408972063F}">
      <dgm:prSet phldrT="[Text]" custT="1"/>
      <dgm:spPr/>
      <dgm:t>
        <a:bodyPr/>
        <a:lstStyle/>
        <a:p>
          <a:r>
            <a:rPr lang="en-US" sz="1800" dirty="0" err="1">
              <a:highlight>
                <a:srgbClr val="FFFF00"/>
              </a:highlight>
              <a:latin typeface="Times New Roman" panose="02020603050405020304" pitchFamily="18" charset="0"/>
              <a:cs typeface="Times New Roman" panose="02020603050405020304" pitchFamily="18" charset="0"/>
            </a:rPr>
            <a:t>Khách</a:t>
          </a:r>
          <a:r>
            <a:rPr lang="en-US" sz="1800" dirty="0">
              <a:highlight>
                <a:srgbClr val="FFFF00"/>
              </a:highlight>
              <a:latin typeface="Times New Roman" panose="02020603050405020304" pitchFamily="18" charset="0"/>
              <a:cs typeface="Times New Roman" panose="02020603050405020304" pitchFamily="18" charset="0"/>
            </a:rPr>
            <a:t> </a:t>
          </a:r>
          <a:r>
            <a:rPr lang="en-US" sz="1800" dirty="0" err="1">
              <a:highlight>
                <a:srgbClr val="FFFF00"/>
              </a:highlight>
              <a:latin typeface="Times New Roman" panose="02020603050405020304" pitchFamily="18" charset="0"/>
              <a:cs typeface="Times New Roman" panose="02020603050405020304" pitchFamily="18" charset="0"/>
            </a:rPr>
            <a:t>thể</a:t>
          </a:r>
          <a:r>
            <a:rPr lang="en-US" sz="1800" dirty="0">
              <a:highlight>
                <a:srgbClr val="FFFF00"/>
              </a:highlight>
              <a:latin typeface="Times New Roman" panose="02020603050405020304" pitchFamily="18" charset="0"/>
              <a:cs typeface="Times New Roman" panose="02020603050405020304" pitchFamily="18" charset="0"/>
            </a:rPr>
            <a:t> </a:t>
          </a:r>
          <a:r>
            <a:rPr lang="en-US" sz="1800" dirty="0" err="1">
              <a:highlight>
                <a:srgbClr val="FFFF00"/>
              </a:highlight>
              <a:latin typeface="Times New Roman" panose="02020603050405020304" pitchFamily="18" charset="0"/>
              <a:cs typeface="Times New Roman" panose="02020603050405020304" pitchFamily="18" charset="0"/>
            </a:rPr>
            <a:t>của</a:t>
          </a:r>
          <a:r>
            <a:rPr lang="en-US" sz="1800" dirty="0">
              <a:highlight>
                <a:srgbClr val="FFFF00"/>
              </a:highlight>
              <a:latin typeface="Times New Roman" panose="02020603050405020304" pitchFamily="18" charset="0"/>
              <a:cs typeface="Times New Roman" panose="02020603050405020304" pitchFamily="18" charset="0"/>
            </a:rPr>
            <a:t> VPPL </a:t>
          </a:r>
        </a:p>
        <a:p>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là</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những</a:t>
          </a:r>
          <a:r>
            <a:rPr lang="en-US" sz="1400" dirty="0">
              <a:latin typeface="Times New Roman" panose="02020603050405020304" pitchFamily="18" charset="0"/>
              <a:cs typeface="Times New Roman" panose="02020603050405020304" pitchFamily="18" charset="0"/>
            </a:rPr>
            <a:t> QHXH </a:t>
          </a:r>
          <a:r>
            <a:rPr lang="en-US" sz="1400" dirty="0" err="1">
              <a:latin typeface="Times New Roman" panose="02020603050405020304" pitchFamily="18" charset="0"/>
              <a:cs typeface="Times New Roman" panose="02020603050405020304" pitchFamily="18" charset="0"/>
            </a:rPr>
            <a:t>được</a:t>
          </a:r>
          <a:r>
            <a:rPr lang="en-US" sz="1400" dirty="0">
              <a:latin typeface="Times New Roman" panose="02020603050405020304" pitchFamily="18" charset="0"/>
              <a:cs typeface="Times New Roman" panose="02020603050405020304" pitchFamily="18" charset="0"/>
            </a:rPr>
            <a:t> PL </a:t>
          </a:r>
          <a:r>
            <a:rPr lang="en-US" sz="1400" dirty="0" err="1">
              <a:latin typeface="Times New Roman" panose="02020603050405020304" pitchFamily="18" charset="0"/>
              <a:cs typeface="Times New Roman" panose="02020603050405020304" pitchFamily="18" charset="0"/>
            </a:rPr>
            <a:t>bảo</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vệ</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nhưng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hành</a:t>
          </a:r>
          <a:r>
            <a:rPr lang="en-US" sz="1400" dirty="0">
              <a:latin typeface="Times New Roman" panose="02020603050405020304" pitchFamily="18" charset="0"/>
              <a:cs typeface="Times New Roman" panose="02020603050405020304" pitchFamily="18" charset="0"/>
            </a:rPr>
            <a:t> vi VPPL </a:t>
          </a:r>
          <a:r>
            <a:rPr lang="en-US" sz="1400" dirty="0" err="1">
              <a:latin typeface="Times New Roman" panose="02020603050405020304" pitchFamily="18" charset="0"/>
              <a:cs typeface="Times New Roman" panose="02020603050405020304" pitchFamily="18" charset="0"/>
            </a:rPr>
            <a:t>xâm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hại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tới</a:t>
          </a:r>
          <a:r>
            <a:rPr lang="en-US" sz="1400" dirty="0">
              <a:latin typeface="Times New Roman" panose="02020603050405020304" pitchFamily="18" charset="0"/>
              <a:cs typeface="Times New Roman" panose="02020603050405020304" pitchFamily="18" charset="0"/>
            </a:rPr>
            <a:t>)</a:t>
          </a:r>
        </a:p>
      </dgm:t>
    </dgm:pt>
    <dgm:pt modelId="{9A7CD120-5513-1242-BB25-08DD3340FDB8}" type="parTrans" cxnId="{99F3420F-9ABB-6742-86F3-012858E5A07C}">
      <dgm:prSet/>
      <dgm:spPr/>
      <dgm:t>
        <a:bodyPr/>
        <a:lstStyle/>
        <a:p>
          <a:endParaRPr lang="en-US"/>
        </a:p>
      </dgm:t>
    </dgm:pt>
    <dgm:pt modelId="{2EB0C27B-0C61-7A47-A785-6A1021355218}" type="sibTrans" cxnId="{99F3420F-9ABB-6742-86F3-012858E5A07C}">
      <dgm:prSet/>
      <dgm:spPr/>
      <dgm:t>
        <a:bodyPr/>
        <a:lstStyle/>
        <a:p>
          <a:endParaRPr lang="en-US"/>
        </a:p>
      </dgm:t>
    </dgm:pt>
    <dgm:pt modelId="{617048C5-0516-2F40-9749-ADFCE1AC63F5}" type="pres">
      <dgm:prSet presAssocID="{3C8B49F3-CB62-494D-8282-E1644F19C88B}" presName="hierChild1" presStyleCnt="0">
        <dgm:presLayoutVars>
          <dgm:orgChart val="1"/>
          <dgm:chPref val="1"/>
          <dgm:dir/>
          <dgm:animOne val="branch"/>
          <dgm:animLvl val="lvl"/>
          <dgm:resizeHandles/>
        </dgm:presLayoutVars>
      </dgm:prSet>
      <dgm:spPr/>
    </dgm:pt>
    <dgm:pt modelId="{A3B4A86A-9CA5-EB4B-8CDF-F09E96CE223F}" type="pres">
      <dgm:prSet presAssocID="{9450305F-B67C-EB42-9FCA-17AB0707BA87}" presName="hierRoot1" presStyleCnt="0">
        <dgm:presLayoutVars>
          <dgm:hierBranch val="init"/>
        </dgm:presLayoutVars>
      </dgm:prSet>
      <dgm:spPr/>
    </dgm:pt>
    <dgm:pt modelId="{86473370-C8F2-DA4C-B94B-49EF1AA08888}" type="pres">
      <dgm:prSet presAssocID="{9450305F-B67C-EB42-9FCA-17AB0707BA87}" presName="rootComposite1" presStyleCnt="0"/>
      <dgm:spPr/>
    </dgm:pt>
    <dgm:pt modelId="{D925BDEC-42F5-A744-94A7-17CD6B8C5FBF}" type="pres">
      <dgm:prSet presAssocID="{9450305F-B67C-EB42-9FCA-17AB0707BA87}" presName="rootText1" presStyleLbl="node0" presStyleIdx="0" presStyleCnt="1" custScaleX="228187" custScaleY="128108" custLinFactY="-3215" custLinFactNeighborX="-12817" custLinFactNeighborY="-100000">
        <dgm:presLayoutVars>
          <dgm:chPref val="3"/>
        </dgm:presLayoutVars>
      </dgm:prSet>
      <dgm:spPr/>
    </dgm:pt>
    <dgm:pt modelId="{11D48F1B-79A3-454A-A9C8-C57FA8346F19}" type="pres">
      <dgm:prSet presAssocID="{9450305F-B67C-EB42-9FCA-17AB0707BA87}" presName="rootConnector1" presStyleLbl="node1" presStyleIdx="0" presStyleCnt="0"/>
      <dgm:spPr/>
    </dgm:pt>
    <dgm:pt modelId="{7B699CE6-4491-B54C-A03C-160A064A9BF8}" type="pres">
      <dgm:prSet presAssocID="{9450305F-B67C-EB42-9FCA-17AB0707BA87}" presName="hierChild2" presStyleCnt="0"/>
      <dgm:spPr/>
    </dgm:pt>
    <dgm:pt modelId="{E61BF6B3-72DF-9E4A-9E16-7C8E6EEB3C1D}" type="pres">
      <dgm:prSet presAssocID="{628888F5-546D-0744-A843-8BFE29942C74}" presName="Name37" presStyleLbl="parChTrans1D2" presStyleIdx="0" presStyleCnt="4"/>
      <dgm:spPr/>
    </dgm:pt>
    <dgm:pt modelId="{4CE8C2C9-010B-AB43-9E0C-8ACC2BAF7D04}" type="pres">
      <dgm:prSet presAssocID="{2783B416-70FA-7D48-B831-2D0931A84AC5}" presName="hierRoot2" presStyleCnt="0">
        <dgm:presLayoutVars>
          <dgm:hierBranch val="init"/>
        </dgm:presLayoutVars>
      </dgm:prSet>
      <dgm:spPr/>
    </dgm:pt>
    <dgm:pt modelId="{1FAA1426-5A8D-1B49-BF9A-7192102DED0A}" type="pres">
      <dgm:prSet presAssocID="{2783B416-70FA-7D48-B831-2D0931A84AC5}" presName="rootComposite" presStyleCnt="0"/>
      <dgm:spPr/>
    </dgm:pt>
    <dgm:pt modelId="{7C5A92B5-D8F8-0546-8801-34F2F0D85795}" type="pres">
      <dgm:prSet presAssocID="{2783B416-70FA-7D48-B831-2D0931A84AC5}" presName="rootText" presStyleLbl="node2" presStyleIdx="0" presStyleCnt="4" custScaleX="207365" custScaleY="257556">
        <dgm:presLayoutVars>
          <dgm:chPref val="3"/>
        </dgm:presLayoutVars>
      </dgm:prSet>
      <dgm:spPr/>
    </dgm:pt>
    <dgm:pt modelId="{682D3D7A-1718-B14C-B09C-68316AA88061}" type="pres">
      <dgm:prSet presAssocID="{2783B416-70FA-7D48-B831-2D0931A84AC5}" presName="rootConnector" presStyleLbl="node2" presStyleIdx="0" presStyleCnt="4"/>
      <dgm:spPr/>
    </dgm:pt>
    <dgm:pt modelId="{9DD06FEE-818B-7D40-8EE2-593BB91FFC58}" type="pres">
      <dgm:prSet presAssocID="{2783B416-70FA-7D48-B831-2D0931A84AC5}" presName="hierChild4" presStyleCnt="0"/>
      <dgm:spPr/>
    </dgm:pt>
    <dgm:pt modelId="{97542074-CC1D-184D-AC23-9697DFFC6702}" type="pres">
      <dgm:prSet presAssocID="{AE3CAF8C-21A4-B84A-A17A-FB520FD52D2E}" presName="Name37" presStyleLbl="parChTrans1D3" presStyleIdx="0" presStyleCnt="6"/>
      <dgm:spPr/>
    </dgm:pt>
    <dgm:pt modelId="{1970C374-543E-AF4B-BE9A-66683EE67C32}" type="pres">
      <dgm:prSet presAssocID="{C2856ACD-CD19-FE48-A0F4-E9072B1E42EA}" presName="hierRoot2" presStyleCnt="0">
        <dgm:presLayoutVars>
          <dgm:hierBranch val="init"/>
        </dgm:presLayoutVars>
      </dgm:prSet>
      <dgm:spPr/>
    </dgm:pt>
    <dgm:pt modelId="{17CD7726-C014-2140-B68E-D17438C89214}" type="pres">
      <dgm:prSet presAssocID="{C2856ACD-CD19-FE48-A0F4-E9072B1E42EA}" presName="rootComposite" presStyleCnt="0"/>
      <dgm:spPr/>
    </dgm:pt>
    <dgm:pt modelId="{F289D222-3894-9448-A4F2-806DDC98C19F}" type="pres">
      <dgm:prSet presAssocID="{C2856ACD-CD19-FE48-A0F4-E9072B1E42EA}" presName="rootText" presStyleLbl="node3" presStyleIdx="0" presStyleCnt="6">
        <dgm:presLayoutVars>
          <dgm:chPref val="3"/>
        </dgm:presLayoutVars>
      </dgm:prSet>
      <dgm:spPr/>
    </dgm:pt>
    <dgm:pt modelId="{F061D59E-4C22-9E4D-A22C-4D9F09478065}" type="pres">
      <dgm:prSet presAssocID="{C2856ACD-CD19-FE48-A0F4-E9072B1E42EA}" presName="rootConnector" presStyleLbl="node3" presStyleIdx="0" presStyleCnt="6"/>
      <dgm:spPr/>
    </dgm:pt>
    <dgm:pt modelId="{721193DF-9B6B-EA4D-ABBF-317C898145A3}" type="pres">
      <dgm:prSet presAssocID="{C2856ACD-CD19-FE48-A0F4-E9072B1E42EA}" presName="hierChild4" presStyleCnt="0"/>
      <dgm:spPr/>
    </dgm:pt>
    <dgm:pt modelId="{1B275772-1949-2A47-92BA-D0F38A9B44B4}" type="pres">
      <dgm:prSet presAssocID="{C2856ACD-CD19-FE48-A0F4-E9072B1E42EA}" presName="hierChild5" presStyleCnt="0"/>
      <dgm:spPr/>
    </dgm:pt>
    <dgm:pt modelId="{292ED23B-BFCC-4541-87D0-2D0DDE84CE9C}" type="pres">
      <dgm:prSet presAssocID="{A00FCF13-7CB1-0C41-8036-BA81BFF4EDB0}" presName="Name37" presStyleLbl="parChTrans1D3" presStyleIdx="1" presStyleCnt="6"/>
      <dgm:spPr/>
    </dgm:pt>
    <dgm:pt modelId="{74D165CD-B84A-4B49-9F3E-AFADCBCE5C54}" type="pres">
      <dgm:prSet presAssocID="{6165733E-31D8-3340-92A9-5130310021A0}" presName="hierRoot2" presStyleCnt="0">
        <dgm:presLayoutVars>
          <dgm:hierBranch val="init"/>
        </dgm:presLayoutVars>
      </dgm:prSet>
      <dgm:spPr/>
    </dgm:pt>
    <dgm:pt modelId="{3741DD34-2AB3-664D-B53D-54160B2E79B5}" type="pres">
      <dgm:prSet presAssocID="{6165733E-31D8-3340-92A9-5130310021A0}" presName="rootComposite" presStyleCnt="0"/>
      <dgm:spPr/>
    </dgm:pt>
    <dgm:pt modelId="{72499966-37B3-6041-8134-A71497E588BB}" type="pres">
      <dgm:prSet presAssocID="{6165733E-31D8-3340-92A9-5130310021A0}" presName="rootText" presStyleLbl="node3" presStyleIdx="1" presStyleCnt="6">
        <dgm:presLayoutVars>
          <dgm:chPref val="3"/>
        </dgm:presLayoutVars>
      </dgm:prSet>
      <dgm:spPr/>
    </dgm:pt>
    <dgm:pt modelId="{3BB984D6-3FCE-BD48-BBC2-F14229896B4C}" type="pres">
      <dgm:prSet presAssocID="{6165733E-31D8-3340-92A9-5130310021A0}" presName="rootConnector" presStyleLbl="node3" presStyleIdx="1" presStyleCnt="6"/>
      <dgm:spPr/>
    </dgm:pt>
    <dgm:pt modelId="{6D6B6983-C5C6-7B46-907E-EC7512D753B6}" type="pres">
      <dgm:prSet presAssocID="{6165733E-31D8-3340-92A9-5130310021A0}" presName="hierChild4" presStyleCnt="0"/>
      <dgm:spPr/>
    </dgm:pt>
    <dgm:pt modelId="{171BBD7F-A2AC-974B-B3C2-FC232EDEF2DB}" type="pres">
      <dgm:prSet presAssocID="{6165733E-31D8-3340-92A9-5130310021A0}" presName="hierChild5" presStyleCnt="0"/>
      <dgm:spPr/>
    </dgm:pt>
    <dgm:pt modelId="{74983C80-A164-7A42-8106-E5448EAF8436}" type="pres">
      <dgm:prSet presAssocID="{CFEBC1EA-5EF3-3D44-83D1-00751240F710}" presName="Name37" presStyleLbl="parChTrans1D3" presStyleIdx="2" presStyleCnt="6"/>
      <dgm:spPr/>
    </dgm:pt>
    <dgm:pt modelId="{8694B97D-C77E-EF4C-89BF-A461CF34FE67}" type="pres">
      <dgm:prSet presAssocID="{29145AE6-3F38-D742-8C44-720FE5759149}" presName="hierRoot2" presStyleCnt="0">
        <dgm:presLayoutVars>
          <dgm:hierBranch val="init"/>
        </dgm:presLayoutVars>
      </dgm:prSet>
      <dgm:spPr/>
    </dgm:pt>
    <dgm:pt modelId="{4003BBF7-4F6A-E84E-9A94-9944B4080F67}" type="pres">
      <dgm:prSet presAssocID="{29145AE6-3F38-D742-8C44-720FE5759149}" presName="rootComposite" presStyleCnt="0"/>
      <dgm:spPr/>
    </dgm:pt>
    <dgm:pt modelId="{EAE285E9-BCC2-EB4D-88E4-9AC4AD73FDE0}" type="pres">
      <dgm:prSet presAssocID="{29145AE6-3F38-D742-8C44-720FE5759149}" presName="rootText" presStyleLbl="node3" presStyleIdx="2" presStyleCnt="6" custScaleX="188764" custScaleY="212642">
        <dgm:presLayoutVars>
          <dgm:chPref val="3"/>
        </dgm:presLayoutVars>
      </dgm:prSet>
      <dgm:spPr/>
    </dgm:pt>
    <dgm:pt modelId="{BDDFF454-D462-8B44-9B6D-880B04849679}" type="pres">
      <dgm:prSet presAssocID="{29145AE6-3F38-D742-8C44-720FE5759149}" presName="rootConnector" presStyleLbl="node3" presStyleIdx="2" presStyleCnt="6"/>
      <dgm:spPr/>
    </dgm:pt>
    <dgm:pt modelId="{2E5359F7-0C7D-3146-B00F-AB5004F80D97}" type="pres">
      <dgm:prSet presAssocID="{29145AE6-3F38-D742-8C44-720FE5759149}" presName="hierChild4" presStyleCnt="0"/>
      <dgm:spPr/>
    </dgm:pt>
    <dgm:pt modelId="{1A70869D-A542-554B-AAB2-288DA877F30A}" type="pres">
      <dgm:prSet presAssocID="{29145AE6-3F38-D742-8C44-720FE5759149}" presName="hierChild5" presStyleCnt="0"/>
      <dgm:spPr/>
    </dgm:pt>
    <dgm:pt modelId="{10CD0F3F-588C-A149-9166-6ED32D4BBA31}" type="pres">
      <dgm:prSet presAssocID="{2783B416-70FA-7D48-B831-2D0931A84AC5}" presName="hierChild5" presStyleCnt="0"/>
      <dgm:spPr/>
    </dgm:pt>
    <dgm:pt modelId="{6565F1AC-871D-5F4D-A2E1-46994C53F963}" type="pres">
      <dgm:prSet presAssocID="{5F60FEAA-DF8B-BC43-AFC1-A483420532F6}" presName="Name37" presStyleLbl="parChTrans1D2" presStyleIdx="1" presStyleCnt="4"/>
      <dgm:spPr/>
    </dgm:pt>
    <dgm:pt modelId="{F1990B94-3F71-CC40-89AB-E30E34418E7A}" type="pres">
      <dgm:prSet presAssocID="{E4543FAB-43E3-0B4D-8E78-3DF086DE2156}" presName="hierRoot2" presStyleCnt="0">
        <dgm:presLayoutVars>
          <dgm:hierBranch val="init"/>
        </dgm:presLayoutVars>
      </dgm:prSet>
      <dgm:spPr/>
    </dgm:pt>
    <dgm:pt modelId="{1B8192FE-9F73-5A46-BAF1-5EFCA451AA43}" type="pres">
      <dgm:prSet presAssocID="{E4543FAB-43E3-0B4D-8E78-3DF086DE2156}" presName="rootComposite" presStyleCnt="0"/>
      <dgm:spPr/>
    </dgm:pt>
    <dgm:pt modelId="{7A33CCEF-2DC7-9340-A69E-A1B6B324B422}" type="pres">
      <dgm:prSet presAssocID="{E4543FAB-43E3-0B4D-8E78-3DF086DE2156}" presName="rootText" presStyleLbl="node2" presStyleIdx="1" presStyleCnt="4" custScaleX="212914">
        <dgm:presLayoutVars>
          <dgm:chPref val="3"/>
        </dgm:presLayoutVars>
      </dgm:prSet>
      <dgm:spPr/>
    </dgm:pt>
    <dgm:pt modelId="{60AAB9CD-C1FC-2F44-B71D-D8CCF1BA4AE0}" type="pres">
      <dgm:prSet presAssocID="{E4543FAB-43E3-0B4D-8E78-3DF086DE2156}" presName="rootConnector" presStyleLbl="node2" presStyleIdx="1" presStyleCnt="4"/>
      <dgm:spPr/>
    </dgm:pt>
    <dgm:pt modelId="{A1B87787-8001-5E47-8110-753768007266}" type="pres">
      <dgm:prSet presAssocID="{E4543FAB-43E3-0B4D-8E78-3DF086DE2156}" presName="hierChild4" presStyleCnt="0"/>
      <dgm:spPr/>
    </dgm:pt>
    <dgm:pt modelId="{C8E2C17A-B142-374F-9EF3-190F1BD8DC8D}" type="pres">
      <dgm:prSet presAssocID="{4C846870-717C-E347-812E-11EE43FD66D5}" presName="Name37" presStyleLbl="parChTrans1D3" presStyleIdx="3" presStyleCnt="6"/>
      <dgm:spPr/>
    </dgm:pt>
    <dgm:pt modelId="{4D495408-6BCA-5345-B521-8AF20521B4A3}" type="pres">
      <dgm:prSet presAssocID="{C4901152-A780-564F-8F3E-835B6B3AED2C}" presName="hierRoot2" presStyleCnt="0">
        <dgm:presLayoutVars>
          <dgm:hierBranch val="init"/>
        </dgm:presLayoutVars>
      </dgm:prSet>
      <dgm:spPr/>
    </dgm:pt>
    <dgm:pt modelId="{391943AA-69DB-3C4B-9EBB-B62F7C38C6B0}" type="pres">
      <dgm:prSet presAssocID="{C4901152-A780-564F-8F3E-835B6B3AED2C}" presName="rootComposite" presStyleCnt="0"/>
      <dgm:spPr/>
    </dgm:pt>
    <dgm:pt modelId="{F06AA4DA-4C16-9F4C-822B-44ABBAAC91CC}" type="pres">
      <dgm:prSet presAssocID="{C4901152-A780-564F-8F3E-835B6B3AED2C}" presName="rootText" presStyleLbl="node3" presStyleIdx="3" presStyleCnt="6" custScaleX="179967" custScaleY="127363" custLinFactNeighborX="-692" custLinFactNeighborY="21660">
        <dgm:presLayoutVars>
          <dgm:chPref val="3"/>
        </dgm:presLayoutVars>
      </dgm:prSet>
      <dgm:spPr/>
    </dgm:pt>
    <dgm:pt modelId="{159EBD3B-34F1-DC47-B896-35D15FD5837C}" type="pres">
      <dgm:prSet presAssocID="{C4901152-A780-564F-8F3E-835B6B3AED2C}" presName="rootConnector" presStyleLbl="node3" presStyleIdx="3" presStyleCnt="6"/>
      <dgm:spPr/>
    </dgm:pt>
    <dgm:pt modelId="{57F91360-FA14-6648-BA4A-DB5FDB1EEF37}" type="pres">
      <dgm:prSet presAssocID="{C4901152-A780-564F-8F3E-835B6B3AED2C}" presName="hierChild4" presStyleCnt="0"/>
      <dgm:spPr/>
    </dgm:pt>
    <dgm:pt modelId="{0A0F1F4B-6870-2743-BD7E-0E0D8FC11B8A}" type="pres">
      <dgm:prSet presAssocID="{893302AF-4BB2-CB47-9F59-ADAAD51C226C}" presName="Name37" presStyleLbl="parChTrans1D4" presStyleIdx="0" presStyleCnt="4"/>
      <dgm:spPr/>
    </dgm:pt>
    <dgm:pt modelId="{DC50CEFA-B725-E14D-A850-3FEDC243D7E3}" type="pres">
      <dgm:prSet presAssocID="{BA6A2584-CEA7-5D4E-B5AA-73DCF9069C80}" presName="hierRoot2" presStyleCnt="0">
        <dgm:presLayoutVars>
          <dgm:hierBranch val="init"/>
        </dgm:presLayoutVars>
      </dgm:prSet>
      <dgm:spPr/>
    </dgm:pt>
    <dgm:pt modelId="{649DE7CA-BCFE-8043-85D8-1236A29C7205}" type="pres">
      <dgm:prSet presAssocID="{BA6A2584-CEA7-5D4E-B5AA-73DCF9069C80}" presName="rootComposite" presStyleCnt="0"/>
      <dgm:spPr/>
    </dgm:pt>
    <dgm:pt modelId="{A5D97F8F-5544-884D-8AC2-607CFCCD174F}" type="pres">
      <dgm:prSet presAssocID="{BA6A2584-CEA7-5D4E-B5AA-73DCF9069C80}" presName="rootText" presStyleLbl="node4" presStyleIdx="0" presStyleCnt="4" custScaleX="170897" custScaleY="61807">
        <dgm:presLayoutVars>
          <dgm:chPref val="3"/>
        </dgm:presLayoutVars>
      </dgm:prSet>
      <dgm:spPr/>
    </dgm:pt>
    <dgm:pt modelId="{9B853BA9-15CD-0C4C-BE07-D7897FF4CBF6}" type="pres">
      <dgm:prSet presAssocID="{BA6A2584-CEA7-5D4E-B5AA-73DCF9069C80}" presName="rootConnector" presStyleLbl="node4" presStyleIdx="0" presStyleCnt="4"/>
      <dgm:spPr/>
    </dgm:pt>
    <dgm:pt modelId="{AAC90675-DDE7-4845-AE8E-CC9D9114E321}" type="pres">
      <dgm:prSet presAssocID="{BA6A2584-CEA7-5D4E-B5AA-73DCF9069C80}" presName="hierChild4" presStyleCnt="0"/>
      <dgm:spPr/>
    </dgm:pt>
    <dgm:pt modelId="{12C990B8-B338-454B-B9E4-FFB3679DC120}" type="pres">
      <dgm:prSet presAssocID="{BA6A2584-CEA7-5D4E-B5AA-73DCF9069C80}" presName="hierChild5" presStyleCnt="0"/>
      <dgm:spPr/>
    </dgm:pt>
    <dgm:pt modelId="{481F4C7F-865A-0A49-8A1E-C375E3B66F75}" type="pres">
      <dgm:prSet presAssocID="{84BF47CA-CAB4-B34C-A0C0-0B92DCB84FA9}" presName="Name37" presStyleLbl="parChTrans1D4" presStyleIdx="1" presStyleCnt="4"/>
      <dgm:spPr/>
    </dgm:pt>
    <dgm:pt modelId="{A6F1E79B-9B33-0E40-8666-6A9882C1092B}" type="pres">
      <dgm:prSet presAssocID="{7A24048A-E07C-4743-B64E-BDFA1437E1ED}" presName="hierRoot2" presStyleCnt="0">
        <dgm:presLayoutVars>
          <dgm:hierBranch val="init"/>
        </dgm:presLayoutVars>
      </dgm:prSet>
      <dgm:spPr/>
    </dgm:pt>
    <dgm:pt modelId="{CFD30F1D-30C6-8D4A-B655-5CE7BA6BCE8E}" type="pres">
      <dgm:prSet presAssocID="{7A24048A-E07C-4743-B64E-BDFA1437E1ED}" presName="rootComposite" presStyleCnt="0"/>
      <dgm:spPr/>
    </dgm:pt>
    <dgm:pt modelId="{C42217D6-FD36-6341-B685-A95305479BA2}" type="pres">
      <dgm:prSet presAssocID="{7A24048A-E07C-4743-B64E-BDFA1437E1ED}" presName="rootText" presStyleLbl="node4" presStyleIdx="1" presStyleCnt="4" custScaleX="170897" custScaleY="63646">
        <dgm:presLayoutVars>
          <dgm:chPref val="3"/>
        </dgm:presLayoutVars>
      </dgm:prSet>
      <dgm:spPr/>
    </dgm:pt>
    <dgm:pt modelId="{C0097CA7-6F37-5343-B6DD-CD9CEF643DD2}" type="pres">
      <dgm:prSet presAssocID="{7A24048A-E07C-4743-B64E-BDFA1437E1ED}" presName="rootConnector" presStyleLbl="node4" presStyleIdx="1" presStyleCnt="4"/>
      <dgm:spPr/>
    </dgm:pt>
    <dgm:pt modelId="{CABE2E28-9734-8A48-8D61-BD24F02AE977}" type="pres">
      <dgm:prSet presAssocID="{7A24048A-E07C-4743-B64E-BDFA1437E1ED}" presName="hierChild4" presStyleCnt="0"/>
      <dgm:spPr/>
    </dgm:pt>
    <dgm:pt modelId="{A6FE0741-EE84-CA47-86F8-A26617C8940C}" type="pres">
      <dgm:prSet presAssocID="{7A24048A-E07C-4743-B64E-BDFA1437E1ED}" presName="hierChild5" presStyleCnt="0"/>
      <dgm:spPr/>
    </dgm:pt>
    <dgm:pt modelId="{83A261EB-7CF0-E34B-928D-EBA6A7273934}" type="pres">
      <dgm:prSet presAssocID="{FFD6438E-7C80-2748-AD20-D9AA6EDF227D}" presName="Name37" presStyleLbl="parChTrans1D4" presStyleIdx="2" presStyleCnt="4"/>
      <dgm:spPr/>
    </dgm:pt>
    <dgm:pt modelId="{DAA5F6C3-C110-E545-8055-3F5397E3F45A}" type="pres">
      <dgm:prSet presAssocID="{8785C6F1-D802-4740-84EB-2A3A313A323E}" presName="hierRoot2" presStyleCnt="0">
        <dgm:presLayoutVars>
          <dgm:hierBranch val="init"/>
        </dgm:presLayoutVars>
      </dgm:prSet>
      <dgm:spPr/>
    </dgm:pt>
    <dgm:pt modelId="{7288A126-8834-2844-8C8D-A111F0BD4B03}" type="pres">
      <dgm:prSet presAssocID="{8785C6F1-D802-4740-84EB-2A3A313A323E}" presName="rootComposite" presStyleCnt="0"/>
      <dgm:spPr/>
    </dgm:pt>
    <dgm:pt modelId="{FCD2F5DD-CFDD-F641-AAB9-FB468DE3811D}" type="pres">
      <dgm:prSet presAssocID="{8785C6F1-D802-4740-84EB-2A3A313A323E}" presName="rootText" presStyleLbl="node4" presStyleIdx="2" presStyleCnt="4" custScaleX="165564" custScaleY="76602">
        <dgm:presLayoutVars>
          <dgm:chPref val="3"/>
        </dgm:presLayoutVars>
      </dgm:prSet>
      <dgm:spPr/>
    </dgm:pt>
    <dgm:pt modelId="{DE01D14A-1716-BE4C-ABCB-0171E7C4BFB1}" type="pres">
      <dgm:prSet presAssocID="{8785C6F1-D802-4740-84EB-2A3A313A323E}" presName="rootConnector" presStyleLbl="node4" presStyleIdx="2" presStyleCnt="4"/>
      <dgm:spPr/>
    </dgm:pt>
    <dgm:pt modelId="{3D6DD5CE-7B6A-F943-90AC-D5858401444F}" type="pres">
      <dgm:prSet presAssocID="{8785C6F1-D802-4740-84EB-2A3A313A323E}" presName="hierChild4" presStyleCnt="0"/>
      <dgm:spPr/>
    </dgm:pt>
    <dgm:pt modelId="{1CA0044F-B9DF-6645-A3C2-BB5C0DD5800F}" type="pres">
      <dgm:prSet presAssocID="{8785C6F1-D802-4740-84EB-2A3A313A323E}" presName="hierChild5" presStyleCnt="0"/>
      <dgm:spPr/>
    </dgm:pt>
    <dgm:pt modelId="{9A45C1BB-F465-0E4B-A9DD-6858F62EB68E}" type="pres">
      <dgm:prSet presAssocID="{550FA7F5-62B2-9242-8D07-464AF4F679EB}" presName="Name37" presStyleLbl="parChTrans1D4" presStyleIdx="3" presStyleCnt="4"/>
      <dgm:spPr/>
    </dgm:pt>
    <dgm:pt modelId="{F2CD2A70-B9ED-F949-8B62-92E971A7A36B}" type="pres">
      <dgm:prSet presAssocID="{1EE02D94-0E7A-EA4D-A341-A779707B3F47}" presName="hierRoot2" presStyleCnt="0">
        <dgm:presLayoutVars>
          <dgm:hierBranch val="init"/>
        </dgm:presLayoutVars>
      </dgm:prSet>
      <dgm:spPr/>
    </dgm:pt>
    <dgm:pt modelId="{611BAE0D-23A1-F348-BA4A-51175C497958}" type="pres">
      <dgm:prSet presAssocID="{1EE02D94-0E7A-EA4D-A341-A779707B3F47}" presName="rootComposite" presStyleCnt="0"/>
      <dgm:spPr/>
    </dgm:pt>
    <dgm:pt modelId="{25CBA82E-EDDB-9448-B8D3-E741286AD31D}" type="pres">
      <dgm:prSet presAssocID="{1EE02D94-0E7A-EA4D-A341-A779707B3F47}" presName="rootText" presStyleLbl="node4" presStyleIdx="3" presStyleCnt="4" custScaleX="165563" custScaleY="87305">
        <dgm:presLayoutVars>
          <dgm:chPref val="3"/>
        </dgm:presLayoutVars>
      </dgm:prSet>
      <dgm:spPr/>
    </dgm:pt>
    <dgm:pt modelId="{A7FAB920-AB70-E140-AC74-0E0799BEE33A}" type="pres">
      <dgm:prSet presAssocID="{1EE02D94-0E7A-EA4D-A341-A779707B3F47}" presName="rootConnector" presStyleLbl="node4" presStyleIdx="3" presStyleCnt="4"/>
      <dgm:spPr/>
    </dgm:pt>
    <dgm:pt modelId="{875E5D11-1E98-4640-85D3-DDD91489F07A}" type="pres">
      <dgm:prSet presAssocID="{1EE02D94-0E7A-EA4D-A341-A779707B3F47}" presName="hierChild4" presStyleCnt="0"/>
      <dgm:spPr/>
    </dgm:pt>
    <dgm:pt modelId="{E6347DD2-4F71-0C4D-B59D-E5BFD64B1AB2}" type="pres">
      <dgm:prSet presAssocID="{1EE02D94-0E7A-EA4D-A341-A779707B3F47}" presName="hierChild5" presStyleCnt="0"/>
      <dgm:spPr/>
    </dgm:pt>
    <dgm:pt modelId="{2044A4DC-161A-AB45-979D-AC1FBC938B0E}" type="pres">
      <dgm:prSet presAssocID="{C4901152-A780-564F-8F3E-835B6B3AED2C}" presName="hierChild5" presStyleCnt="0"/>
      <dgm:spPr/>
    </dgm:pt>
    <dgm:pt modelId="{7C7A89F6-7BFB-CD40-B908-8EF4F63091EA}" type="pres">
      <dgm:prSet presAssocID="{9BEB777F-4FE6-F144-9691-C30CDCC36614}" presName="Name37" presStyleLbl="parChTrans1D3" presStyleIdx="4" presStyleCnt="6"/>
      <dgm:spPr/>
    </dgm:pt>
    <dgm:pt modelId="{7B5C1F23-4ACA-1D42-9D02-C48D7D51B902}" type="pres">
      <dgm:prSet presAssocID="{438D6E0B-808F-F044-9026-97822AB3C5CC}" presName="hierRoot2" presStyleCnt="0">
        <dgm:presLayoutVars>
          <dgm:hierBranch val="init"/>
        </dgm:presLayoutVars>
      </dgm:prSet>
      <dgm:spPr/>
    </dgm:pt>
    <dgm:pt modelId="{330ECD74-1373-094D-AB96-14901ED2CE30}" type="pres">
      <dgm:prSet presAssocID="{438D6E0B-808F-F044-9026-97822AB3C5CC}" presName="rootComposite" presStyleCnt="0"/>
      <dgm:spPr/>
    </dgm:pt>
    <dgm:pt modelId="{F51C3A5B-EE23-DD47-879C-D25DDDBF3855}" type="pres">
      <dgm:prSet presAssocID="{438D6E0B-808F-F044-9026-97822AB3C5CC}" presName="rootText" presStyleLbl="node3" presStyleIdx="4" presStyleCnt="6" custScaleY="324707" custLinFactNeighborX="-876" custLinFactNeighborY="14803">
        <dgm:presLayoutVars>
          <dgm:chPref val="3"/>
        </dgm:presLayoutVars>
      </dgm:prSet>
      <dgm:spPr/>
    </dgm:pt>
    <dgm:pt modelId="{77CE969C-54FB-1D47-8550-EA0D9CDBBB51}" type="pres">
      <dgm:prSet presAssocID="{438D6E0B-808F-F044-9026-97822AB3C5CC}" presName="rootConnector" presStyleLbl="node3" presStyleIdx="4" presStyleCnt="6"/>
      <dgm:spPr/>
    </dgm:pt>
    <dgm:pt modelId="{E947D63B-50D4-DA4F-BDAE-A906C53EDB37}" type="pres">
      <dgm:prSet presAssocID="{438D6E0B-808F-F044-9026-97822AB3C5CC}" presName="hierChild4" presStyleCnt="0"/>
      <dgm:spPr/>
    </dgm:pt>
    <dgm:pt modelId="{38A42B66-67C3-5E4A-AC1B-CC2A4BA3AD5D}" type="pres">
      <dgm:prSet presAssocID="{438D6E0B-808F-F044-9026-97822AB3C5CC}" presName="hierChild5" presStyleCnt="0"/>
      <dgm:spPr/>
    </dgm:pt>
    <dgm:pt modelId="{A60B2F6A-AAE4-3A40-A1AC-69ABB6B16468}" type="pres">
      <dgm:prSet presAssocID="{D6568BC7-D4E9-5646-9D79-5B081373E1D6}" presName="Name37" presStyleLbl="parChTrans1D3" presStyleIdx="5" presStyleCnt="6"/>
      <dgm:spPr/>
    </dgm:pt>
    <dgm:pt modelId="{B8246780-D197-3340-B757-BB42E374307E}" type="pres">
      <dgm:prSet presAssocID="{1DDDEE70-D4B3-0547-A86E-6C7CE85EB1EC}" presName="hierRoot2" presStyleCnt="0">
        <dgm:presLayoutVars>
          <dgm:hierBranch val="init"/>
        </dgm:presLayoutVars>
      </dgm:prSet>
      <dgm:spPr/>
    </dgm:pt>
    <dgm:pt modelId="{5D8D81E2-1C3F-BB4D-AA42-2065A07ABE9B}" type="pres">
      <dgm:prSet presAssocID="{1DDDEE70-D4B3-0547-A86E-6C7CE85EB1EC}" presName="rootComposite" presStyleCnt="0"/>
      <dgm:spPr/>
    </dgm:pt>
    <dgm:pt modelId="{957F9D3B-C275-EE4E-B894-3A02A35DB752}" type="pres">
      <dgm:prSet presAssocID="{1DDDEE70-D4B3-0547-A86E-6C7CE85EB1EC}" presName="rootText" presStyleLbl="node3" presStyleIdx="5" presStyleCnt="6" custScaleY="405581" custLinFactNeighborX="-3452" custLinFactNeighborY="14803">
        <dgm:presLayoutVars>
          <dgm:chPref val="3"/>
        </dgm:presLayoutVars>
      </dgm:prSet>
      <dgm:spPr/>
    </dgm:pt>
    <dgm:pt modelId="{1A639ACF-F735-9547-91FB-021F864E653A}" type="pres">
      <dgm:prSet presAssocID="{1DDDEE70-D4B3-0547-A86E-6C7CE85EB1EC}" presName="rootConnector" presStyleLbl="node3" presStyleIdx="5" presStyleCnt="6"/>
      <dgm:spPr/>
    </dgm:pt>
    <dgm:pt modelId="{F752810E-6303-5146-82FB-8E4AAD362AF7}" type="pres">
      <dgm:prSet presAssocID="{1DDDEE70-D4B3-0547-A86E-6C7CE85EB1EC}" presName="hierChild4" presStyleCnt="0"/>
      <dgm:spPr/>
    </dgm:pt>
    <dgm:pt modelId="{36CA71E4-1D97-EC45-9F6B-90089F856112}" type="pres">
      <dgm:prSet presAssocID="{1DDDEE70-D4B3-0547-A86E-6C7CE85EB1EC}" presName="hierChild5" presStyleCnt="0"/>
      <dgm:spPr/>
    </dgm:pt>
    <dgm:pt modelId="{031B77D0-94A9-024D-B141-E8FF4DF063A5}" type="pres">
      <dgm:prSet presAssocID="{E4543FAB-43E3-0B4D-8E78-3DF086DE2156}" presName="hierChild5" presStyleCnt="0"/>
      <dgm:spPr/>
    </dgm:pt>
    <dgm:pt modelId="{FF968D47-09D2-0E48-BF8E-80B1E80A3B05}" type="pres">
      <dgm:prSet presAssocID="{63EE6A17-E64A-4847-8327-2F52F0D8D3AA}" presName="Name37" presStyleLbl="parChTrans1D2" presStyleIdx="2" presStyleCnt="4"/>
      <dgm:spPr/>
    </dgm:pt>
    <dgm:pt modelId="{B4DB9129-A7B1-704B-90FC-DD9398BCA8F4}" type="pres">
      <dgm:prSet presAssocID="{669D73B6-0193-FC4A-86E0-E15D2573425E}" presName="hierRoot2" presStyleCnt="0">
        <dgm:presLayoutVars>
          <dgm:hierBranch val="init"/>
        </dgm:presLayoutVars>
      </dgm:prSet>
      <dgm:spPr/>
    </dgm:pt>
    <dgm:pt modelId="{6FBAB31E-C495-634C-BC6B-8BAE313A386A}" type="pres">
      <dgm:prSet presAssocID="{669D73B6-0193-FC4A-86E0-E15D2573425E}" presName="rootComposite" presStyleCnt="0"/>
      <dgm:spPr/>
    </dgm:pt>
    <dgm:pt modelId="{1BE66474-D8B4-5549-A20E-9D127B75FE85}" type="pres">
      <dgm:prSet presAssocID="{669D73B6-0193-FC4A-86E0-E15D2573425E}" presName="rootText" presStyleLbl="node2" presStyleIdx="2" presStyleCnt="4" custScaleX="175803" custScaleY="222398">
        <dgm:presLayoutVars>
          <dgm:chPref val="3"/>
        </dgm:presLayoutVars>
      </dgm:prSet>
      <dgm:spPr/>
    </dgm:pt>
    <dgm:pt modelId="{B0A90837-FA6C-164D-80EC-F9A3C5B72E28}" type="pres">
      <dgm:prSet presAssocID="{669D73B6-0193-FC4A-86E0-E15D2573425E}" presName="rootConnector" presStyleLbl="node2" presStyleIdx="2" presStyleCnt="4"/>
      <dgm:spPr/>
    </dgm:pt>
    <dgm:pt modelId="{FBAC4933-35EF-814B-A2D4-9083E8B00531}" type="pres">
      <dgm:prSet presAssocID="{669D73B6-0193-FC4A-86E0-E15D2573425E}" presName="hierChild4" presStyleCnt="0"/>
      <dgm:spPr/>
    </dgm:pt>
    <dgm:pt modelId="{9AFD349A-C3D1-B444-A439-320E31C9ED23}" type="pres">
      <dgm:prSet presAssocID="{669D73B6-0193-FC4A-86E0-E15D2573425E}" presName="hierChild5" presStyleCnt="0"/>
      <dgm:spPr/>
    </dgm:pt>
    <dgm:pt modelId="{A058F15E-34CB-2844-ADA9-E0DF9A6C275F}" type="pres">
      <dgm:prSet presAssocID="{9A7CD120-5513-1242-BB25-08DD3340FDB8}" presName="Name37" presStyleLbl="parChTrans1D2" presStyleIdx="3" presStyleCnt="4"/>
      <dgm:spPr/>
    </dgm:pt>
    <dgm:pt modelId="{2430A864-5E93-1045-B3B1-91519B64B617}" type="pres">
      <dgm:prSet presAssocID="{A717B78F-948B-7C40-B88C-77408972063F}" presName="hierRoot2" presStyleCnt="0">
        <dgm:presLayoutVars>
          <dgm:hierBranch val="init"/>
        </dgm:presLayoutVars>
      </dgm:prSet>
      <dgm:spPr/>
    </dgm:pt>
    <dgm:pt modelId="{9B42C677-359C-B047-A304-4C43CA281951}" type="pres">
      <dgm:prSet presAssocID="{A717B78F-948B-7C40-B88C-77408972063F}" presName="rootComposite" presStyleCnt="0"/>
      <dgm:spPr/>
    </dgm:pt>
    <dgm:pt modelId="{4BCC879E-2921-1D42-A941-5E0F444E93FF}" type="pres">
      <dgm:prSet presAssocID="{A717B78F-948B-7C40-B88C-77408972063F}" presName="rootText" presStyleLbl="node2" presStyleIdx="3" presStyleCnt="4" custScaleX="211728" custScaleY="213642">
        <dgm:presLayoutVars>
          <dgm:chPref val="3"/>
        </dgm:presLayoutVars>
      </dgm:prSet>
      <dgm:spPr/>
    </dgm:pt>
    <dgm:pt modelId="{6DF414B4-45BA-704A-9573-C84E56F6A62D}" type="pres">
      <dgm:prSet presAssocID="{A717B78F-948B-7C40-B88C-77408972063F}" presName="rootConnector" presStyleLbl="node2" presStyleIdx="3" presStyleCnt="4"/>
      <dgm:spPr/>
    </dgm:pt>
    <dgm:pt modelId="{6D161B72-8CA8-0641-A963-682277BC23B3}" type="pres">
      <dgm:prSet presAssocID="{A717B78F-948B-7C40-B88C-77408972063F}" presName="hierChild4" presStyleCnt="0"/>
      <dgm:spPr/>
    </dgm:pt>
    <dgm:pt modelId="{EE79ED1C-9E04-6F47-84C7-39E9ADE6CE8F}" type="pres">
      <dgm:prSet presAssocID="{A717B78F-948B-7C40-B88C-77408972063F}" presName="hierChild5" presStyleCnt="0"/>
      <dgm:spPr/>
    </dgm:pt>
    <dgm:pt modelId="{5B029370-02AF-A84D-B7AB-3E73B35130B6}" type="pres">
      <dgm:prSet presAssocID="{9450305F-B67C-EB42-9FCA-17AB0707BA87}" presName="hierChild3" presStyleCnt="0"/>
      <dgm:spPr/>
    </dgm:pt>
  </dgm:ptLst>
  <dgm:cxnLst>
    <dgm:cxn modelId="{89E1A102-F180-DA48-96A2-2C00444D411B}" type="presOf" srcId="{E4543FAB-43E3-0B4D-8E78-3DF086DE2156}" destId="{7A33CCEF-2DC7-9340-A69E-A1B6B324B422}" srcOrd="0" destOrd="0" presId="urn:microsoft.com/office/officeart/2005/8/layout/orgChart1"/>
    <dgm:cxn modelId="{99F3420F-9ABB-6742-86F3-012858E5A07C}" srcId="{9450305F-B67C-EB42-9FCA-17AB0707BA87}" destId="{A717B78F-948B-7C40-B88C-77408972063F}" srcOrd="3" destOrd="0" parTransId="{9A7CD120-5513-1242-BB25-08DD3340FDB8}" sibTransId="{2EB0C27B-0C61-7A47-A785-6A1021355218}"/>
    <dgm:cxn modelId="{9AD61C11-12F2-3947-8F20-85AD1BF34B79}" type="presOf" srcId="{9BEB777F-4FE6-F144-9691-C30CDCC36614}" destId="{7C7A89F6-7BFB-CD40-B908-8EF4F63091EA}" srcOrd="0" destOrd="0" presId="urn:microsoft.com/office/officeart/2005/8/layout/orgChart1"/>
    <dgm:cxn modelId="{1378EE15-6985-214F-9130-E04E6B72AFC6}" type="presOf" srcId="{A00FCF13-7CB1-0C41-8036-BA81BFF4EDB0}" destId="{292ED23B-BFCC-4541-87D0-2D0DDE84CE9C}" srcOrd="0" destOrd="0" presId="urn:microsoft.com/office/officeart/2005/8/layout/orgChart1"/>
    <dgm:cxn modelId="{93EB3C17-63F4-B248-A214-4B4B2DFC8FEC}" type="presOf" srcId="{5F60FEAA-DF8B-BC43-AFC1-A483420532F6}" destId="{6565F1AC-871D-5F4D-A2E1-46994C53F963}" srcOrd="0" destOrd="0" presId="urn:microsoft.com/office/officeart/2005/8/layout/orgChart1"/>
    <dgm:cxn modelId="{B702801E-FC00-B845-9E0B-D02A42EA0843}" type="presOf" srcId="{29145AE6-3F38-D742-8C44-720FE5759149}" destId="{BDDFF454-D462-8B44-9B6D-880B04849679}" srcOrd="1" destOrd="0" presId="urn:microsoft.com/office/officeart/2005/8/layout/orgChart1"/>
    <dgm:cxn modelId="{6996A124-AEF7-F248-932F-74C096FDA4A7}" type="presOf" srcId="{A717B78F-948B-7C40-B88C-77408972063F}" destId="{4BCC879E-2921-1D42-A941-5E0F444E93FF}" srcOrd="0" destOrd="0" presId="urn:microsoft.com/office/officeart/2005/8/layout/orgChart1"/>
    <dgm:cxn modelId="{AE9B9125-742D-9242-B0E5-4E4F149F3863}" type="presOf" srcId="{29145AE6-3F38-D742-8C44-720FE5759149}" destId="{EAE285E9-BCC2-EB4D-88E4-9AC4AD73FDE0}" srcOrd="0" destOrd="0" presId="urn:microsoft.com/office/officeart/2005/8/layout/orgChart1"/>
    <dgm:cxn modelId="{CEB85027-F9B2-E649-B64A-210CCF9D591E}" type="presOf" srcId="{8785C6F1-D802-4740-84EB-2A3A313A323E}" destId="{FCD2F5DD-CFDD-F641-AAB9-FB468DE3811D}" srcOrd="0" destOrd="0" presId="urn:microsoft.com/office/officeart/2005/8/layout/orgChart1"/>
    <dgm:cxn modelId="{91D2F932-F719-AB4F-AAD3-082F6E62FF8F}" type="presOf" srcId="{C4901152-A780-564F-8F3E-835B6B3AED2C}" destId="{F06AA4DA-4C16-9F4C-822B-44ABBAAC91CC}" srcOrd="0" destOrd="0" presId="urn:microsoft.com/office/officeart/2005/8/layout/orgChart1"/>
    <dgm:cxn modelId="{8276D039-67E0-264F-B2D0-08D6D8D6573F}" type="presOf" srcId="{7A24048A-E07C-4743-B64E-BDFA1437E1ED}" destId="{C42217D6-FD36-6341-B685-A95305479BA2}" srcOrd="0" destOrd="0" presId="urn:microsoft.com/office/officeart/2005/8/layout/orgChart1"/>
    <dgm:cxn modelId="{02447D3F-E829-C74E-9BF9-EF737E4DB64E}" type="presOf" srcId="{6165733E-31D8-3340-92A9-5130310021A0}" destId="{3BB984D6-3FCE-BD48-BBC2-F14229896B4C}" srcOrd="1" destOrd="0" presId="urn:microsoft.com/office/officeart/2005/8/layout/orgChart1"/>
    <dgm:cxn modelId="{DAF34140-84AD-7642-B994-B336DAB16DF1}" srcId="{9450305F-B67C-EB42-9FCA-17AB0707BA87}" destId="{E4543FAB-43E3-0B4D-8E78-3DF086DE2156}" srcOrd="1" destOrd="0" parTransId="{5F60FEAA-DF8B-BC43-AFC1-A483420532F6}" sibTransId="{01DE2486-6CE4-1E48-B987-61FA9393CF55}"/>
    <dgm:cxn modelId="{98F6FB41-787B-F44E-8058-4E34D07F7EDF}" srcId="{2783B416-70FA-7D48-B831-2D0931A84AC5}" destId="{29145AE6-3F38-D742-8C44-720FE5759149}" srcOrd="2" destOrd="0" parTransId="{CFEBC1EA-5EF3-3D44-83D1-00751240F710}" sibTransId="{AA071DF3-781B-B342-B4CE-A64D895FA8E2}"/>
    <dgm:cxn modelId="{2B066F4B-854D-BF4E-9DED-B9686C809CE6}" srcId="{9450305F-B67C-EB42-9FCA-17AB0707BA87}" destId="{2783B416-70FA-7D48-B831-2D0931A84AC5}" srcOrd="0" destOrd="0" parTransId="{628888F5-546D-0744-A843-8BFE29942C74}" sibTransId="{B83AE71C-BFCC-144E-83A1-791D09B694F7}"/>
    <dgm:cxn modelId="{42953A4E-E7E1-1C49-AB29-4E264D618D10}" type="presOf" srcId="{1DDDEE70-D4B3-0547-A86E-6C7CE85EB1EC}" destId="{1A639ACF-F735-9547-91FB-021F864E653A}" srcOrd="1" destOrd="0" presId="urn:microsoft.com/office/officeart/2005/8/layout/orgChart1"/>
    <dgm:cxn modelId="{2F665D4F-42A6-F344-96D3-302A0AC58BA3}" type="presOf" srcId="{C2856ACD-CD19-FE48-A0F4-E9072B1E42EA}" destId="{F061D59E-4C22-9E4D-A22C-4D9F09478065}" srcOrd="1" destOrd="0" presId="urn:microsoft.com/office/officeart/2005/8/layout/orgChart1"/>
    <dgm:cxn modelId="{6AF0964F-AEDA-2F46-B1A3-ED2245ED863A}" type="presOf" srcId="{9450305F-B67C-EB42-9FCA-17AB0707BA87}" destId="{11D48F1B-79A3-454A-A9C8-C57FA8346F19}" srcOrd="1" destOrd="0" presId="urn:microsoft.com/office/officeart/2005/8/layout/orgChart1"/>
    <dgm:cxn modelId="{DF8F3058-4312-4D40-A426-89B00432C743}" type="presOf" srcId="{4C846870-717C-E347-812E-11EE43FD66D5}" destId="{C8E2C17A-B142-374F-9EF3-190F1BD8DC8D}" srcOrd="0" destOrd="0" presId="urn:microsoft.com/office/officeart/2005/8/layout/orgChart1"/>
    <dgm:cxn modelId="{2291B559-9370-324F-8A3B-CC8D8FBCADCB}" type="presOf" srcId="{6165733E-31D8-3340-92A9-5130310021A0}" destId="{72499966-37B3-6041-8134-A71497E588BB}" srcOrd="0" destOrd="0" presId="urn:microsoft.com/office/officeart/2005/8/layout/orgChart1"/>
    <dgm:cxn modelId="{6926AE5D-C8DB-F74A-A883-94BCB7381149}" srcId="{C4901152-A780-564F-8F3E-835B6B3AED2C}" destId="{BA6A2584-CEA7-5D4E-B5AA-73DCF9069C80}" srcOrd="0" destOrd="0" parTransId="{893302AF-4BB2-CB47-9F59-ADAAD51C226C}" sibTransId="{1901A550-10FE-5D4D-A1AA-BDE1E360090D}"/>
    <dgm:cxn modelId="{80A39B5F-B238-6A4E-BBF9-3BA780E71E07}" type="presOf" srcId="{FFD6438E-7C80-2748-AD20-D9AA6EDF227D}" destId="{83A261EB-7CF0-E34B-928D-EBA6A7273934}" srcOrd="0" destOrd="0" presId="urn:microsoft.com/office/officeart/2005/8/layout/orgChart1"/>
    <dgm:cxn modelId="{6BD41C65-95D1-2141-9905-25241FA6AF71}" type="presOf" srcId="{A717B78F-948B-7C40-B88C-77408972063F}" destId="{6DF414B4-45BA-704A-9573-C84E56F6A62D}" srcOrd="1" destOrd="0" presId="urn:microsoft.com/office/officeart/2005/8/layout/orgChart1"/>
    <dgm:cxn modelId="{EF2E3166-8673-E148-BB78-3DEA8B450624}" type="presOf" srcId="{893302AF-4BB2-CB47-9F59-ADAAD51C226C}" destId="{0A0F1F4B-6870-2743-BD7E-0E0D8FC11B8A}" srcOrd="0" destOrd="0" presId="urn:microsoft.com/office/officeart/2005/8/layout/orgChart1"/>
    <dgm:cxn modelId="{A890736A-9436-AA45-8C81-88811FA199A5}" srcId="{E4543FAB-43E3-0B4D-8E78-3DF086DE2156}" destId="{438D6E0B-808F-F044-9026-97822AB3C5CC}" srcOrd="1" destOrd="0" parTransId="{9BEB777F-4FE6-F144-9691-C30CDCC36614}" sibTransId="{D856CF09-B4B1-F447-8EAD-07EA9304BD11}"/>
    <dgm:cxn modelId="{46DD8C6B-CA1B-7346-9263-9BE29AF5395F}" type="presOf" srcId="{C4901152-A780-564F-8F3E-835B6B3AED2C}" destId="{159EBD3B-34F1-DC47-B896-35D15FD5837C}" srcOrd="1" destOrd="0" presId="urn:microsoft.com/office/officeart/2005/8/layout/orgChart1"/>
    <dgm:cxn modelId="{D8A76E72-30EE-6946-ABEF-148150F40D00}" type="presOf" srcId="{C2856ACD-CD19-FE48-A0F4-E9072B1E42EA}" destId="{F289D222-3894-9448-A4F2-806DDC98C19F}" srcOrd="0" destOrd="0" presId="urn:microsoft.com/office/officeart/2005/8/layout/orgChart1"/>
    <dgm:cxn modelId="{0FB66877-BF47-A94E-BE8D-485DAE16F146}" type="presOf" srcId="{D6568BC7-D4E9-5646-9D79-5B081373E1D6}" destId="{A60B2F6A-AAE4-3A40-A1AC-69ABB6B16468}" srcOrd="0" destOrd="0" presId="urn:microsoft.com/office/officeart/2005/8/layout/orgChart1"/>
    <dgm:cxn modelId="{1D27307B-89B9-C545-A4C1-04B8A18F30D9}" type="presOf" srcId="{550FA7F5-62B2-9242-8D07-464AF4F679EB}" destId="{9A45C1BB-F465-0E4B-A9DD-6858F62EB68E}" srcOrd="0" destOrd="0" presId="urn:microsoft.com/office/officeart/2005/8/layout/orgChart1"/>
    <dgm:cxn modelId="{6E3C3380-114C-7B49-917F-9BAB53B120F3}" type="presOf" srcId="{438D6E0B-808F-F044-9026-97822AB3C5CC}" destId="{F51C3A5B-EE23-DD47-879C-D25DDDBF3855}" srcOrd="0" destOrd="0" presId="urn:microsoft.com/office/officeart/2005/8/layout/orgChart1"/>
    <dgm:cxn modelId="{B8B63882-B109-8D43-97D7-DD597F20DAA0}" type="presOf" srcId="{438D6E0B-808F-F044-9026-97822AB3C5CC}" destId="{77CE969C-54FB-1D47-8550-EA0D9CDBBB51}" srcOrd="1" destOrd="0" presId="urn:microsoft.com/office/officeart/2005/8/layout/orgChart1"/>
    <dgm:cxn modelId="{5D776F88-A58D-0442-AD39-5442894EEBB4}" srcId="{C4901152-A780-564F-8F3E-835B6B3AED2C}" destId="{8785C6F1-D802-4740-84EB-2A3A313A323E}" srcOrd="2" destOrd="0" parTransId="{FFD6438E-7C80-2748-AD20-D9AA6EDF227D}" sibTransId="{43995A08-DA25-4E41-A60A-912D55A25D1B}"/>
    <dgm:cxn modelId="{3C32798E-1A6D-604B-BA55-963A1E9F0324}" srcId="{2783B416-70FA-7D48-B831-2D0931A84AC5}" destId="{C2856ACD-CD19-FE48-A0F4-E9072B1E42EA}" srcOrd="0" destOrd="0" parTransId="{AE3CAF8C-21A4-B84A-A17A-FB520FD52D2E}" sibTransId="{276FCA21-04FC-ED47-91C8-BD90FB543780}"/>
    <dgm:cxn modelId="{7F6C4B92-DC61-1F43-AC26-4AD661D3E01F}" type="presOf" srcId="{BA6A2584-CEA7-5D4E-B5AA-73DCF9069C80}" destId="{A5D97F8F-5544-884D-8AC2-607CFCCD174F}" srcOrd="0" destOrd="0" presId="urn:microsoft.com/office/officeart/2005/8/layout/orgChart1"/>
    <dgm:cxn modelId="{CE6FE992-F18F-8F48-A51E-6CDAD87A9C9F}" type="presOf" srcId="{CFEBC1EA-5EF3-3D44-83D1-00751240F710}" destId="{74983C80-A164-7A42-8106-E5448EAF8436}" srcOrd="0" destOrd="0" presId="urn:microsoft.com/office/officeart/2005/8/layout/orgChart1"/>
    <dgm:cxn modelId="{87CE2D9D-08D2-794E-A09E-5D54FA529E6D}" type="presOf" srcId="{84BF47CA-CAB4-B34C-A0C0-0B92DCB84FA9}" destId="{481F4C7F-865A-0A49-8A1E-C375E3B66F75}" srcOrd="0" destOrd="0" presId="urn:microsoft.com/office/officeart/2005/8/layout/orgChart1"/>
    <dgm:cxn modelId="{09BD21A3-EC02-AB47-8AFA-89DC74CE614C}" type="presOf" srcId="{669D73B6-0193-FC4A-86E0-E15D2573425E}" destId="{1BE66474-D8B4-5549-A20E-9D127B75FE85}" srcOrd="0" destOrd="0" presId="urn:microsoft.com/office/officeart/2005/8/layout/orgChart1"/>
    <dgm:cxn modelId="{0394A3A8-E279-8742-A392-1890B2B51ED8}" type="presOf" srcId="{1DDDEE70-D4B3-0547-A86E-6C7CE85EB1EC}" destId="{957F9D3B-C275-EE4E-B894-3A02A35DB752}" srcOrd="0" destOrd="0" presId="urn:microsoft.com/office/officeart/2005/8/layout/orgChart1"/>
    <dgm:cxn modelId="{C1DE09AB-CE8B-324F-81CE-38266F6B1AE3}" srcId="{E4543FAB-43E3-0B4D-8E78-3DF086DE2156}" destId="{1DDDEE70-D4B3-0547-A86E-6C7CE85EB1EC}" srcOrd="2" destOrd="0" parTransId="{D6568BC7-D4E9-5646-9D79-5B081373E1D6}" sibTransId="{E2DC93C1-DE22-A447-94B0-D58AEDDDAEF3}"/>
    <dgm:cxn modelId="{6CE96BAD-D0D3-564C-B804-351CA2D36A09}" type="presOf" srcId="{E4543FAB-43E3-0B4D-8E78-3DF086DE2156}" destId="{60AAB9CD-C1FC-2F44-B71D-D8CCF1BA4AE0}" srcOrd="1" destOrd="0" presId="urn:microsoft.com/office/officeart/2005/8/layout/orgChart1"/>
    <dgm:cxn modelId="{9E428FB0-BE0B-B243-BBE4-1CF7C41AF83F}" srcId="{9450305F-B67C-EB42-9FCA-17AB0707BA87}" destId="{669D73B6-0193-FC4A-86E0-E15D2573425E}" srcOrd="2" destOrd="0" parTransId="{63EE6A17-E64A-4847-8327-2F52F0D8D3AA}" sibTransId="{3E4F1E4E-C4EF-484C-B441-82F1CABDF503}"/>
    <dgm:cxn modelId="{505F11BA-8B9D-9E41-B49F-5F52A2B64044}" type="presOf" srcId="{628888F5-546D-0744-A843-8BFE29942C74}" destId="{E61BF6B3-72DF-9E4A-9E16-7C8E6EEB3C1D}" srcOrd="0" destOrd="0" presId="urn:microsoft.com/office/officeart/2005/8/layout/orgChart1"/>
    <dgm:cxn modelId="{76F50DC0-CED6-1044-9805-EE196A9BCE01}" type="presOf" srcId="{2783B416-70FA-7D48-B831-2D0931A84AC5}" destId="{682D3D7A-1718-B14C-B09C-68316AA88061}" srcOrd="1" destOrd="0" presId="urn:microsoft.com/office/officeart/2005/8/layout/orgChart1"/>
    <dgm:cxn modelId="{C5650BC3-3444-3F4B-BBA4-C22CDF12ECBD}" srcId="{2783B416-70FA-7D48-B831-2D0931A84AC5}" destId="{6165733E-31D8-3340-92A9-5130310021A0}" srcOrd="1" destOrd="0" parTransId="{A00FCF13-7CB1-0C41-8036-BA81BFF4EDB0}" sibTransId="{E65C39AE-7A47-F64F-BC37-27586F9EFB6D}"/>
    <dgm:cxn modelId="{97F7E3C7-D581-6945-A0B2-8D5416F2A126}" srcId="{C4901152-A780-564F-8F3E-835B6B3AED2C}" destId="{1EE02D94-0E7A-EA4D-A341-A779707B3F47}" srcOrd="3" destOrd="0" parTransId="{550FA7F5-62B2-9242-8D07-464AF4F679EB}" sibTransId="{E48DAFDA-96F3-9D4C-B0CB-AE02FFA2C2AA}"/>
    <dgm:cxn modelId="{0F9461CA-A4D7-D641-95C7-F05AC0822B1F}" srcId="{E4543FAB-43E3-0B4D-8E78-3DF086DE2156}" destId="{C4901152-A780-564F-8F3E-835B6B3AED2C}" srcOrd="0" destOrd="0" parTransId="{4C846870-717C-E347-812E-11EE43FD66D5}" sibTransId="{A97147E5-E0B1-7E42-B57D-A73F9C85C567}"/>
    <dgm:cxn modelId="{B36E29CC-506F-E442-BCDC-CA90B14D135E}" type="presOf" srcId="{1EE02D94-0E7A-EA4D-A341-A779707B3F47}" destId="{25CBA82E-EDDB-9448-B8D3-E741286AD31D}" srcOrd="0" destOrd="0" presId="urn:microsoft.com/office/officeart/2005/8/layout/orgChart1"/>
    <dgm:cxn modelId="{D9762DD1-7B5E-9F43-A731-0C8FF43895FB}" type="presOf" srcId="{BA6A2584-CEA7-5D4E-B5AA-73DCF9069C80}" destId="{9B853BA9-15CD-0C4C-BE07-D7897FF4CBF6}" srcOrd="1" destOrd="0" presId="urn:microsoft.com/office/officeart/2005/8/layout/orgChart1"/>
    <dgm:cxn modelId="{F1F5B7D4-D6C8-D544-9F5B-69E436E32BB4}" type="presOf" srcId="{3C8B49F3-CB62-494D-8282-E1644F19C88B}" destId="{617048C5-0516-2F40-9749-ADFCE1AC63F5}" srcOrd="0" destOrd="0" presId="urn:microsoft.com/office/officeart/2005/8/layout/orgChart1"/>
    <dgm:cxn modelId="{40B428DA-5D19-B845-A7D2-AEDAAEE9AB25}" type="presOf" srcId="{669D73B6-0193-FC4A-86E0-E15D2573425E}" destId="{B0A90837-FA6C-164D-80EC-F9A3C5B72E28}" srcOrd="1" destOrd="0" presId="urn:microsoft.com/office/officeart/2005/8/layout/orgChart1"/>
    <dgm:cxn modelId="{73422FDF-0DA4-1A41-ABF5-54C1A5E96128}" type="presOf" srcId="{2783B416-70FA-7D48-B831-2D0931A84AC5}" destId="{7C5A92B5-D8F8-0546-8801-34F2F0D85795}" srcOrd="0" destOrd="0" presId="urn:microsoft.com/office/officeart/2005/8/layout/orgChart1"/>
    <dgm:cxn modelId="{75E64EE5-9D70-E14A-8E84-0D7C5F05963B}" type="presOf" srcId="{63EE6A17-E64A-4847-8327-2F52F0D8D3AA}" destId="{FF968D47-09D2-0E48-BF8E-80B1E80A3B05}" srcOrd="0" destOrd="0" presId="urn:microsoft.com/office/officeart/2005/8/layout/orgChart1"/>
    <dgm:cxn modelId="{D7E5C4E5-7CF8-B74D-B332-C0FE1A5CB22C}" type="presOf" srcId="{AE3CAF8C-21A4-B84A-A17A-FB520FD52D2E}" destId="{97542074-CC1D-184D-AC23-9697DFFC6702}" srcOrd="0" destOrd="0" presId="urn:microsoft.com/office/officeart/2005/8/layout/orgChart1"/>
    <dgm:cxn modelId="{5034B0EA-5AB4-AE46-BA1E-86F05470690E}" type="presOf" srcId="{1EE02D94-0E7A-EA4D-A341-A779707B3F47}" destId="{A7FAB920-AB70-E140-AC74-0E0799BEE33A}" srcOrd="1" destOrd="0" presId="urn:microsoft.com/office/officeart/2005/8/layout/orgChart1"/>
    <dgm:cxn modelId="{CA7896F3-93D2-3240-B177-D0E2C8DBCB76}" srcId="{C4901152-A780-564F-8F3E-835B6B3AED2C}" destId="{7A24048A-E07C-4743-B64E-BDFA1437E1ED}" srcOrd="1" destOrd="0" parTransId="{84BF47CA-CAB4-B34C-A0C0-0B92DCB84FA9}" sibTransId="{191DE9DC-90E9-444A-925F-28B572C8E296}"/>
    <dgm:cxn modelId="{FD293CF6-B973-1343-BE2C-733671F2890D}" type="presOf" srcId="{9A7CD120-5513-1242-BB25-08DD3340FDB8}" destId="{A058F15E-34CB-2844-ADA9-E0DF9A6C275F}" srcOrd="0" destOrd="0" presId="urn:microsoft.com/office/officeart/2005/8/layout/orgChart1"/>
    <dgm:cxn modelId="{D72951F6-6888-B849-9932-9F3F52BFB986}" type="presOf" srcId="{8785C6F1-D802-4740-84EB-2A3A313A323E}" destId="{DE01D14A-1716-BE4C-ABCB-0171E7C4BFB1}" srcOrd="1" destOrd="0" presId="urn:microsoft.com/office/officeart/2005/8/layout/orgChart1"/>
    <dgm:cxn modelId="{2AEFD9F6-9F14-FF4C-A184-CBF841BDC767}" srcId="{3C8B49F3-CB62-494D-8282-E1644F19C88B}" destId="{9450305F-B67C-EB42-9FCA-17AB0707BA87}" srcOrd="0" destOrd="0" parTransId="{07BE4DB7-18B4-1C42-BE5E-CF2F9A1A6338}" sibTransId="{2BFDA097-3E47-0C44-BB78-0018560D341F}"/>
    <dgm:cxn modelId="{FD2472FA-CCDD-AD45-9748-D8B894ABA14D}" type="presOf" srcId="{9450305F-B67C-EB42-9FCA-17AB0707BA87}" destId="{D925BDEC-42F5-A744-94A7-17CD6B8C5FBF}" srcOrd="0" destOrd="0" presId="urn:microsoft.com/office/officeart/2005/8/layout/orgChart1"/>
    <dgm:cxn modelId="{4EF85DFB-51D5-A84D-BAC8-77BFA11C723A}" type="presOf" srcId="{7A24048A-E07C-4743-B64E-BDFA1437E1ED}" destId="{C0097CA7-6F37-5343-B6DD-CD9CEF643DD2}" srcOrd="1" destOrd="0" presId="urn:microsoft.com/office/officeart/2005/8/layout/orgChart1"/>
    <dgm:cxn modelId="{B24D9B55-E200-7F49-9ADE-4683D743D7D8}" type="presParOf" srcId="{617048C5-0516-2F40-9749-ADFCE1AC63F5}" destId="{A3B4A86A-9CA5-EB4B-8CDF-F09E96CE223F}" srcOrd="0" destOrd="0" presId="urn:microsoft.com/office/officeart/2005/8/layout/orgChart1"/>
    <dgm:cxn modelId="{E3A49A11-585B-644E-B246-58538F32FFC6}" type="presParOf" srcId="{A3B4A86A-9CA5-EB4B-8CDF-F09E96CE223F}" destId="{86473370-C8F2-DA4C-B94B-49EF1AA08888}" srcOrd="0" destOrd="0" presId="urn:microsoft.com/office/officeart/2005/8/layout/orgChart1"/>
    <dgm:cxn modelId="{C54B0FC8-BE3D-BE4F-B37E-B2978D8F9872}" type="presParOf" srcId="{86473370-C8F2-DA4C-B94B-49EF1AA08888}" destId="{D925BDEC-42F5-A744-94A7-17CD6B8C5FBF}" srcOrd="0" destOrd="0" presId="urn:microsoft.com/office/officeart/2005/8/layout/orgChart1"/>
    <dgm:cxn modelId="{7B40F829-5980-094E-B7AC-499C72A214E5}" type="presParOf" srcId="{86473370-C8F2-DA4C-B94B-49EF1AA08888}" destId="{11D48F1B-79A3-454A-A9C8-C57FA8346F19}" srcOrd="1" destOrd="0" presId="urn:microsoft.com/office/officeart/2005/8/layout/orgChart1"/>
    <dgm:cxn modelId="{CC1CE8D7-3F03-AA49-8801-6D7DC429928D}" type="presParOf" srcId="{A3B4A86A-9CA5-EB4B-8CDF-F09E96CE223F}" destId="{7B699CE6-4491-B54C-A03C-160A064A9BF8}" srcOrd="1" destOrd="0" presId="urn:microsoft.com/office/officeart/2005/8/layout/orgChart1"/>
    <dgm:cxn modelId="{CE891043-FB2C-D645-B718-BD71EC577ABE}" type="presParOf" srcId="{7B699CE6-4491-B54C-A03C-160A064A9BF8}" destId="{E61BF6B3-72DF-9E4A-9E16-7C8E6EEB3C1D}" srcOrd="0" destOrd="0" presId="urn:microsoft.com/office/officeart/2005/8/layout/orgChart1"/>
    <dgm:cxn modelId="{F4B1AFAF-429C-CA49-A042-612FDA254DD3}" type="presParOf" srcId="{7B699CE6-4491-B54C-A03C-160A064A9BF8}" destId="{4CE8C2C9-010B-AB43-9E0C-8ACC2BAF7D04}" srcOrd="1" destOrd="0" presId="urn:microsoft.com/office/officeart/2005/8/layout/orgChart1"/>
    <dgm:cxn modelId="{2667AE6D-8BAC-7D46-94AD-A8AAC1598AD2}" type="presParOf" srcId="{4CE8C2C9-010B-AB43-9E0C-8ACC2BAF7D04}" destId="{1FAA1426-5A8D-1B49-BF9A-7192102DED0A}" srcOrd="0" destOrd="0" presId="urn:microsoft.com/office/officeart/2005/8/layout/orgChart1"/>
    <dgm:cxn modelId="{98D16F42-ABB5-E248-8843-E84BAFC89B4E}" type="presParOf" srcId="{1FAA1426-5A8D-1B49-BF9A-7192102DED0A}" destId="{7C5A92B5-D8F8-0546-8801-34F2F0D85795}" srcOrd="0" destOrd="0" presId="urn:microsoft.com/office/officeart/2005/8/layout/orgChart1"/>
    <dgm:cxn modelId="{C06E73FE-C592-5C4B-B0C2-742DF4E54AA8}" type="presParOf" srcId="{1FAA1426-5A8D-1B49-BF9A-7192102DED0A}" destId="{682D3D7A-1718-B14C-B09C-68316AA88061}" srcOrd="1" destOrd="0" presId="urn:microsoft.com/office/officeart/2005/8/layout/orgChart1"/>
    <dgm:cxn modelId="{9D7B7580-DC6C-FF46-AD00-F49FB1043883}" type="presParOf" srcId="{4CE8C2C9-010B-AB43-9E0C-8ACC2BAF7D04}" destId="{9DD06FEE-818B-7D40-8EE2-593BB91FFC58}" srcOrd="1" destOrd="0" presId="urn:microsoft.com/office/officeart/2005/8/layout/orgChart1"/>
    <dgm:cxn modelId="{4AA27C36-B0A7-5449-8B87-8E51D38E3715}" type="presParOf" srcId="{9DD06FEE-818B-7D40-8EE2-593BB91FFC58}" destId="{97542074-CC1D-184D-AC23-9697DFFC6702}" srcOrd="0" destOrd="0" presId="urn:microsoft.com/office/officeart/2005/8/layout/orgChart1"/>
    <dgm:cxn modelId="{448BE023-51EC-D143-9C79-4889D0A4D106}" type="presParOf" srcId="{9DD06FEE-818B-7D40-8EE2-593BB91FFC58}" destId="{1970C374-543E-AF4B-BE9A-66683EE67C32}" srcOrd="1" destOrd="0" presId="urn:microsoft.com/office/officeart/2005/8/layout/orgChart1"/>
    <dgm:cxn modelId="{515AFB2C-C08A-974F-B6B0-5F9C20C592BD}" type="presParOf" srcId="{1970C374-543E-AF4B-BE9A-66683EE67C32}" destId="{17CD7726-C014-2140-B68E-D17438C89214}" srcOrd="0" destOrd="0" presId="urn:microsoft.com/office/officeart/2005/8/layout/orgChart1"/>
    <dgm:cxn modelId="{75614DC2-03B2-4640-A7F4-7713D4D4E6CE}" type="presParOf" srcId="{17CD7726-C014-2140-B68E-D17438C89214}" destId="{F289D222-3894-9448-A4F2-806DDC98C19F}" srcOrd="0" destOrd="0" presId="urn:microsoft.com/office/officeart/2005/8/layout/orgChart1"/>
    <dgm:cxn modelId="{24CB60AE-2A81-B74F-BD94-93846658FB3B}" type="presParOf" srcId="{17CD7726-C014-2140-B68E-D17438C89214}" destId="{F061D59E-4C22-9E4D-A22C-4D9F09478065}" srcOrd="1" destOrd="0" presId="urn:microsoft.com/office/officeart/2005/8/layout/orgChart1"/>
    <dgm:cxn modelId="{E0B81971-C18A-F844-9609-5A848214C10B}" type="presParOf" srcId="{1970C374-543E-AF4B-BE9A-66683EE67C32}" destId="{721193DF-9B6B-EA4D-ABBF-317C898145A3}" srcOrd="1" destOrd="0" presId="urn:microsoft.com/office/officeart/2005/8/layout/orgChart1"/>
    <dgm:cxn modelId="{DB419B6E-ABD4-6E44-A286-7F68680B79E0}" type="presParOf" srcId="{1970C374-543E-AF4B-BE9A-66683EE67C32}" destId="{1B275772-1949-2A47-92BA-D0F38A9B44B4}" srcOrd="2" destOrd="0" presId="urn:microsoft.com/office/officeart/2005/8/layout/orgChart1"/>
    <dgm:cxn modelId="{C7F09A74-87BA-1447-A02F-5B0B0D6745A6}" type="presParOf" srcId="{9DD06FEE-818B-7D40-8EE2-593BB91FFC58}" destId="{292ED23B-BFCC-4541-87D0-2D0DDE84CE9C}" srcOrd="2" destOrd="0" presId="urn:microsoft.com/office/officeart/2005/8/layout/orgChart1"/>
    <dgm:cxn modelId="{D70EC17E-C820-7D40-B1D0-BEBC54F615DE}" type="presParOf" srcId="{9DD06FEE-818B-7D40-8EE2-593BB91FFC58}" destId="{74D165CD-B84A-4B49-9F3E-AFADCBCE5C54}" srcOrd="3" destOrd="0" presId="urn:microsoft.com/office/officeart/2005/8/layout/orgChart1"/>
    <dgm:cxn modelId="{C163D9F2-6712-624F-8D82-4FBDBE06E290}" type="presParOf" srcId="{74D165CD-B84A-4B49-9F3E-AFADCBCE5C54}" destId="{3741DD34-2AB3-664D-B53D-54160B2E79B5}" srcOrd="0" destOrd="0" presId="urn:microsoft.com/office/officeart/2005/8/layout/orgChart1"/>
    <dgm:cxn modelId="{FE1BABFD-2FAC-6C4C-88F0-44A4FF90D73A}" type="presParOf" srcId="{3741DD34-2AB3-664D-B53D-54160B2E79B5}" destId="{72499966-37B3-6041-8134-A71497E588BB}" srcOrd="0" destOrd="0" presId="urn:microsoft.com/office/officeart/2005/8/layout/orgChart1"/>
    <dgm:cxn modelId="{E119BDCA-3728-C14F-A576-984D30389B3C}" type="presParOf" srcId="{3741DD34-2AB3-664D-B53D-54160B2E79B5}" destId="{3BB984D6-3FCE-BD48-BBC2-F14229896B4C}" srcOrd="1" destOrd="0" presId="urn:microsoft.com/office/officeart/2005/8/layout/orgChart1"/>
    <dgm:cxn modelId="{8D311E4F-7DFE-674A-8FAD-EEC9D5C19296}" type="presParOf" srcId="{74D165CD-B84A-4B49-9F3E-AFADCBCE5C54}" destId="{6D6B6983-C5C6-7B46-907E-EC7512D753B6}" srcOrd="1" destOrd="0" presId="urn:microsoft.com/office/officeart/2005/8/layout/orgChart1"/>
    <dgm:cxn modelId="{C24F0329-C4FF-FF48-8714-944CC840264F}" type="presParOf" srcId="{74D165CD-B84A-4B49-9F3E-AFADCBCE5C54}" destId="{171BBD7F-A2AC-974B-B3C2-FC232EDEF2DB}" srcOrd="2" destOrd="0" presId="urn:microsoft.com/office/officeart/2005/8/layout/orgChart1"/>
    <dgm:cxn modelId="{BB37A02F-BF5E-FE41-A67E-517B39C639BB}" type="presParOf" srcId="{9DD06FEE-818B-7D40-8EE2-593BB91FFC58}" destId="{74983C80-A164-7A42-8106-E5448EAF8436}" srcOrd="4" destOrd="0" presId="urn:microsoft.com/office/officeart/2005/8/layout/orgChart1"/>
    <dgm:cxn modelId="{E47B5A3D-CBB9-0247-9750-E624DEAAE79C}" type="presParOf" srcId="{9DD06FEE-818B-7D40-8EE2-593BB91FFC58}" destId="{8694B97D-C77E-EF4C-89BF-A461CF34FE67}" srcOrd="5" destOrd="0" presId="urn:microsoft.com/office/officeart/2005/8/layout/orgChart1"/>
    <dgm:cxn modelId="{034CF530-32F7-8340-9B78-F8503470FE74}" type="presParOf" srcId="{8694B97D-C77E-EF4C-89BF-A461CF34FE67}" destId="{4003BBF7-4F6A-E84E-9A94-9944B4080F67}" srcOrd="0" destOrd="0" presId="urn:microsoft.com/office/officeart/2005/8/layout/orgChart1"/>
    <dgm:cxn modelId="{0084BD75-3832-0D47-9986-2D9569EA2724}" type="presParOf" srcId="{4003BBF7-4F6A-E84E-9A94-9944B4080F67}" destId="{EAE285E9-BCC2-EB4D-88E4-9AC4AD73FDE0}" srcOrd="0" destOrd="0" presId="urn:microsoft.com/office/officeart/2005/8/layout/orgChart1"/>
    <dgm:cxn modelId="{0177B639-C666-3C4B-AA6A-5B29C1614A6E}" type="presParOf" srcId="{4003BBF7-4F6A-E84E-9A94-9944B4080F67}" destId="{BDDFF454-D462-8B44-9B6D-880B04849679}" srcOrd="1" destOrd="0" presId="urn:microsoft.com/office/officeart/2005/8/layout/orgChart1"/>
    <dgm:cxn modelId="{CF647B25-F921-CF41-A104-0EDE700ACE69}" type="presParOf" srcId="{8694B97D-C77E-EF4C-89BF-A461CF34FE67}" destId="{2E5359F7-0C7D-3146-B00F-AB5004F80D97}" srcOrd="1" destOrd="0" presId="urn:microsoft.com/office/officeart/2005/8/layout/orgChart1"/>
    <dgm:cxn modelId="{2C2F32BC-21D1-6B48-8F65-D70266BCFE8A}" type="presParOf" srcId="{8694B97D-C77E-EF4C-89BF-A461CF34FE67}" destId="{1A70869D-A542-554B-AAB2-288DA877F30A}" srcOrd="2" destOrd="0" presId="urn:microsoft.com/office/officeart/2005/8/layout/orgChart1"/>
    <dgm:cxn modelId="{C5B38375-EB58-3244-AB19-F8FD58213562}" type="presParOf" srcId="{4CE8C2C9-010B-AB43-9E0C-8ACC2BAF7D04}" destId="{10CD0F3F-588C-A149-9166-6ED32D4BBA31}" srcOrd="2" destOrd="0" presId="urn:microsoft.com/office/officeart/2005/8/layout/orgChart1"/>
    <dgm:cxn modelId="{958EB72C-C9D3-934F-95BC-BDF7D57CC4DA}" type="presParOf" srcId="{7B699CE6-4491-B54C-A03C-160A064A9BF8}" destId="{6565F1AC-871D-5F4D-A2E1-46994C53F963}" srcOrd="2" destOrd="0" presId="urn:microsoft.com/office/officeart/2005/8/layout/orgChart1"/>
    <dgm:cxn modelId="{F32C469D-F42C-BD43-BD17-F5ED50D8189D}" type="presParOf" srcId="{7B699CE6-4491-B54C-A03C-160A064A9BF8}" destId="{F1990B94-3F71-CC40-89AB-E30E34418E7A}" srcOrd="3" destOrd="0" presId="urn:microsoft.com/office/officeart/2005/8/layout/orgChart1"/>
    <dgm:cxn modelId="{7B1A29C0-D63C-3F43-9591-BD668766FD38}" type="presParOf" srcId="{F1990B94-3F71-CC40-89AB-E30E34418E7A}" destId="{1B8192FE-9F73-5A46-BAF1-5EFCA451AA43}" srcOrd="0" destOrd="0" presId="urn:microsoft.com/office/officeart/2005/8/layout/orgChart1"/>
    <dgm:cxn modelId="{D1FF3850-0954-8947-8912-466731213BB8}" type="presParOf" srcId="{1B8192FE-9F73-5A46-BAF1-5EFCA451AA43}" destId="{7A33CCEF-2DC7-9340-A69E-A1B6B324B422}" srcOrd="0" destOrd="0" presId="urn:microsoft.com/office/officeart/2005/8/layout/orgChart1"/>
    <dgm:cxn modelId="{E498DD2B-E708-394B-8F5E-51F6ADBE8FE9}" type="presParOf" srcId="{1B8192FE-9F73-5A46-BAF1-5EFCA451AA43}" destId="{60AAB9CD-C1FC-2F44-B71D-D8CCF1BA4AE0}" srcOrd="1" destOrd="0" presId="urn:microsoft.com/office/officeart/2005/8/layout/orgChart1"/>
    <dgm:cxn modelId="{BC579590-F83D-C745-9299-83FB079157A2}" type="presParOf" srcId="{F1990B94-3F71-CC40-89AB-E30E34418E7A}" destId="{A1B87787-8001-5E47-8110-753768007266}" srcOrd="1" destOrd="0" presId="urn:microsoft.com/office/officeart/2005/8/layout/orgChart1"/>
    <dgm:cxn modelId="{19325A9A-1988-194A-978A-291B70E26AAE}" type="presParOf" srcId="{A1B87787-8001-5E47-8110-753768007266}" destId="{C8E2C17A-B142-374F-9EF3-190F1BD8DC8D}" srcOrd="0" destOrd="0" presId="urn:microsoft.com/office/officeart/2005/8/layout/orgChart1"/>
    <dgm:cxn modelId="{B961DED8-56D1-AE49-98AD-58F304BF5E54}" type="presParOf" srcId="{A1B87787-8001-5E47-8110-753768007266}" destId="{4D495408-6BCA-5345-B521-8AF20521B4A3}" srcOrd="1" destOrd="0" presId="urn:microsoft.com/office/officeart/2005/8/layout/orgChart1"/>
    <dgm:cxn modelId="{A9D9EA6A-8D4A-B245-80E1-16D6FD2FC405}" type="presParOf" srcId="{4D495408-6BCA-5345-B521-8AF20521B4A3}" destId="{391943AA-69DB-3C4B-9EBB-B62F7C38C6B0}" srcOrd="0" destOrd="0" presId="urn:microsoft.com/office/officeart/2005/8/layout/orgChart1"/>
    <dgm:cxn modelId="{30688BF1-7EF8-EA4E-B387-4B78A6CF19E1}" type="presParOf" srcId="{391943AA-69DB-3C4B-9EBB-B62F7C38C6B0}" destId="{F06AA4DA-4C16-9F4C-822B-44ABBAAC91CC}" srcOrd="0" destOrd="0" presId="urn:microsoft.com/office/officeart/2005/8/layout/orgChart1"/>
    <dgm:cxn modelId="{6A89AB7E-2576-D747-B93C-7F5628059DCA}" type="presParOf" srcId="{391943AA-69DB-3C4B-9EBB-B62F7C38C6B0}" destId="{159EBD3B-34F1-DC47-B896-35D15FD5837C}" srcOrd="1" destOrd="0" presId="urn:microsoft.com/office/officeart/2005/8/layout/orgChart1"/>
    <dgm:cxn modelId="{72A5A597-9AE8-924C-9479-D21610580530}" type="presParOf" srcId="{4D495408-6BCA-5345-B521-8AF20521B4A3}" destId="{57F91360-FA14-6648-BA4A-DB5FDB1EEF37}" srcOrd="1" destOrd="0" presId="urn:microsoft.com/office/officeart/2005/8/layout/orgChart1"/>
    <dgm:cxn modelId="{A42C2018-C00B-A747-A29B-7E59DCB77691}" type="presParOf" srcId="{57F91360-FA14-6648-BA4A-DB5FDB1EEF37}" destId="{0A0F1F4B-6870-2743-BD7E-0E0D8FC11B8A}" srcOrd="0" destOrd="0" presId="urn:microsoft.com/office/officeart/2005/8/layout/orgChart1"/>
    <dgm:cxn modelId="{8069973F-2080-834C-99C5-9E626311178A}" type="presParOf" srcId="{57F91360-FA14-6648-BA4A-DB5FDB1EEF37}" destId="{DC50CEFA-B725-E14D-A850-3FEDC243D7E3}" srcOrd="1" destOrd="0" presId="urn:microsoft.com/office/officeart/2005/8/layout/orgChart1"/>
    <dgm:cxn modelId="{CCF8055B-5E45-D04E-9182-3E2D5F5A404A}" type="presParOf" srcId="{DC50CEFA-B725-E14D-A850-3FEDC243D7E3}" destId="{649DE7CA-BCFE-8043-85D8-1236A29C7205}" srcOrd="0" destOrd="0" presId="urn:microsoft.com/office/officeart/2005/8/layout/orgChart1"/>
    <dgm:cxn modelId="{60F4EC21-5D74-1C49-93BB-B66EDCE73229}" type="presParOf" srcId="{649DE7CA-BCFE-8043-85D8-1236A29C7205}" destId="{A5D97F8F-5544-884D-8AC2-607CFCCD174F}" srcOrd="0" destOrd="0" presId="urn:microsoft.com/office/officeart/2005/8/layout/orgChart1"/>
    <dgm:cxn modelId="{BE38E7E6-E8C7-F647-999C-02083A050A78}" type="presParOf" srcId="{649DE7CA-BCFE-8043-85D8-1236A29C7205}" destId="{9B853BA9-15CD-0C4C-BE07-D7897FF4CBF6}" srcOrd="1" destOrd="0" presId="urn:microsoft.com/office/officeart/2005/8/layout/orgChart1"/>
    <dgm:cxn modelId="{968E1CA0-CFD0-3D4D-A145-4194300ADA01}" type="presParOf" srcId="{DC50CEFA-B725-E14D-A850-3FEDC243D7E3}" destId="{AAC90675-DDE7-4845-AE8E-CC9D9114E321}" srcOrd="1" destOrd="0" presId="urn:microsoft.com/office/officeart/2005/8/layout/orgChart1"/>
    <dgm:cxn modelId="{384E2B5F-0825-F54C-A3A6-299F9F4A687A}" type="presParOf" srcId="{DC50CEFA-B725-E14D-A850-3FEDC243D7E3}" destId="{12C990B8-B338-454B-B9E4-FFB3679DC120}" srcOrd="2" destOrd="0" presId="urn:microsoft.com/office/officeart/2005/8/layout/orgChart1"/>
    <dgm:cxn modelId="{F133B19C-997F-324A-B07A-4A35022B7A92}" type="presParOf" srcId="{57F91360-FA14-6648-BA4A-DB5FDB1EEF37}" destId="{481F4C7F-865A-0A49-8A1E-C375E3B66F75}" srcOrd="2" destOrd="0" presId="urn:microsoft.com/office/officeart/2005/8/layout/orgChart1"/>
    <dgm:cxn modelId="{CCA6B6B7-8574-0B4B-972F-36B8E7D4F87C}" type="presParOf" srcId="{57F91360-FA14-6648-BA4A-DB5FDB1EEF37}" destId="{A6F1E79B-9B33-0E40-8666-6A9882C1092B}" srcOrd="3" destOrd="0" presId="urn:microsoft.com/office/officeart/2005/8/layout/orgChart1"/>
    <dgm:cxn modelId="{B326B22E-F281-0F41-A965-D6589299A38D}" type="presParOf" srcId="{A6F1E79B-9B33-0E40-8666-6A9882C1092B}" destId="{CFD30F1D-30C6-8D4A-B655-5CE7BA6BCE8E}" srcOrd="0" destOrd="0" presId="urn:microsoft.com/office/officeart/2005/8/layout/orgChart1"/>
    <dgm:cxn modelId="{D061A17F-249E-C24B-8E6A-C90643DA488C}" type="presParOf" srcId="{CFD30F1D-30C6-8D4A-B655-5CE7BA6BCE8E}" destId="{C42217D6-FD36-6341-B685-A95305479BA2}" srcOrd="0" destOrd="0" presId="urn:microsoft.com/office/officeart/2005/8/layout/orgChart1"/>
    <dgm:cxn modelId="{6B2E56F1-A59E-B741-899A-FD24DA60C16D}" type="presParOf" srcId="{CFD30F1D-30C6-8D4A-B655-5CE7BA6BCE8E}" destId="{C0097CA7-6F37-5343-B6DD-CD9CEF643DD2}" srcOrd="1" destOrd="0" presId="urn:microsoft.com/office/officeart/2005/8/layout/orgChart1"/>
    <dgm:cxn modelId="{4944FB3A-054D-8845-9A18-8F8BE3A02867}" type="presParOf" srcId="{A6F1E79B-9B33-0E40-8666-6A9882C1092B}" destId="{CABE2E28-9734-8A48-8D61-BD24F02AE977}" srcOrd="1" destOrd="0" presId="urn:microsoft.com/office/officeart/2005/8/layout/orgChart1"/>
    <dgm:cxn modelId="{0EF3DE00-24B0-D144-9BA8-B631257070E3}" type="presParOf" srcId="{A6F1E79B-9B33-0E40-8666-6A9882C1092B}" destId="{A6FE0741-EE84-CA47-86F8-A26617C8940C}" srcOrd="2" destOrd="0" presId="urn:microsoft.com/office/officeart/2005/8/layout/orgChart1"/>
    <dgm:cxn modelId="{C3F37D87-2446-DE42-AEFB-013DC7A91E45}" type="presParOf" srcId="{57F91360-FA14-6648-BA4A-DB5FDB1EEF37}" destId="{83A261EB-7CF0-E34B-928D-EBA6A7273934}" srcOrd="4" destOrd="0" presId="urn:microsoft.com/office/officeart/2005/8/layout/orgChart1"/>
    <dgm:cxn modelId="{EC90DCBF-B863-F647-923A-D03643D79359}" type="presParOf" srcId="{57F91360-FA14-6648-BA4A-DB5FDB1EEF37}" destId="{DAA5F6C3-C110-E545-8055-3F5397E3F45A}" srcOrd="5" destOrd="0" presId="urn:microsoft.com/office/officeart/2005/8/layout/orgChart1"/>
    <dgm:cxn modelId="{C50CB6F7-3405-8E4D-8CEC-8375E40EB611}" type="presParOf" srcId="{DAA5F6C3-C110-E545-8055-3F5397E3F45A}" destId="{7288A126-8834-2844-8C8D-A111F0BD4B03}" srcOrd="0" destOrd="0" presId="urn:microsoft.com/office/officeart/2005/8/layout/orgChart1"/>
    <dgm:cxn modelId="{3025D71E-9A95-C041-B6A2-5BB88B0C0EEC}" type="presParOf" srcId="{7288A126-8834-2844-8C8D-A111F0BD4B03}" destId="{FCD2F5DD-CFDD-F641-AAB9-FB468DE3811D}" srcOrd="0" destOrd="0" presId="urn:microsoft.com/office/officeart/2005/8/layout/orgChart1"/>
    <dgm:cxn modelId="{6D26C077-5C95-2B4F-986F-7AC732E0E77D}" type="presParOf" srcId="{7288A126-8834-2844-8C8D-A111F0BD4B03}" destId="{DE01D14A-1716-BE4C-ABCB-0171E7C4BFB1}" srcOrd="1" destOrd="0" presId="urn:microsoft.com/office/officeart/2005/8/layout/orgChart1"/>
    <dgm:cxn modelId="{342E354B-23EA-8C4A-BDAE-33A70A489C3A}" type="presParOf" srcId="{DAA5F6C3-C110-E545-8055-3F5397E3F45A}" destId="{3D6DD5CE-7B6A-F943-90AC-D5858401444F}" srcOrd="1" destOrd="0" presId="urn:microsoft.com/office/officeart/2005/8/layout/orgChart1"/>
    <dgm:cxn modelId="{C61EE9A9-E06E-A341-8ADB-45922587FBA3}" type="presParOf" srcId="{DAA5F6C3-C110-E545-8055-3F5397E3F45A}" destId="{1CA0044F-B9DF-6645-A3C2-BB5C0DD5800F}" srcOrd="2" destOrd="0" presId="urn:microsoft.com/office/officeart/2005/8/layout/orgChart1"/>
    <dgm:cxn modelId="{F8FD7DF5-615E-CE47-B8CE-E42B7AA74C2D}" type="presParOf" srcId="{57F91360-FA14-6648-BA4A-DB5FDB1EEF37}" destId="{9A45C1BB-F465-0E4B-A9DD-6858F62EB68E}" srcOrd="6" destOrd="0" presId="urn:microsoft.com/office/officeart/2005/8/layout/orgChart1"/>
    <dgm:cxn modelId="{CBCDE06A-123E-824D-8D17-0EEAD36BC31C}" type="presParOf" srcId="{57F91360-FA14-6648-BA4A-DB5FDB1EEF37}" destId="{F2CD2A70-B9ED-F949-8B62-92E971A7A36B}" srcOrd="7" destOrd="0" presId="urn:microsoft.com/office/officeart/2005/8/layout/orgChart1"/>
    <dgm:cxn modelId="{C5261C1C-2B52-F444-8024-9583CBAAC3BB}" type="presParOf" srcId="{F2CD2A70-B9ED-F949-8B62-92E971A7A36B}" destId="{611BAE0D-23A1-F348-BA4A-51175C497958}" srcOrd="0" destOrd="0" presId="urn:microsoft.com/office/officeart/2005/8/layout/orgChart1"/>
    <dgm:cxn modelId="{6E25C41B-E570-F14E-840D-27999FEE88E4}" type="presParOf" srcId="{611BAE0D-23A1-F348-BA4A-51175C497958}" destId="{25CBA82E-EDDB-9448-B8D3-E741286AD31D}" srcOrd="0" destOrd="0" presId="urn:microsoft.com/office/officeart/2005/8/layout/orgChart1"/>
    <dgm:cxn modelId="{D23906C9-BF85-C44D-BD9B-80DE9F03E872}" type="presParOf" srcId="{611BAE0D-23A1-F348-BA4A-51175C497958}" destId="{A7FAB920-AB70-E140-AC74-0E0799BEE33A}" srcOrd="1" destOrd="0" presId="urn:microsoft.com/office/officeart/2005/8/layout/orgChart1"/>
    <dgm:cxn modelId="{BE17558C-34CC-3049-A200-BA138FE36B30}" type="presParOf" srcId="{F2CD2A70-B9ED-F949-8B62-92E971A7A36B}" destId="{875E5D11-1E98-4640-85D3-DDD91489F07A}" srcOrd="1" destOrd="0" presId="urn:microsoft.com/office/officeart/2005/8/layout/orgChart1"/>
    <dgm:cxn modelId="{121A6129-182D-EB45-B8EF-93B39AAFBEAD}" type="presParOf" srcId="{F2CD2A70-B9ED-F949-8B62-92E971A7A36B}" destId="{E6347DD2-4F71-0C4D-B59D-E5BFD64B1AB2}" srcOrd="2" destOrd="0" presId="urn:microsoft.com/office/officeart/2005/8/layout/orgChart1"/>
    <dgm:cxn modelId="{1927D6FA-5D7A-E349-851F-608AFA331051}" type="presParOf" srcId="{4D495408-6BCA-5345-B521-8AF20521B4A3}" destId="{2044A4DC-161A-AB45-979D-AC1FBC938B0E}" srcOrd="2" destOrd="0" presId="urn:microsoft.com/office/officeart/2005/8/layout/orgChart1"/>
    <dgm:cxn modelId="{D66BD246-D531-0947-852B-B90EF26F0514}" type="presParOf" srcId="{A1B87787-8001-5E47-8110-753768007266}" destId="{7C7A89F6-7BFB-CD40-B908-8EF4F63091EA}" srcOrd="2" destOrd="0" presId="urn:microsoft.com/office/officeart/2005/8/layout/orgChart1"/>
    <dgm:cxn modelId="{E0887316-B308-1B4C-98E1-8A1742189C7A}" type="presParOf" srcId="{A1B87787-8001-5E47-8110-753768007266}" destId="{7B5C1F23-4ACA-1D42-9D02-C48D7D51B902}" srcOrd="3" destOrd="0" presId="urn:microsoft.com/office/officeart/2005/8/layout/orgChart1"/>
    <dgm:cxn modelId="{E7553FEB-2EEF-CE45-BC46-1C7C71DCFB8A}" type="presParOf" srcId="{7B5C1F23-4ACA-1D42-9D02-C48D7D51B902}" destId="{330ECD74-1373-094D-AB96-14901ED2CE30}" srcOrd="0" destOrd="0" presId="urn:microsoft.com/office/officeart/2005/8/layout/orgChart1"/>
    <dgm:cxn modelId="{A7FBD650-06D2-FC47-8570-6C09C580B581}" type="presParOf" srcId="{330ECD74-1373-094D-AB96-14901ED2CE30}" destId="{F51C3A5B-EE23-DD47-879C-D25DDDBF3855}" srcOrd="0" destOrd="0" presId="urn:microsoft.com/office/officeart/2005/8/layout/orgChart1"/>
    <dgm:cxn modelId="{95AFD2DE-58D1-2C4A-8100-A7E8577D9A47}" type="presParOf" srcId="{330ECD74-1373-094D-AB96-14901ED2CE30}" destId="{77CE969C-54FB-1D47-8550-EA0D9CDBBB51}" srcOrd="1" destOrd="0" presId="urn:microsoft.com/office/officeart/2005/8/layout/orgChart1"/>
    <dgm:cxn modelId="{98276B2C-7C63-B740-9934-91440928A082}" type="presParOf" srcId="{7B5C1F23-4ACA-1D42-9D02-C48D7D51B902}" destId="{E947D63B-50D4-DA4F-BDAE-A906C53EDB37}" srcOrd="1" destOrd="0" presId="urn:microsoft.com/office/officeart/2005/8/layout/orgChart1"/>
    <dgm:cxn modelId="{D8966544-E038-5544-81A3-28927D5BD257}" type="presParOf" srcId="{7B5C1F23-4ACA-1D42-9D02-C48D7D51B902}" destId="{38A42B66-67C3-5E4A-AC1B-CC2A4BA3AD5D}" srcOrd="2" destOrd="0" presId="urn:microsoft.com/office/officeart/2005/8/layout/orgChart1"/>
    <dgm:cxn modelId="{4470A70B-D857-2D4E-8FF3-974853824B6F}" type="presParOf" srcId="{A1B87787-8001-5E47-8110-753768007266}" destId="{A60B2F6A-AAE4-3A40-A1AC-69ABB6B16468}" srcOrd="4" destOrd="0" presId="urn:microsoft.com/office/officeart/2005/8/layout/orgChart1"/>
    <dgm:cxn modelId="{1E970507-9FBD-CB48-A976-E54EC3AF067F}" type="presParOf" srcId="{A1B87787-8001-5E47-8110-753768007266}" destId="{B8246780-D197-3340-B757-BB42E374307E}" srcOrd="5" destOrd="0" presId="urn:microsoft.com/office/officeart/2005/8/layout/orgChart1"/>
    <dgm:cxn modelId="{34DD0656-7B45-2744-BFDB-809FB3995BC8}" type="presParOf" srcId="{B8246780-D197-3340-B757-BB42E374307E}" destId="{5D8D81E2-1C3F-BB4D-AA42-2065A07ABE9B}" srcOrd="0" destOrd="0" presId="urn:microsoft.com/office/officeart/2005/8/layout/orgChart1"/>
    <dgm:cxn modelId="{CFFBA473-0167-9543-9446-323D479D88BA}" type="presParOf" srcId="{5D8D81E2-1C3F-BB4D-AA42-2065A07ABE9B}" destId="{957F9D3B-C275-EE4E-B894-3A02A35DB752}" srcOrd="0" destOrd="0" presId="urn:microsoft.com/office/officeart/2005/8/layout/orgChart1"/>
    <dgm:cxn modelId="{969079F3-DCC6-1742-B969-F977C0EFCC8B}" type="presParOf" srcId="{5D8D81E2-1C3F-BB4D-AA42-2065A07ABE9B}" destId="{1A639ACF-F735-9547-91FB-021F864E653A}" srcOrd="1" destOrd="0" presId="urn:microsoft.com/office/officeart/2005/8/layout/orgChart1"/>
    <dgm:cxn modelId="{0B47CF9C-0651-8942-8DC1-983A3D7DDFFC}" type="presParOf" srcId="{B8246780-D197-3340-B757-BB42E374307E}" destId="{F752810E-6303-5146-82FB-8E4AAD362AF7}" srcOrd="1" destOrd="0" presId="urn:microsoft.com/office/officeart/2005/8/layout/orgChart1"/>
    <dgm:cxn modelId="{ED8F92CD-AAC5-DC42-B029-09C63C0D5DEB}" type="presParOf" srcId="{B8246780-D197-3340-B757-BB42E374307E}" destId="{36CA71E4-1D97-EC45-9F6B-90089F856112}" srcOrd="2" destOrd="0" presId="urn:microsoft.com/office/officeart/2005/8/layout/orgChart1"/>
    <dgm:cxn modelId="{C355F2C9-AAD5-CC48-B4B1-682C560306E9}" type="presParOf" srcId="{F1990B94-3F71-CC40-89AB-E30E34418E7A}" destId="{031B77D0-94A9-024D-B141-E8FF4DF063A5}" srcOrd="2" destOrd="0" presId="urn:microsoft.com/office/officeart/2005/8/layout/orgChart1"/>
    <dgm:cxn modelId="{E9030C0D-2638-104A-8CF3-44BC586C8684}" type="presParOf" srcId="{7B699CE6-4491-B54C-A03C-160A064A9BF8}" destId="{FF968D47-09D2-0E48-BF8E-80B1E80A3B05}" srcOrd="4" destOrd="0" presId="urn:microsoft.com/office/officeart/2005/8/layout/orgChart1"/>
    <dgm:cxn modelId="{C2AA1910-AA3E-5B40-9B48-4961F733DEFA}" type="presParOf" srcId="{7B699CE6-4491-B54C-A03C-160A064A9BF8}" destId="{B4DB9129-A7B1-704B-90FC-DD9398BCA8F4}" srcOrd="5" destOrd="0" presId="urn:microsoft.com/office/officeart/2005/8/layout/orgChart1"/>
    <dgm:cxn modelId="{5284F0E5-B69C-3545-8FE7-8D782CAEDC9C}" type="presParOf" srcId="{B4DB9129-A7B1-704B-90FC-DD9398BCA8F4}" destId="{6FBAB31E-C495-634C-BC6B-8BAE313A386A}" srcOrd="0" destOrd="0" presId="urn:microsoft.com/office/officeart/2005/8/layout/orgChart1"/>
    <dgm:cxn modelId="{14195593-B2C6-2344-A288-5BEB94B83D3E}" type="presParOf" srcId="{6FBAB31E-C495-634C-BC6B-8BAE313A386A}" destId="{1BE66474-D8B4-5549-A20E-9D127B75FE85}" srcOrd="0" destOrd="0" presId="urn:microsoft.com/office/officeart/2005/8/layout/orgChart1"/>
    <dgm:cxn modelId="{9A1CEED4-5111-1E49-BADA-81C8A7CEE7E6}" type="presParOf" srcId="{6FBAB31E-C495-634C-BC6B-8BAE313A386A}" destId="{B0A90837-FA6C-164D-80EC-F9A3C5B72E28}" srcOrd="1" destOrd="0" presId="urn:microsoft.com/office/officeart/2005/8/layout/orgChart1"/>
    <dgm:cxn modelId="{01071828-ACCD-124A-8E96-273421908FED}" type="presParOf" srcId="{B4DB9129-A7B1-704B-90FC-DD9398BCA8F4}" destId="{FBAC4933-35EF-814B-A2D4-9083E8B00531}" srcOrd="1" destOrd="0" presId="urn:microsoft.com/office/officeart/2005/8/layout/orgChart1"/>
    <dgm:cxn modelId="{A3E69BA1-C67D-A048-8C80-2133B49A848C}" type="presParOf" srcId="{B4DB9129-A7B1-704B-90FC-DD9398BCA8F4}" destId="{9AFD349A-C3D1-B444-A439-320E31C9ED23}" srcOrd="2" destOrd="0" presId="urn:microsoft.com/office/officeart/2005/8/layout/orgChart1"/>
    <dgm:cxn modelId="{720D8FE0-2846-4944-BA42-F017827D6E28}" type="presParOf" srcId="{7B699CE6-4491-B54C-A03C-160A064A9BF8}" destId="{A058F15E-34CB-2844-ADA9-E0DF9A6C275F}" srcOrd="6" destOrd="0" presId="urn:microsoft.com/office/officeart/2005/8/layout/orgChart1"/>
    <dgm:cxn modelId="{7D8BE1F0-E3B9-7A44-B68A-19BDBED5DEAD}" type="presParOf" srcId="{7B699CE6-4491-B54C-A03C-160A064A9BF8}" destId="{2430A864-5E93-1045-B3B1-91519B64B617}" srcOrd="7" destOrd="0" presId="urn:microsoft.com/office/officeart/2005/8/layout/orgChart1"/>
    <dgm:cxn modelId="{011B2936-DD8A-4144-9F1D-E1AB3AE46FBF}" type="presParOf" srcId="{2430A864-5E93-1045-B3B1-91519B64B617}" destId="{9B42C677-359C-B047-A304-4C43CA281951}" srcOrd="0" destOrd="0" presId="urn:microsoft.com/office/officeart/2005/8/layout/orgChart1"/>
    <dgm:cxn modelId="{B276E38E-C080-B844-9584-EC5D9F7F4C2E}" type="presParOf" srcId="{9B42C677-359C-B047-A304-4C43CA281951}" destId="{4BCC879E-2921-1D42-A941-5E0F444E93FF}" srcOrd="0" destOrd="0" presId="urn:microsoft.com/office/officeart/2005/8/layout/orgChart1"/>
    <dgm:cxn modelId="{1BA06E68-4745-E240-AE9F-482D8758F1F9}" type="presParOf" srcId="{9B42C677-359C-B047-A304-4C43CA281951}" destId="{6DF414B4-45BA-704A-9573-C84E56F6A62D}" srcOrd="1" destOrd="0" presId="urn:microsoft.com/office/officeart/2005/8/layout/orgChart1"/>
    <dgm:cxn modelId="{982A7BAD-369F-094D-95B8-6A7B469A4D17}" type="presParOf" srcId="{2430A864-5E93-1045-B3B1-91519B64B617}" destId="{6D161B72-8CA8-0641-A963-682277BC23B3}" srcOrd="1" destOrd="0" presId="urn:microsoft.com/office/officeart/2005/8/layout/orgChart1"/>
    <dgm:cxn modelId="{51E78F4B-81AB-264F-9F55-80EECD277FC0}" type="presParOf" srcId="{2430A864-5E93-1045-B3B1-91519B64B617}" destId="{EE79ED1C-9E04-6F47-84C7-39E9ADE6CE8F}" srcOrd="2" destOrd="0" presId="urn:microsoft.com/office/officeart/2005/8/layout/orgChart1"/>
    <dgm:cxn modelId="{A530749C-BD2C-1840-A423-F95BCD6F4B47}" type="presParOf" srcId="{A3B4A86A-9CA5-EB4B-8CDF-F09E96CE223F}" destId="{5B029370-02AF-A84D-B7AB-3E73B35130B6}"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BB8F004-E013-994A-9FEA-0387458457C3}" type="doc">
      <dgm:prSet loTypeId="urn:microsoft.com/office/officeart/2005/8/layout/vProcess5" loCatId="" qsTypeId="urn:microsoft.com/office/officeart/2005/8/quickstyle/simple3" qsCatId="simple" csTypeId="urn:microsoft.com/office/officeart/2005/8/colors/accent1_3" csCatId="accent1" phldr="1"/>
      <dgm:spPr/>
      <dgm:t>
        <a:bodyPr/>
        <a:lstStyle/>
        <a:p>
          <a:endParaRPr lang="en-US"/>
        </a:p>
      </dgm:t>
    </dgm:pt>
    <dgm:pt modelId="{72F022E7-0777-8642-AE40-AFF9A3C6C2F8}">
      <dgm:prSet phldrT="[Text]" custT="1"/>
      <dgm:spPr/>
      <dgm:t>
        <a:bodyPr/>
        <a:lstStyle/>
        <a:p>
          <a:r>
            <a:rPr lang="en-US" sz="1600" dirty="0" err="1">
              <a:latin typeface="Arial" panose="020B0604020202020204" pitchFamily="34" charset="0"/>
              <a:cs typeface="Arial" panose="020B0604020202020204" pitchFamily="34" charset="0"/>
            </a:rPr>
            <a:t>Trừng</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phạt</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chủ</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thể</a:t>
          </a:r>
          <a:r>
            <a:rPr lang="en-US" sz="1600" dirty="0">
              <a:latin typeface="Arial" panose="020B0604020202020204" pitchFamily="34" charset="0"/>
              <a:cs typeface="Arial" panose="020B0604020202020204" pitchFamily="34" charset="0"/>
            </a:rPr>
            <a:t> VPPL, </a:t>
          </a:r>
          <a:r>
            <a:rPr lang="en-US" sz="1600" dirty="0" err="1">
              <a:latin typeface="Arial" panose="020B0604020202020204" pitchFamily="34" charset="0"/>
              <a:cs typeface="Arial" panose="020B0604020202020204" pitchFamily="34" charset="0"/>
            </a:rPr>
            <a:t>đảm</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bảo</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cho</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quá</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trình</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điều</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chỉnh</a:t>
          </a:r>
          <a:r>
            <a:rPr lang="en-US" sz="1600" dirty="0">
              <a:latin typeface="Arial" panose="020B0604020202020204" pitchFamily="34" charset="0"/>
              <a:cs typeface="Arial" panose="020B0604020202020204" pitchFamily="34" charset="0"/>
            </a:rPr>
            <a:t> PL </a:t>
          </a:r>
          <a:r>
            <a:rPr lang="en-US" sz="1600" dirty="0" err="1">
              <a:latin typeface="Arial" panose="020B0604020202020204" pitchFamily="34" charset="0"/>
              <a:cs typeface="Arial" panose="020B0604020202020204" pitchFamily="34" charset="0"/>
            </a:rPr>
            <a:t>được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tiến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hành</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có</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hiệu</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quả</a:t>
          </a:r>
          <a:r>
            <a:rPr lang="en-US" sz="1600" dirty="0">
              <a:latin typeface="Arial" panose="020B0604020202020204" pitchFamily="34" charset="0"/>
              <a:cs typeface="Arial" panose="020B0604020202020204" pitchFamily="34" charset="0"/>
            </a:rPr>
            <a:t>.</a:t>
          </a:r>
          <a:endParaRPr lang="en-US" dirty="0"/>
        </a:p>
      </dgm:t>
    </dgm:pt>
    <dgm:pt modelId="{2F57C4F1-3D40-0B4E-A719-CB3ACABA4347}" type="parTrans" cxnId="{C61E0FE8-463E-544C-950E-AD79860C25A8}">
      <dgm:prSet/>
      <dgm:spPr/>
      <dgm:t>
        <a:bodyPr/>
        <a:lstStyle/>
        <a:p>
          <a:endParaRPr lang="en-US"/>
        </a:p>
      </dgm:t>
    </dgm:pt>
    <dgm:pt modelId="{A2D615FD-2ABE-B94A-8C51-8EEC7C9765F3}" type="sibTrans" cxnId="{C61E0FE8-463E-544C-950E-AD79860C25A8}">
      <dgm:prSet/>
      <dgm:spPr/>
      <dgm:t>
        <a:bodyPr/>
        <a:lstStyle/>
        <a:p>
          <a:endParaRPr lang="en-US"/>
        </a:p>
      </dgm:t>
    </dgm:pt>
    <dgm:pt modelId="{953E465F-D6DA-8D41-8A4E-6FEEBF06BAB8}">
      <dgm:prSet phldrT="[Text]" custT="1"/>
      <dgm:spPr/>
      <dgm:t>
        <a:bodyPr/>
        <a:lstStyle/>
        <a:p>
          <a:r>
            <a:rPr lang="en-US" sz="1600" dirty="0" err="1">
              <a:latin typeface="Arial" panose="020B0604020202020204" pitchFamily="34" charset="0"/>
              <a:cs typeface="Arial" panose="020B0604020202020204" pitchFamily="34" charset="0"/>
            </a:rPr>
            <a:t>Phòng</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ngừa</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cải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tạo</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giáo</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dục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những</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chủ</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thể</a:t>
          </a:r>
          <a:r>
            <a:rPr lang="en-US" sz="1600" dirty="0">
              <a:latin typeface="Arial" panose="020B0604020202020204" pitchFamily="34" charset="0"/>
              <a:cs typeface="Arial" panose="020B0604020202020204" pitchFamily="34" charset="0"/>
            </a:rPr>
            <a:t> VPPL </a:t>
          </a:r>
          <a:r>
            <a:rPr lang="en-US" sz="1600" dirty="0" err="1">
              <a:latin typeface="Arial" panose="020B0604020202020204" pitchFamily="34" charset="0"/>
              <a:cs typeface="Arial" panose="020B0604020202020204" pitchFamily="34" charset="0"/>
            </a:rPr>
            <a:t>để</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ngăn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ngừa</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sự</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tiếp</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tục</a:t>
          </a:r>
          <a:r>
            <a:rPr lang="en-US" sz="1600" dirty="0">
              <a:latin typeface="Arial" panose="020B0604020202020204" pitchFamily="34" charset="0"/>
              <a:cs typeface="Arial" panose="020B0604020202020204" pitchFamily="34" charset="0"/>
            </a:rPr>
            <a:t> vi </a:t>
          </a:r>
          <a:r>
            <a:rPr lang="en-US" sz="1600" dirty="0" err="1">
              <a:latin typeface="Arial" panose="020B0604020202020204" pitchFamily="34" charset="0"/>
              <a:cs typeface="Arial" panose="020B0604020202020204" pitchFamily="34" charset="0"/>
            </a:rPr>
            <a:t>phạm</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pháp</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luật</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của</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họ</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và</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giáo</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dục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họ</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ý</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thức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tôn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trọng</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và</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thực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hiện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pháp</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luật</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nghiêm</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minh</a:t>
          </a:r>
          <a:r>
            <a:rPr lang="en-US" sz="1600" dirty="0">
              <a:latin typeface="Arial" panose="020B0604020202020204" pitchFamily="34" charset="0"/>
              <a:cs typeface="Arial" panose="020B0604020202020204" pitchFamily="34" charset="0"/>
            </a:rPr>
            <a:t>.</a:t>
          </a:r>
          <a:endParaRPr lang="en-US" dirty="0"/>
        </a:p>
      </dgm:t>
    </dgm:pt>
    <dgm:pt modelId="{DA88F655-16B6-C14B-914E-251A275941E0}" type="parTrans" cxnId="{03A4C5B1-8F59-EA4E-AE19-304BC3C5A624}">
      <dgm:prSet/>
      <dgm:spPr/>
      <dgm:t>
        <a:bodyPr/>
        <a:lstStyle/>
        <a:p>
          <a:endParaRPr lang="en-US"/>
        </a:p>
      </dgm:t>
    </dgm:pt>
    <dgm:pt modelId="{E5B1C1BA-553A-5246-9EE2-8632713860A2}" type="sibTrans" cxnId="{03A4C5B1-8F59-EA4E-AE19-304BC3C5A624}">
      <dgm:prSet/>
      <dgm:spPr/>
      <dgm:t>
        <a:bodyPr/>
        <a:lstStyle/>
        <a:p>
          <a:endParaRPr lang="en-US"/>
        </a:p>
      </dgm:t>
    </dgm:pt>
    <dgm:pt modelId="{C52ADDE1-2CAA-B741-AE88-2E25702F97DE}">
      <dgm:prSet phldrT="[Text]" custT="1"/>
      <dgm:spPr/>
      <dgm:t>
        <a:bodyPr/>
        <a:lstStyle/>
        <a:p>
          <a:r>
            <a:rPr lang="en-US" sz="1600" dirty="0" err="1">
              <a:latin typeface="Arial" panose="020B0604020202020204" pitchFamily="34" charset="0"/>
              <a:cs typeface="Arial" panose="020B0604020202020204" pitchFamily="34" charset="0"/>
            </a:rPr>
            <a:t>Răn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đe</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mọi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người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phải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kiềm</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chế</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giữ</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mình</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không</a:t>
          </a:r>
          <a:r>
            <a:rPr lang="en-US" sz="1600" dirty="0">
              <a:latin typeface="Arial" panose="020B0604020202020204" pitchFamily="34" charset="0"/>
              <a:cs typeface="Arial" panose="020B0604020202020204" pitchFamily="34" charset="0"/>
            </a:rPr>
            <a:t> vi </a:t>
          </a:r>
          <a:r>
            <a:rPr lang="en-US" sz="1600" dirty="0" err="1">
              <a:latin typeface="Arial" panose="020B0604020202020204" pitchFamily="34" charset="0"/>
              <a:cs typeface="Arial" panose="020B0604020202020204" pitchFamily="34" charset="0"/>
            </a:rPr>
            <a:t>phạm</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pháp</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luật</a:t>
          </a:r>
          <a:r>
            <a:rPr lang="en-US" sz="1600" dirty="0">
              <a:latin typeface="Arial" panose="020B0604020202020204" pitchFamily="34" charset="0"/>
              <a:cs typeface="Arial" panose="020B0604020202020204" pitchFamily="34" charset="0"/>
            </a:rPr>
            <a:t>.</a:t>
          </a:r>
          <a:endParaRPr lang="en-US" dirty="0"/>
        </a:p>
      </dgm:t>
    </dgm:pt>
    <dgm:pt modelId="{A01C06C8-DA67-6849-B85D-FBB9C32ED324}" type="parTrans" cxnId="{FD4DC0BF-1DE2-4B45-BE22-E608412BC415}">
      <dgm:prSet/>
      <dgm:spPr/>
      <dgm:t>
        <a:bodyPr/>
        <a:lstStyle/>
        <a:p>
          <a:endParaRPr lang="en-US"/>
        </a:p>
      </dgm:t>
    </dgm:pt>
    <dgm:pt modelId="{2B77CE27-A0BC-354E-BBC2-24EA378AA262}" type="sibTrans" cxnId="{FD4DC0BF-1DE2-4B45-BE22-E608412BC415}">
      <dgm:prSet/>
      <dgm:spPr/>
      <dgm:t>
        <a:bodyPr/>
        <a:lstStyle/>
        <a:p>
          <a:endParaRPr lang="en-US"/>
        </a:p>
      </dgm:t>
    </dgm:pt>
    <dgm:pt modelId="{8BE3E084-2D80-F941-9CB1-4CCB42E69C04}">
      <dgm:prSet phldrT="[Text]" custT="1"/>
      <dgm:spPr/>
      <dgm:t>
        <a:bodyPr/>
        <a:lstStyle/>
        <a:p>
          <a:r>
            <a:rPr lang="en-US" sz="1600" dirty="0" err="1">
              <a:latin typeface="Arial" panose="020B0604020202020204" pitchFamily="34" charset="0"/>
              <a:cs typeface="Arial" panose="020B0604020202020204" pitchFamily="34" charset="0"/>
            </a:rPr>
            <a:t>Khiến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moị</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người</a:t>
          </a:r>
          <a:r>
            <a:rPr lang="en-US" sz="1600" dirty="0">
              <a:latin typeface="Arial" panose="020B0604020202020204" pitchFamily="34" charset="0"/>
              <a:cs typeface="Arial" panose="020B0604020202020204" pitchFamily="34" charset="0"/>
            </a:rPr>
            <a:t> tin </a:t>
          </a:r>
          <a:r>
            <a:rPr lang="en-US" sz="1600" dirty="0" err="1">
              <a:latin typeface="Arial" panose="020B0604020202020204" pitchFamily="34" charset="0"/>
              <a:cs typeface="Arial" panose="020B0604020202020204" pitchFamily="34" charset="0"/>
            </a:rPr>
            <a:t>tưởng</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vào</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công</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lý</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tích</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cực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đấu</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tranh</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phòng</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chống</a:t>
          </a:r>
          <a:r>
            <a:rPr lang="en-US" sz="1600" dirty="0">
              <a:latin typeface="Arial" panose="020B0604020202020204" pitchFamily="34" charset="0"/>
              <a:cs typeface="Arial" panose="020B0604020202020204" pitchFamily="34" charset="0"/>
            </a:rPr>
            <a:t> vi </a:t>
          </a:r>
          <a:r>
            <a:rPr lang="en-US" sz="1600" dirty="0" err="1">
              <a:latin typeface="Arial" panose="020B0604020202020204" pitchFamily="34" charset="0"/>
              <a:cs typeface="Arial" panose="020B0604020202020204" pitchFamily="34" charset="0"/>
            </a:rPr>
            <a:t>phạm</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pháp</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luật</a:t>
          </a:r>
          <a:endParaRPr lang="en-US" dirty="0"/>
        </a:p>
      </dgm:t>
    </dgm:pt>
    <dgm:pt modelId="{7345B3C8-19E1-A642-8C95-D2B05241C5C9}" type="parTrans" cxnId="{A7C943F4-652E-7840-83FB-1AE359C2A557}">
      <dgm:prSet/>
      <dgm:spPr/>
      <dgm:t>
        <a:bodyPr/>
        <a:lstStyle/>
        <a:p>
          <a:endParaRPr lang="en-US"/>
        </a:p>
      </dgm:t>
    </dgm:pt>
    <dgm:pt modelId="{9C08BDDD-1EAE-0844-840A-14E1CD498D64}" type="sibTrans" cxnId="{A7C943F4-652E-7840-83FB-1AE359C2A557}">
      <dgm:prSet/>
      <dgm:spPr/>
      <dgm:t>
        <a:bodyPr/>
        <a:lstStyle/>
        <a:p>
          <a:endParaRPr lang="en-US"/>
        </a:p>
      </dgm:t>
    </dgm:pt>
    <dgm:pt modelId="{4067819C-87CA-0F43-AAA1-3441CD859363}" type="pres">
      <dgm:prSet presAssocID="{0BB8F004-E013-994A-9FEA-0387458457C3}" presName="outerComposite" presStyleCnt="0">
        <dgm:presLayoutVars>
          <dgm:chMax val="5"/>
          <dgm:dir/>
          <dgm:resizeHandles val="exact"/>
        </dgm:presLayoutVars>
      </dgm:prSet>
      <dgm:spPr/>
    </dgm:pt>
    <dgm:pt modelId="{48678A62-178E-3C49-A9C6-512D79442ED7}" type="pres">
      <dgm:prSet presAssocID="{0BB8F004-E013-994A-9FEA-0387458457C3}" presName="dummyMaxCanvas" presStyleCnt="0">
        <dgm:presLayoutVars/>
      </dgm:prSet>
      <dgm:spPr/>
    </dgm:pt>
    <dgm:pt modelId="{AE98493B-CA03-BC4E-B0CF-029EDC039520}" type="pres">
      <dgm:prSet presAssocID="{0BB8F004-E013-994A-9FEA-0387458457C3}" presName="FourNodes_1" presStyleLbl="node1" presStyleIdx="0" presStyleCnt="4">
        <dgm:presLayoutVars>
          <dgm:bulletEnabled val="1"/>
        </dgm:presLayoutVars>
      </dgm:prSet>
      <dgm:spPr/>
    </dgm:pt>
    <dgm:pt modelId="{67DD2A97-4122-6940-93BD-DCFD8907B7C4}" type="pres">
      <dgm:prSet presAssocID="{0BB8F004-E013-994A-9FEA-0387458457C3}" presName="FourNodes_2" presStyleLbl="node1" presStyleIdx="1" presStyleCnt="4">
        <dgm:presLayoutVars>
          <dgm:bulletEnabled val="1"/>
        </dgm:presLayoutVars>
      </dgm:prSet>
      <dgm:spPr/>
    </dgm:pt>
    <dgm:pt modelId="{5CF05914-6478-5646-AB18-6EC34E7E3A67}" type="pres">
      <dgm:prSet presAssocID="{0BB8F004-E013-994A-9FEA-0387458457C3}" presName="FourNodes_3" presStyleLbl="node1" presStyleIdx="2" presStyleCnt="4">
        <dgm:presLayoutVars>
          <dgm:bulletEnabled val="1"/>
        </dgm:presLayoutVars>
      </dgm:prSet>
      <dgm:spPr/>
    </dgm:pt>
    <dgm:pt modelId="{590C60F3-1A7B-0C4D-8182-972A0EF052C5}" type="pres">
      <dgm:prSet presAssocID="{0BB8F004-E013-994A-9FEA-0387458457C3}" presName="FourNodes_4" presStyleLbl="node1" presStyleIdx="3" presStyleCnt="4">
        <dgm:presLayoutVars>
          <dgm:bulletEnabled val="1"/>
        </dgm:presLayoutVars>
      </dgm:prSet>
      <dgm:spPr/>
    </dgm:pt>
    <dgm:pt modelId="{D9134B17-0CCF-3549-954A-DCD91EAAE26F}" type="pres">
      <dgm:prSet presAssocID="{0BB8F004-E013-994A-9FEA-0387458457C3}" presName="FourConn_1-2" presStyleLbl="fgAccFollowNode1" presStyleIdx="0" presStyleCnt="3">
        <dgm:presLayoutVars>
          <dgm:bulletEnabled val="1"/>
        </dgm:presLayoutVars>
      </dgm:prSet>
      <dgm:spPr/>
    </dgm:pt>
    <dgm:pt modelId="{0FC37BD9-957D-274F-B4D5-FDBBE656DFB0}" type="pres">
      <dgm:prSet presAssocID="{0BB8F004-E013-994A-9FEA-0387458457C3}" presName="FourConn_2-3" presStyleLbl="fgAccFollowNode1" presStyleIdx="1" presStyleCnt="3">
        <dgm:presLayoutVars>
          <dgm:bulletEnabled val="1"/>
        </dgm:presLayoutVars>
      </dgm:prSet>
      <dgm:spPr/>
    </dgm:pt>
    <dgm:pt modelId="{E7B24DCE-02B3-4B49-BB9B-C0A26C69EB0E}" type="pres">
      <dgm:prSet presAssocID="{0BB8F004-E013-994A-9FEA-0387458457C3}" presName="FourConn_3-4" presStyleLbl="fgAccFollowNode1" presStyleIdx="2" presStyleCnt="3">
        <dgm:presLayoutVars>
          <dgm:bulletEnabled val="1"/>
        </dgm:presLayoutVars>
      </dgm:prSet>
      <dgm:spPr/>
    </dgm:pt>
    <dgm:pt modelId="{92EB5E2C-F568-C14C-91BC-B9942E167651}" type="pres">
      <dgm:prSet presAssocID="{0BB8F004-E013-994A-9FEA-0387458457C3}" presName="FourNodes_1_text" presStyleLbl="node1" presStyleIdx="3" presStyleCnt="4">
        <dgm:presLayoutVars>
          <dgm:bulletEnabled val="1"/>
        </dgm:presLayoutVars>
      </dgm:prSet>
      <dgm:spPr/>
    </dgm:pt>
    <dgm:pt modelId="{7BAB997D-3C80-334F-BCE7-142FF5C52423}" type="pres">
      <dgm:prSet presAssocID="{0BB8F004-E013-994A-9FEA-0387458457C3}" presName="FourNodes_2_text" presStyleLbl="node1" presStyleIdx="3" presStyleCnt="4">
        <dgm:presLayoutVars>
          <dgm:bulletEnabled val="1"/>
        </dgm:presLayoutVars>
      </dgm:prSet>
      <dgm:spPr/>
    </dgm:pt>
    <dgm:pt modelId="{C4247D81-63CA-F34A-99DB-CBCD3837FF33}" type="pres">
      <dgm:prSet presAssocID="{0BB8F004-E013-994A-9FEA-0387458457C3}" presName="FourNodes_3_text" presStyleLbl="node1" presStyleIdx="3" presStyleCnt="4">
        <dgm:presLayoutVars>
          <dgm:bulletEnabled val="1"/>
        </dgm:presLayoutVars>
      </dgm:prSet>
      <dgm:spPr/>
    </dgm:pt>
    <dgm:pt modelId="{51F43846-C863-2048-80F0-4604E0D1340E}" type="pres">
      <dgm:prSet presAssocID="{0BB8F004-E013-994A-9FEA-0387458457C3}" presName="FourNodes_4_text" presStyleLbl="node1" presStyleIdx="3" presStyleCnt="4">
        <dgm:presLayoutVars>
          <dgm:bulletEnabled val="1"/>
        </dgm:presLayoutVars>
      </dgm:prSet>
      <dgm:spPr/>
    </dgm:pt>
  </dgm:ptLst>
  <dgm:cxnLst>
    <dgm:cxn modelId="{A2DD5A5A-CBB7-3F46-84EC-B339B5515804}" type="presOf" srcId="{E5B1C1BA-553A-5246-9EE2-8632713860A2}" destId="{0FC37BD9-957D-274F-B4D5-FDBBE656DFB0}" srcOrd="0" destOrd="0" presId="urn:microsoft.com/office/officeart/2005/8/layout/vProcess5"/>
    <dgm:cxn modelId="{0E494F5E-ECF1-5846-A6A2-F892912B1D4A}" type="presOf" srcId="{8BE3E084-2D80-F941-9CB1-4CCB42E69C04}" destId="{590C60F3-1A7B-0C4D-8182-972A0EF052C5}" srcOrd="0" destOrd="0" presId="urn:microsoft.com/office/officeart/2005/8/layout/vProcess5"/>
    <dgm:cxn modelId="{348C6291-0BAF-D74F-87D9-95F63E82ED77}" type="presOf" srcId="{2B77CE27-A0BC-354E-BBC2-24EA378AA262}" destId="{E7B24DCE-02B3-4B49-BB9B-C0A26C69EB0E}" srcOrd="0" destOrd="0" presId="urn:microsoft.com/office/officeart/2005/8/layout/vProcess5"/>
    <dgm:cxn modelId="{F1876299-3039-614F-A1F6-C167D3F46608}" type="presOf" srcId="{C52ADDE1-2CAA-B741-AE88-2E25702F97DE}" destId="{5CF05914-6478-5646-AB18-6EC34E7E3A67}" srcOrd="0" destOrd="0" presId="urn:microsoft.com/office/officeart/2005/8/layout/vProcess5"/>
    <dgm:cxn modelId="{03A4C5B1-8F59-EA4E-AE19-304BC3C5A624}" srcId="{0BB8F004-E013-994A-9FEA-0387458457C3}" destId="{953E465F-D6DA-8D41-8A4E-6FEEBF06BAB8}" srcOrd="1" destOrd="0" parTransId="{DA88F655-16B6-C14B-914E-251A275941E0}" sibTransId="{E5B1C1BA-553A-5246-9EE2-8632713860A2}"/>
    <dgm:cxn modelId="{FD4DC0BF-1DE2-4B45-BE22-E608412BC415}" srcId="{0BB8F004-E013-994A-9FEA-0387458457C3}" destId="{C52ADDE1-2CAA-B741-AE88-2E25702F97DE}" srcOrd="2" destOrd="0" parTransId="{A01C06C8-DA67-6849-B85D-FBB9C32ED324}" sibTransId="{2B77CE27-A0BC-354E-BBC2-24EA378AA262}"/>
    <dgm:cxn modelId="{51B47EC0-B0D5-7640-B2C2-F36EF2404DB7}" type="presOf" srcId="{A2D615FD-2ABE-B94A-8C51-8EEC7C9765F3}" destId="{D9134B17-0CCF-3549-954A-DCD91EAAE26F}" srcOrd="0" destOrd="0" presId="urn:microsoft.com/office/officeart/2005/8/layout/vProcess5"/>
    <dgm:cxn modelId="{89A403C8-376A-9042-8553-1CEEC2766AFC}" type="presOf" srcId="{72F022E7-0777-8642-AE40-AFF9A3C6C2F8}" destId="{92EB5E2C-F568-C14C-91BC-B9942E167651}" srcOrd="1" destOrd="0" presId="urn:microsoft.com/office/officeart/2005/8/layout/vProcess5"/>
    <dgm:cxn modelId="{4BF560C8-A54D-484C-BD74-0ABCCFB7003E}" type="presOf" srcId="{953E465F-D6DA-8D41-8A4E-6FEEBF06BAB8}" destId="{7BAB997D-3C80-334F-BCE7-142FF5C52423}" srcOrd="1" destOrd="0" presId="urn:microsoft.com/office/officeart/2005/8/layout/vProcess5"/>
    <dgm:cxn modelId="{FAC81ECB-D7AA-C844-BEFA-32D7209BA43F}" type="presOf" srcId="{C52ADDE1-2CAA-B741-AE88-2E25702F97DE}" destId="{C4247D81-63CA-F34A-99DB-CBCD3837FF33}" srcOrd="1" destOrd="0" presId="urn:microsoft.com/office/officeart/2005/8/layout/vProcess5"/>
    <dgm:cxn modelId="{C22D1DE2-BA89-A946-9AF5-61FF9296CCDE}" type="presOf" srcId="{8BE3E084-2D80-F941-9CB1-4CCB42E69C04}" destId="{51F43846-C863-2048-80F0-4604E0D1340E}" srcOrd="1" destOrd="0" presId="urn:microsoft.com/office/officeart/2005/8/layout/vProcess5"/>
    <dgm:cxn modelId="{9F01B5E5-A64B-264A-8E66-C4854908CEBE}" type="presOf" srcId="{953E465F-D6DA-8D41-8A4E-6FEEBF06BAB8}" destId="{67DD2A97-4122-6940-93BD-DCFD8907B7C4}" srcOrd="0" destOrd="0" presId="urn:microsoft.com/office/officeart/2005/8/layout/vProcess5"/>
    <dgm:cxn modelId="{C61E0FE8-463E-544C-950E-AD79860C25A8}" srcId="{0BB8F004-E013-994A-9FEA-0387458457C3}" destId="{72F022E7-0777-8642-AE40-AFF9A3C6C2F8}" srcOrd="0" destOrd="0" parTransId="{2F57C4F1-3D40-0B4E-A719-CB3ACABA4347}" sibTransId="{A2D615FD-2ABE-B94A-8C51-8EEC7C9765F3}"/>
    <dgm:cxn modelId="{239CBCF3-1FF1-024C-A8FF-35616DA85455}" type="presOf" srcId="{72F022E7-0777-8642-AE40-AFF9A3C6C2F8}" destId="{AE98493B-CA03-BC4E-B0CF-029EDC039520}" srcOrd="0" destOrd="0" presId="urn:microsoft.com/office/officeart/2005/8/layout/vProcess5"/>
    <dgm:cxn modelId="{A7C943F4-652E-7840-83FB-1AE359C2A557}" srcId="{0BB8F004-E013-994A-9FEA-0387458457C3}" destId="{8BE3E084-2D80-F941-9CB1-4CCB42E69C04}" srcOrd="3" destOrd="0" parTransId="{7345B3C8-19E1-A642-8C95-D2B05241C5C9}" sibTransId="{9C08BDDD-1EAE-0844-840A-14E1CD498D64}"/>
    <dgm:cxn modelId="{561D1CF7-B155-3A48-B84A-C3671CCD0C1E}" type="presOf" srcId="{0BB8F004-E013-994A-9FEA-0387458457C3}" destId="{4067819C-87CA-0F43-AAA1-3441CD859363}" srcOrd="0" destOrd="0" presId="urn:microsoft.com/office/officeart/2005/8/layout/vProcess5"/>
    <dgm:cxn modelId="{4C32BE9D-B24E-C949-901A-39198B778ADD}" type="presParOf" srcId="{4067819C-87CA-0F43-AAA1-3441CD859363}" destId="{48678A62-178E-3C49-A9C6-512D79442ED7}" srcOrd="0" destOrd="0" presId="urn:microsoft.com/office/officeart/2005/8/layout/vProcess5"/>
    <dgm:cxn modelId="{820BD4FA-9449-3348-9183-0A6A9690C9C4}" type="presParOf" srcId="{4067819C-87CA-0F43-AAA1-3441CD859363}" destId="{AE98493B-CA03-BC4E-B0CF-029EDC039520}" srcOrd="1" destOrd="0" presId="urn:microsoft.com/office/officeart/2005/8/layout/vProcess5"/>
    <dgm:cxn modelId="{5B9A4BFB-E61B-8344-AD1F-6E31EE310F2F}" type="presParOf" srcId="{4067819C-87CA-0F43-AAA1-3441CD859363}" destId="{67DD2A97-4122-6940-93BD-DCFD8907B7C4}" srcOrd="2" destOrd="0" presId="urn:microsoft.com/office/officeart/2005/8/layout/vProcess5"/>
    <dgm:cxn modelId="{C4455A75-A318-D740-975E-EA03117678B0}" type="presParOf" srcId="{4067819C-87CA-0F43-AAA1-3441CD859363}" destId="{5CF05914-6478-5646-AB18-6EC34E7E3A67}" srcOrd="3" destOrd="0" presId="urn:microsoft.com/office/officeart/2005/8/layout/vProcess5"/>
    <dgm:cxn modelId="{8F64495C-443D-FD45-98D1-D9520DE1290D}" type="presParOf" srcId="{4067819C-87CA-0F43-AAA1-3441CD859363}" destId="{590C60F3-1A7B-0C4D-8182-972A0EF052C5}" srcOrd="4" destOrd="0" presId="urn:microsoft.com/office/officeart/2005/8/layout/vProcess5"/>
    <dgm:cxn modelId="{FBC735FD-5B1C-B745-BCF2-8C94867C0A9A}" type="presParOf" srcId="{4067819C-87CA-0F43-AAA1-3441CD859363}" destId="{D9134B17-0CCF-3549-954A-DCD91EAAE26F}" srcOrd="5" destOrd="0" presId="urn:microsoft.com/office/officeart/2005/8/layout/vProcess5"/>
    <dgm:cxn modelId="{FFBB8E90-F063-7F43-A0CE-39CD039F4855}" type="presParOf" srcId="{4067819C-87CA-0F43-AAA1-3441CD859363}" destId="{0FC37BD9-957D-274F-B4D5-FDBBE656DFB0}" srcOrd="6" destOrd="0" presId="urn:microsoft.com/office/officeart/2005/8/layout/vProcess5"/>
    <dgm:cxn modelId="{B982CEA9-4C38-914E-B770-815089F55541}" type="presParOf" srcId="{4067819C-87CA-0F43-AAA1-3441CD859363}" destId="{E7B24DCE-02B3-4B49-BB9B-C0A26C69EB0E}" srcOrd="7" destOrd="0" presId="urn:microsoft.com/office/officeart/2005/8/layout/vProcess5"/>
    <dgm:cxn modelId="{07E9B0AD-3519-AD4C-8EC5-484B1FEF7422}" type="presParOf" srcId="{4067819C-87CA-0F43-AAA1-3441CD859363}" destId="{92EB5E2C-F568-C14C-91BC-B9942E167651}" srcOrd="8" destOrd="0" presId="urn:microsoft.com/office/officeart/2005/8/layout/vProcess5"/>
    <dgm:cxn modelId="{01430BDB-0850-3749-AC1C-D72929882AE3}" type="presParOf" srcId="{4067819C-87CA-0F43-AAA1-3441CD859363}" destId="{7BAB997D-3C80-334F-BCE7-142FF5C52423}" srcOrd="9" destOrd="0" presId="urn:microsoft.com/office/officeart/2005/8/layout/vProcess5"/>
    <dgm:cxn modelId="{9570B00B-8205-5C43-B683-78665A0536D4}" type="presParOf" srcId="{4067819C-87CA-0F43-AAA1-3441CD859363}" destId="{C4247D81-63CA-F34A-99DB-CBCD3837FF33}" srcOrd="10" destOrd="0" presId="urn:microsoft.com/office/officeart/2005/8/layout/vProcess5"/>
    <dgm:cxn modelId="{EF226C76-36B2-534A-9A22-B81448C6372D}" type="presParOf" srcId="{4067819C-87CA-0F43-AAA1-3441CD859363}" destId="{51F43846-C863-2048-80F0-4604E0D1340E}"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2AA8F2-563D-0743-959B-4171D74AA116}">
      <dsp:nvSpPr>
        <dsp:cNvPr id="0" name=""/>
        <dsp:cNvSpPr/>
      </dsp:nvSpPr>
      <dsp:spPr>
        <a:xfrm>
          <a:off x="3097" y="99315"/>
          <a:ext cx="4592214" cy="377944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D6837AA8-87A0-464A-B0D8-7EE5B97173EE}">
      <dsp:nvSpPr>
        <dsp:cNvPr id="0" name=""/>
        <dsp:cNvSpPr/>
      </dsp:nvSpPr>
      <dsp:spPr>
        <a:xfrm>
          <a:off x="513343" y="584048"/>
          <a:ext cx="4592214" cy="377944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130000"/>
            </a:lnSpc>
            <a:spcBef>
              <a:spcPct val="0"/>
            </a:spcBef>
            <a:spcAft>
              <a:spcPts val="0"/>
            </a:spcAft>
            <a:buNone/>
          </a:pPr>
          <a:r>
            <a:rPr lang="vi-VN" sz="2300" kern="1200" dirty="0">
              <a:latin typeface="Arial" panose="020B0604020202020204" pitchFamily="34" charset="0"/>
              <a:cs typeface="Arial" panose="020B0604020202020204" pitchFamily="34" charset="0"/>
            </a:rPr>
            <a:t>-</a:t>
          </a:r>
          <a:r>
            <a:rPr lang="en-US" sz="2300" kern="1200" dirty="0">
              <a:latin typeface="Arial" panose="020B0604020202020204" pitchFamily="34" charset="0"/>
              <a:cs typeface="Arial" panose="020B0604020202020204" pitchFamily="34" charset="0"/>
            </a:rPr>
            <a:t> Quan </a:t>
          </a:r>
          <a:r>
            <a:rPr lang="en-US" sz="2300" kern="1200" dirty="0" err="1">
              <a:latin typeface="Arial" panose="020B0604020202020204" pitchFamily="34" charset="0"/>
              <a:cs typeface="Arial" panose="020B0604020202020204" pitchFamily="34" charset="0"/>
            </a:rPr>
            <a:t>hệ</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pháp</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luật</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là</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quan</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hệ</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có</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ý</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chí</a:t>
          </a:r>
          <a:r>
            <a:rPr lang="vi-VN" sz="2300" kern="1200" dirty="0">
              <a:latin typeface="Arial" panose="020B0604020202020204" pitchFamily="34" charset="0"/>
              <a:cs typeface="Arial" panose="020B0604020202020204" pitchFamily="34" charset="0"/>
            </a:rPr>
            <a:t>,</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thể</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hiện</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ý</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chí</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của</a:t>
          </a:r>
          <a:r>
            <a:rPr lang="en-US" sz="2300" kern="1200" dirty="0">
              <a:latin typeface="Arial" panose="020B0604020202020204" pitchFamily="34" charset="0"/>
              <a:cs typeface="Arial" panose="020B0604020202020204" pitchFamily="34" charset="0"/>
            </a:rPr>
            <a:t> con </a:t>
          </a:r>
          <a:r>
            <a:rPr lang="en-US" sz="2300" kern="1200" dirty="0" err="1">
              <a:latin typeface="Arial" panose="020B0604020202020204" pitchFamily="34" charset="0"/>
              <a:cs typeface="Arial" panose="020B0604020202020204" pitchFamily="34" charset="0"/>
            </a:rPr>
            <a:t>người</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mà</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cụ</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thể</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là</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ý</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chí</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của</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nhà</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nước</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hoặc</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ý</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chí</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của</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các</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bên</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tham</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gia</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quan</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hệ</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trong</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khuôn</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khổ</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ý</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chí</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của</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nhà</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nước</a:t>
          </a:r>
          <a:r>
            <a:rPr lang="en-US" sz="2300" kern="1200" dirty="0">
              <a:latin typeface="Arial" panose="020B0604020202020204" pitchFamily="34" charset="0"/>
              <a:cs typeface="Arial" panose="020B0604020202020204" pitchFamily="34" charset="0"/>
            </a:rPr>
            <a:t>.</a:t>
          </a:r>
        </a:p>
      </dsp:txBody>
      <dsp:txXfrm>
        <a:off x="624039" y="694744"/>
        <a:ext cx="4370822" cy="3558050"/>
      </dsp:txXfrm>
    </dsp:sp>
    <dsp:sp modelId="{660F9BE2-8769-6E47-9E95-76B04663D9D3}">
      <dsp:nvSpPr>
        <dsp:cNvPr id="0" name=""/>
        <dsp:cNvSpPr/>
      </dsp:nvSpPr>
      <dsp:spPr>
        <a:xfrm>
          <a:off x="5615804" y="99315"/>
          <a:ext cx="4310252" cy="37558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99B71868-639F-BD49-A672-613884C612E3}">
      <dsp:nvSpPr>
        <dsp:cNvPr id="0" name=""/>
        <dsp:cNvSpPr/>
      </dsp:nvSpPr>
      <dsp:spPr>
        <a:xfrm>
          <a:off x="6126050" y="584048"/>
          <a:ext cx="4310252" cy="375585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110000"/>
            </a:lnSpc>
            <a:spcBef>
              <a:spcPct val="0"/>
            </a:spcBef>
            <a:spcAft>
              <a:spcPct val="35000"/>
            </a:spcAft>
            <a:buNone/>
          </a:pPr>
          <a:r>
            <a:rPr lang="vi-VN" sz="2300" kern="1200" dirty="0">
              <a:latin typeface="Arial" panose="020B0604020202020204" pitchFamily="34" charset="0"/>
              <a:cs typeface="Arial" panose="020B0604020202020204" pitchFamily="34" charset="0"/>
            </a:rPr>
            <a:t>- </a:t>
          </a:r>
          <a:r>
            <a:rPr lang="en-US" sz="2300" kern="1200" dirty="0">
              <a:latin typeface="Arial" panose="020B0604020202020204" pitchFamily="34" charset="0"/>
              <a:cs typeface="Arial" panose="020B0604020202020204" pitchFamily="34" charset="0"/>
            </a:rPr>
            <a:t>Quan </a:t>
          </a:r>
          <a:r>
            <a:rPr lang="en-US" sz="2300" kern="1200" dirty="0" err="1">
              <a:latin typeface="Arial" panose="020B0604020202020204" pitchFamily="34" charset="0"/>
              <a:cs typeface="Arial" panose="020B0604020202020204" pitchFamily="34" charset="0"/>
            </a:rPr>
            <a:t>hệ</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pháp</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luật</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nảy</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sinh</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giữa</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các</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chủ</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thể</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xác</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định</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Nội</a:t>
          </a:r>
          <a:r>
            <a:rPr lang="en-US" sz="2300" kern="1200" dirty="0">
              <a:latin typeface="Arial" panose="020B0604020202020204" pitchFamily="34" charset="0"/>
              <a:cs typeface="Arial" panose="020B0604020202020204" pitchFamily="34" charset="0"/>
            </a:rPr>
            <a:t> dung </a:t>
          </a:r>
          <a:r>
            <a:rPr lang="en-US" sz="2300" kern="1200" dirty="0" err="1">
              <a:latin typeface="Arial" panose="020B0604020202020204" pitchFamily="34" charset="0"/>
              <a:cs typeface="Arial" panose="020B0604020202020204" pitchFamily="34" charset="0"/>
            </a:rPr>
            <a:t>của</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quan</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hệ</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pháp</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luật</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được</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cấu</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thành</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bởi</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các</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quyền</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và</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nghĩa</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vụ</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pháp</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lý</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cụ</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thể</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của</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các</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bên</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và</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được</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đảm</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bảo</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bằng</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sức</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mạnh</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cưỡng</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chế</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của</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nhà</a:t>
          </a:r>
          <a:r>
            <a:rPr lang="en-US" sz="2300" kern="1200" dirty="0">
              <a:latin typeface="Arial" panose="020B0604020202020204" pitchFamily="34" charset="0"/>
              <a:cs typeface="Arial" panose="020B0604020202020204" pitchFamily="34" charset="0"/>
            </a:rPr>
            <a:t> </a:t>
          </a:r>
          <a:r>
            <a:rPr lang="en-US" sz="2300" kern="1200" dirty="0" err="1">
              <a:latin typeface="Arial" panose="020B0604020202020204" pitchFamily="34" charset="0"/>
              <a:cs typeface="Arial" panose="020B0604020202020204" pitchFamily="34" charset="0"/>
            </a:rPr>
            <a:t>nước</a:t>
          </a:r>
          <a:r>
            <a:rPr lang="vi-VN" sz="2300" kern="1200" dirty="0">
              <a:latin typeface="Arial" panose="020B0604020202020204" pitchFamily="34" charset="0"/>
              <a:cs typeface="Arial" panose="020B0604020202020204" pitchFamily="34" charset="0"/>
            </a:rPr>
            <a:t>.</a:t>
          </a:r>
          <a:endParaRPr lang="en-US" sz="2300" kern="1200" dirty="0">
            <a:latin typeface="Arial" panose="020B0604020202020204" pitchFamily="34" charset="0"/>
            <a:cs typeface="Arial" panose="020B0604020202020204" pitchFamily="34" charset="0"/>
          </a:endParaRPr>
        </a:p>
      </dsp:txBody>
      <dsp:txXfrm>
        <a:off x="6236055" y="694053"/>
        <a:ext cx="4090242" cy="35358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42268E-6F2A-5742-9995-162213562628}">
      <dsp:nvSpPr>
        <dsp:cNvPr id="0" name=""/>
        <dsp:cNvSpPr/>
      </dsp:nvSpPr>
      <dsp:spPr>
        <a:xfrm>
          <a:off x="0" y="0"/>
          <a:ext cx="3167406" cy="3167406"/>
        </a:xfrm>
        <a:prstGeom prst="pie">
          <a:avLst>
            <a:gd name="adj1" fmla="val 5400000"/>
            <a:gd name="adj2" fmla="val 16200000"/>
          </a:avLst>
        </a:prstGeom>
        <a:solidFill>
          <a:schemeClr val="accent1">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B8FA68-1F0B-B449-8C4D-05419A5FC168}">
      <dsp:nvSpPr>
        <dsp:cNvPr id="0" name=""/>
        <dsp:cNvSpPr/>
      </dsp:nvSpPr>
      <dsp:spPr>
        <a:xfrm>
          <a:off x="1583703" y="0"/>
          <a:ext cx="7777691" cy="3167406"/>
        </a:xfrm>
        <a:prstGeom prst="rect">
          <a:avLst/>
        </a:prstGeom>
        <a:solidFill>
          <a:schemeClr val="lt1">
            <a:alpha val="90000"/>
            <a:hueOff val="0"/>
            <a:satOff val="0"/>
            <a:lumOff val="0"/>
            <a:alphaOff val="0"/>
          </a:schemeClr>
        </a:solidFill>
        <a:ln w="12700" cap="flat" cmpd="sng" algn="ctr">
          <a:solidFill>
            <a:schemeClr val="accent1">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i="0" kern="1200" dirty="0" err="1">
              <a:solidFill>
                <a:srgbClr val="C00000"/>
              </a:solidFill>
              <a:latin typeface="Arial" panose="020B0604020202020204" pitchFamily="34" charset="0"/>
              <a:cs typeface="Arial" panose="020B0604020202020204" pitchFamily="34" charset="0"/>
            </a:rPr>
            <a:t>Chủ</a:t>
          </a:r>
          <a:r>
            <a:rPr lang="en-US" sz="2800" b="0" i="0" kern="1200" dirty="0">
              <a:solidFill>
                <a:srgbClr val="C00000"/>
              </a:solidFill>
              <a:latin typeface="Arial" panose="020B0604020202020204" pitchFamily="34" charset="0"/>
              <a:cs typeface="Arial" panose="020B0604020202020204" pitchFamily="34" charset="0"/>
            </a:rPr>
            <a:t> </a:t>
          </a:r>
          <a:r>
            <a:rPr lang="en-US" sz="2800" b="0" i="0" kern="1200" dirty="0" err="1">
              <a:solidFill>
                <a:srgbClr val="C00000"/>
              </a:solidFill>
              <a:latin typeface="Arial" panose="020B0604020202020204" pitchFamily="34" charset="0"/>
              <a:cs typeface="Arial" panose="020B0604020202020204" pitchFamily="34" charset="0"/>
            </a:rPr>
            <a:t>thể</a:t>
          </a:r>
          <a:r>
            <a:rPr lang="en-US" sz="2800" b="0" i="0" kern="1200" dirty="0">
              <a:solidFill>
                <a:srgbClr val="C00000"/>
              </a:solidFill>
              <a:latin typeface="Arial" panose="020B0604020202020204" pitchFamily="34" charset="0"/>
              <a:cs typeface="Arial" panose="020B0604020202020204" pitchFamily="34" charset="0"/>
            </a:rPr>
            <a:t> QHPL </a:t>
          </a:r>
        </a:p>
        <a:p>
          <a:pPr marL="0" lvl="0" indent="0" algn="ctr" defTabSz="1244600">
            <a:lnSpc>
              <a:spcPct val="90000"/>
            </a:lnSpc>
            <a:spcBef>
              <a:spcPct val="0"/>
            </a:spcBef>
            <a:spcAft>
              <a:spcPct val="35000"/>
            </a:spcAft>
            <a:buNone/>
          </a:pPr>
          <a:r>
            <a:rPr lang="en-US" sz="2800" i="1" kern="1200" dirty="0">
              <a:solidFill>
                <a:schemeClr val="tx2">
                  <a:lumMod val="75000"/>
                </a:schemeClr>
              </a:solidFill>
              <a:latin typeface="Arial" panose="020B0604020202020204" pitchFamily="34" charset="0"/>
              <a:cs typeface="Arial" panose="020B0604020202020204" pitchFamily="34" charset="0"/>
            </a:rPr>
            <a:t>(</a:t>
          </a:r>
          <a:r>
            <a:rPr lang="en-US" sz="2800" i="1" kern="1200" dirty="0" err="1">
              <a:solidFill>
                <a:schemeClr val="tx2">
                  <a:lumMod val="75000"/>
                </a:schemeClr>
              </a:solidFill>
              <a:latin typeface="Arial" panose="020B0604020202020204" pitchFamily="34" charset="0"/>
              <a:cs typeface="Arial" panose="020B0604020202020204" pitchFamily="34" charset="0"/>
            </a:rPr>
            <a:t>tổ</a:t>
          </a:r>
          <a:r>
            <a:rPr lang="en-US" sz="2800" i="1" kern="1200" dirty="0">
              <a:solidFill>
                <a:schemeClr val="tx2">
                  <a:lumMod val="75000"/>
                </a:schemeClr>
              </a:solidFill>
              <a:latin typeface="Arial" panose="020B0604020202020204" pitchFamily="34" charset="0"/>
              <a:cs typeface="Arial" panose="020B0604020202020204" pitchFamily="34" charset="0"/>
            </a:rPr>
            <a:t> </a:t>
          </a:r>
          <a:r>
            <a:rPr lang="en-US" sz="2800" i="1" kern="1200" dirty="0" err="1">
              <a:solidFill>
                <a:schemeClr val="tx2">
                  <a:lumMod val="75000"/>
                </a:schemeClr>
              </a:solidFill>
              <a:latin typeface="Arial" panose="020B0604020202020204" pitchFamily="34" charset="0"/>
              <a:cs typeface="Arial" panose="020B0604020202020204" pitchFamily="34" charset="0"/>
            </a:rPr>
            <a:t>chức</a:t>
          </a:r>
          <a:r>
            <a:rPr lang="en-US" sz="2800" i="1" kern="1200" dirty="0">
              <a:solidFill>
                <a:schemeClr val="tx2">
                  <a:lumMod val="75000"/>
                </a:schemeClr>
              </a:solidFill>
              <a:latin typeface="Arial" panose="020B0604020202020204" pitchFamily="34" charset="0"/>
              <a:cs typeface="Arial" panose="020B0604020202020204" pitchFamily="34" charset="0"/>
            </a:rPr>
            <a:t>, </a:t>
          </a:r>
          <a:r>
            <a:rPr lang="en-US" sz="2800" i="1" kern="1200" dirty="0" err="1">
              <a:solidFill>
                <a:schemeClr val="tx2">
                  <a:lumMod val="75000"/>
                </a:schemeClr>
              </a:solidFill>
              <a:latin typeface="Arial" panose="020B0604020202020204" pitchFamily="34" charset="0"/>
              <a:cs typeface="Arial" panose="020B0604020202020204" pitchFamily="34" charset="0"/>
            </a:rPr>
            <a:t>cá</a:t>
          </a:r>
          <a:r>
            <a:rPr lang="en-US" sz="2800" i="1" kern="1200" dirty="0">
              <a:solidFill>
                <a:schemeClr val="tx2">
                  <a:lumMod val="75000"/>
                </a:schemeClr>
              </a:solidFill>
              <a:latin typeface="Arial" panose="020B0604020202020204" pitchFamily="34" charset="0"/>
              <a:cs typeface="Arial" panose="020B0604020202020204" pitchFamily="34" charset="0"/>
            </a:rPr>
            <a:t> </a:t>
          </a:r>
          <a:r>
            <a:rPr lang="en-US" sz="2800" i="1" kern="1200" dirty="0" err="1">
              <a:solidFill>
                <a:schemeClr val="tx2">
                  <a:lumMod val="75000"/>
                </a:schemeClr>
              </a:solidFill>
              <a:latin typeface="Arial" panose="020B0604020202020204" pitchFamily="34" charset="0"/>
              <a:cs typeface="Arial" panose="020B0604020202020204" pitchFamily="34" charset="0"/>
            </a:rPr>
            <a:t>nhân</a:t>
          </a:r>
          <a:r>
            <a:rPr lang="en-US" sz="2800" i="1" kern="1200" dirty="0">
              <a:solidFill>
                <a:schemeClr val="tx2">
                  <a:lumMod val="75000"/>
                </a:schemeClr>
              </a:solidFill>
              <a:latin typeface="Arial" panose="020B0604020202020204" pitchFamily="34" charset="0"/>
              <a:cs typeface="Arial" panose="020B0604020202020204" pitchFamily="34" charset="0"/>
            </a:rPr>
            <a:t> </a:t>
          </a:r>
          <a:r>
            <a:rPr lang="en-US" sz="2800" i="1" kern="1200" dirty="0" err="1">
              <a:solidFill>
                <a:schemeClr val="tx2">
                  <a:lumMod val="75000"/>
                </a:schemeClr>
              </a:solidFill>
              <a:latin typeface="Arial" panose="020B0604020202020204" pitchFamily="34" charset="0"/>
              <a:cs typeface="Arial" panose="020B0604020202020204" pitchFamily="34" charset="0"/>
            </a:rPr>
            <a:t>có</a:t>
          </a:r>
          <a:r>
            <a:rPr lang="en-US" sz="2800" i="1" kern="1200" dirty="0">
              <a:solidFill>
                <a:schemeClr val="tx2">
                  <a:lumMod val="75000"/>
                </a:schemeClr>
              </a:solidFill>
              <a:latin typeface="Arial" panose="020B0604020202020204" pitchFamily="34" charset="0"/>
              <a:cs typeface="Arial" panose="020B0604020202020204" pitchFamily="34" charset="0"/>
            </a:rPr>
            <a:t> </a:t>
          </a:r>
          <a:r>
            <a:rPr lang="en-US" sz="2800" i="1" kern="1200" dirty="0" err="1">
              <a:solidFill>
                <a:schemeClr val="tx2">
                  <a:lumMod val="75000"/>
                </a:schemeClr>
              </a:solidFill>
              <a:latin typeface="Arial" panose="020B0604020202020204" pitchFamily="34" charset="0"/>
              <a:cs typeface="Arial" panose="020B0604020202020204" pitchFamily="34" charset="0"/>
            </a:rPr>
            <a:t>năng</a:t>
          </a:r>
          <a:r>
            <a:rPr lang="en-US" sz="2800" i="1" kern="1200" dirty="0">
              <a:solidFill>
                <a:schemeClr val="tx2">
                  <a:lumMod val="75000"/>
                </a:schemeClr>
              </a:solidFill>
              <a:latin typeface="Arial" panose="020B0604020202020204" pitchFamily="34" charset="0"/>
              <a:cs typeface="Arial" panose="020B0604020202020204" pitchFamily="34" charset="0"/>
            </a:rPr>
            <a:t> </a:t>
          </a:r>
          <a:r>
            <a:rPr lang="en-US" sz="2800" i="1" kern="1200" dirty="0" err="1">
              <a:solidFill>
                <a:schemeClr val="tx2">
                  <a:lumMod val="75000"/>
                </a:schemeClr>
              </a:solidFill>
              <a:latin typeface="Arial" panose="020B0604020202020204" pitchFamily="34" charset="0"/>
              <a:cs typeface="Arial" panose="020B0604020202020204" pitchFamily="34" charset="0"/>
            </a:rPr>
            <a:t>lực</a:t>
          </a:r>
          <a:r>
            <a:rPr lang="en-US" sz="2800" i="1" kern="1200" dirty="0">
              <a:solidFill>
                <a:schemeClr val="tx2">
                  <a:lumMod val="75000"/>
                </a:schemeClr>
              </a:solidFill>
              <a:latin typeface="Arial" panose="020B0604020202020204" pitchFamily="34" charset="0"/>
              <a:cs typeface="Arial" panose="020B0604020202020204" pitchFamily="34" charset="0"/>
            </a:rPr>
            <a:t> </a:t>
          </a:r>
          <a:r>
            <a:rPr lang="en-US" sz="2800" i="1" kern="1200" dirty="0" err="1">
              <a:solidFill>
                <a:schemeClr val="tx2">
                  <a:lumMod val="75000"/>
                </a:schemeClr>
              </a:solidFill>
              <a:latin typeface="Arial" panose="020B0604020202020204" pitchFamily="34" charset="0"/>
              <a:cs typeface="Arial" panose="020B0604020202020204" pitchFamily="34" charset="0"/>
            </a:rPr>
            <a:t>chủ</a:t>
          </a:r>
          <a:r>
            <a:rPr lang="en-US" sz="2800" i="1" kern="1200" dirty="0">
              <a:solidFill>
                <a:schemeClr val="tx2">
                  <a:lumMod val="75000"/>
                </a:schemeClr>
              </a:solidFill>
              <a:latin typeface="Arial" panose="020B0604020202020204" pitchFamily="34" charset="0"/>
              <a:cs typeface="Arial" panose="020B0604020202020204" pitchFamily="34" charset="0"/>
            </a:rPr>
            <a:t> </a:t>
          </a:r>
          <a:r>
            <a:rPr lang="en-US" sz="2800" i="1" kern="1200" dirty="0" err="1">
              <a:solidFill>
                <a:schemeClr val="tx2">
                  <a:lumMod val="75000"/>
                </a:schemeClr>
              </a:solidFill>
              <a:latin typeface="Arial" panose="020B0604020202020204" pitchFamily="34" charset="0"/>
              <a:cs typeface="Arial" panose="020B0604020202020204" pitchFamily="34" charset="0"/>
            </a:rPr>
            <a:t>thể</a:t>
          </a:r>
          <a:r>
            <a:rPr lang="en-US" sz="2800" i="1" kern="1200" dirty="0">
              <a:solidFill>
                <a:schemeClr val="tx2">
                  <a:lumMod val="75000"/>
                </a:schemeClr>
              </a:solidFill>
              <a:latin typeface="Arial" panose="020B0604020202020204" pitchFamily="34" charset="0"/>
              <a:cs typeface="Arial" panose="020B0604020202020204" pitchFamily="34" charset="0"/>
            </a:rPr>
            <a:t>)</a:t>
          </a:r>
        </a:p>
      </dsp:txBody>
      <dsp:txXfrm>
        <a:off x="1583703" y="0"/>
        <a:ext cx="7777691" cy="950223"/>
      </dsp:txXfrm>
    </dsp:sp>
    <dsp:sp modelId="{0A522FCD-30B3-D04C-AA07-56A2708DE130}">
      <dsp:nvSpPr>
        <dsp:cNvPr id="0" name=""/>
        <dsp:cNvSpPr/>
      </dsp:nvSpPr>
      <dsp:spPr>
        <a:xfrm>
          <a:off x="554297" y="950223"/>
          <a:ext cx="2058811" cy="2058811"/>
        </a:xfrm>
        <a:prstGeom prst="pie">
          <a:avLst>
            <a:gd name="adj1" fmla="val 5400000"/>
            <a:gd name="adj2" fmla="val 16200000"/>
          </a:avLst>
        </a:prstGeom>
        <a:solidFill>
          <a:schemeClr val="accent1">
            <a:shade val="50000"/>
            <a:hueOff val="271754"/>
            <a:satOff val="-15199"/>
            <a:lumOff val="302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EB2FE7-F02D-5144-A208-CA39C3221F26}">
      <dsp:nvSpPr>
        <dsp:cNvPr id="0" name=""/>
        <dsp:cNvSpPr/>
      </dsp:nvSpPr>
      <dsp:spPr>
        <a:xfrm>
          <a:off x="1574758" y="956173"/>
          <a:ext cx="7777691" cy="2058811"/>
        </a:xfrm>
        <a:prstGeom prst="rect">
          <a:avLst/>
        </a:prstGeom>
        <a:solidFill>
          <a:schemeClr val="lt1">
            <a:alpha val="90000"/>
            <a:hueOff val="0"/>
            <a:satOff val="0"/>
            <a:lumOff val="0"/>
            <a:alphaOff val="0"/>
          </a:schemeClr>
        </a:solidFill>
        <a:ln w="12700" cap="flat" cmpd="sng" algn="ctr">
          <a:solidFill>
            <a:schemeClr val="accent1">
              <a:shade val="50000"/>
              <a:hueOff val="271754"/>
              <a:satOff val="-15199"/>
              <a:lumOff val="302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i="0" kern="1200" dirty="0" err="1">
              <a:solidFill>
                <a:srgbClr val="C00000"/>
              </a:solidFill>
              <a:latin typeface="Arial" panose="020B0604020202020204" pitchFamily="34" charset="0"/>
              <a:cs typeface="Arial" panose="020B0604020202020204" pitchFamily="34" charset="0"/>
            </a:rPr>
            <a:t>Nội</a:t>
          </a:r>
          <a:r>
            <a:rPr lang="en-US" sz="2800" i="0" kern="1200" dirty="0">
              <a:solidFill>
                <a:srgbClr val="C00000"/>
              </a:solidFill>
              <a:latin typeface="Arial" panose="020B0604020202020204" pitchFamily="34" charset="0"/>
              <a:cs typeface="Arial" panose="020B0604020202020204" pitchFamily="34" charset="0"/>
            </a:rPr>
            <a:t> dung QHPL </a:t>
          </a:r>
        </a:p>
        <a:p>
          <a:pPr marL="0" lvl="0" indent="0" algn="ctr" defTabSz="1244600">
            <a:lnSpc>
              <a:spcPct val="90000"/>
            </a:lnSpc>
            <a:spcBef>
              <a:spcPct val="0"/>
            </a:spcBef>
            <a:spcAft>
              <a:spcPct val="35000"/>
            </a:spcAft>
            <a:buNone/>
          </a:pPr>
          <a:r>
            <a:rPr lang="en-US" sz="2800" i="0" kern="1200" dirty="0">
              <a:solidFill>
                <a:schemeClr val="tx1"/>
              </a:solidFill>
              <a:latin typeface="Arial" panose="020B0604020202020204" pitchFamily="34" charset="0"/>
              <a:cs typeface="Arial" panose="020B0604020202020204" pitchFamily="34" charset="0"/>
            </a:rPr>
            <a:t>(</a:t>
          </a:r>
          <a:r>
            <a:rPr lang="en-US" sz="2800" i="0" kern="1200" dirty="0" err="1">
              <a:solidFill>
                <a:schemeClr val="tx1"/>
              </a:solidFill>
              <a:latin typeface="Arial" panose="020B0604020202020204" pitchFamily="34" charset="0"/>
              <a:cs typeface="Arial" panose="020B0604020202020204" pitchFamily="34" charset="0"/>
            </a:rPr>
            <a:t>quyền</a:t>
          </a:r>
          <a:r>
            <a:rPr lang="en-US" sz="2800" i="0" kern="1200" dirty="0">
              <a:solidFill>
                <a:schemeClr val="tx1"/>
              </a:solidFill>
              <a:latin typeface="Arial" panose="020B0604020202020204" pitchFamily="34" charset="0"/>
              <a:cs typeface="Arial" panose="020B0604020202020204" pitchFamily="34" charset="0"/>
            </a:rPr>
            <a:t> </a:t>
          </a:r>
          <a:r>
            <a:rPr lang="en-US" sz="2800" i="0" kern="1200" dirty="0" err="1">
              <a:solidFill>
                <a:schemeClr val="tx1"/>
              </a:solidFill>
              <a:latin typeface="Arial" panose="020B0604020202020204" pitchFamily="34" charset="0"/>
              <a:cs typeface="Arial" panose="020B0604020202020204" pitchFamily="34" charset="0"/>
            </a:rPr>
            <a:t>và</a:t>
          </a:r>
          <a:r>
            <a:rPr lang="en-US" sz="2800" i="0" kern="1200" dirty="0">
              <a:solidFill>
                <a:schemeClr val="tx1"/>
              </a:solidFill>
              <a:latin typeface="Arial" panose="020B0604020202020204" pitchFamily="34" charset="0"/>
              <a:cs typeface="Arial" panose="020B0604020202020204" pitchFamily="34" charset="0"/>
            </a:rPr>
            <a:t> </a:t>
          </a:r>
          <a:r>
            <a:rPr lang="en-US" sz="2800" i="0" kern="1200" dirty="0" err="1">
              <a:solidFill>
                <a:schemeClr val="tx1"/>
              </a:solidFill>
              <a:latin typeface="Arial" panose="020B0604020202020204" pitchFamily="34" charset="0"/>
              <a:cs typeface="Arial" panose="020B0604020202020204" pitchFamily="34" charset="0"/>
            </a:rPr>
            <a:t>nghĩa</a:t>
          </a:r>
          <a:r>
            <a:rPr lang="en-US" sz="2800" i="0" kern="1200" dirty="0">
              <a:solidFill>
                <a:schemeClr val="tx1"/>
              </a:solidFill>
              <a:latin typeface="Arial" panose="020B0604020202020204" pitchFamily="34" charset="0"/>
              <a:cs typeface="Arial" panose="020B0604020202020204" pitchFamily="34" charset="0"/>
            </a:rPr>
            <a:t> </a:t>
          </a:r>
          <a:r>
            <a:rPr lang="en-US" sz="2800" i="0" kern="1200" dirty="0" err="1">
              <a:solidFill>
                <a:schemeClr val="tx1"/>
              </a:solidFill>
              <a:latin typeface="Arial" panose="020B0604020202020204" pitchFamily="34" charset="0"/>
              <a:cs typeface="Arial" panose="020B0604020202020204" pitchFamily="34" charset="0"/>
            </a:rPr>
            <a:t>vụ</a:t>
          </a:r>
          <a:r>
            <a:rPr lang="en-US" sz="2800" i="0" kern="1200" dirty="0">
              <a:solidFill>
                <a:schemeClr val="tx1"/>
              </a:solidFill>
              <a:latin typeface="Arial" panose="020B0604020202020204" pitchFamily="34" charset="0"/>
              <a:cs typeface="Arial" panose="020B0604020202020204" pitchFamily="34" charset="0"/>
            </a:rPr>
            <a:t> </a:t>
          </a:r>
          <a:r>
            <a:rPr lang="en-US" sz="2800" i="0" kern="1200" dirty="0" err="1">
              <a:solidFill>
                <a:schemeClr val="tx1"/>
              </a:solidFill>
              <a:latin typeface="Arial" panose="020B0604020202020204" pitchFamily="34" charset="0"/>
              <a:cs typeface="Arial" panose="020B0604020202020204" pitchFamily="34" charset="0"/>
            </a:rPr>
            <a:t>pháp</a:t>
          </a:r>
          <a:r>
            <a:rPr lang="en-US" sz="2800" i="0" kern="1200" dirty="0">
              <a:solidFill>
                <a:schemeClr val="tx1"/>
              </a:solidFill>
              <a:latin typeface="Arial" panose="020B0604020202020204" pitchFamily="34" charset="0"/>
              <a:cs typeface="Arial" panose="020B0604020202020204" pitchFamily="34" charset="0"/>
            </a:rPr>
            <a:t> </a:t>
          </a:r>
          <a:r>
            <a:rPr lang="en-US" sz="2800" i="0" kern="1200" dirty="0" err="1">
              <a:solidFill>
                <a:schemeClr val="tx1"/>
              </a:solidFill>
              <a:latin typeface="Arial" panose="020B0604020202020204" pitchFamily="34" charset="0"/>
              <a:cs typeface="Arial" panose="020B0604020202020204" pitchFamily="34" charset="0"/>
            </a:rPr>
            <a:t>lý</a:t>
          </a:r>
          <a:r>
            <a:rPr lang="en-US" sz="2800" i="0" kern="1200" dirty="0">
              <a:solidFill>
                <a:schemeClr val="tx1"/>
              </a:solidFill>
              <a:latin typeface="Arial" panose="020B0604020202020204" pitchFamily="34" charset="0"/>
              <a:cs typeface="Arial" panose="020B0604020202020204" pitchFamily="34" charset="0"/>
            </a:rPr>
            <a:t> </a:t>
          </a:r>
          <a:r>
            <a:rPr lang="en-US" sz="2800" i="0" kern="1200" dirty="0" err="1">
              <a:solidFill>
                <a:schemeClr val="tx1"/>
              </a:solidFill>
              <a:latin typeface="Arial" panose="020B0604020202020204" pitchFamily="34" charset="0"/>
              <a:cs typeface="Arial" panose="020B0604020202020204" pitchFamily="34" charset="0"/>
            </a:rPr>
            <a:t>của</a:t>
          </a:r>
          <a:r>
            <a:rPr lang="en-US" sz="2800" i="0" kern="1200" dirty="0">
              <a:solidFill>
                <a:schemeClr val="tx1"/>
              </a:solidFill>
              <a:latin typeface="Arial" panose="020B0604020202020204" pitchFamily="34" charset="0"/>
              <a:cs typeface="Arial" panose="020B0604020202020204" pitchFamily="34" charset="0"/>
            </a:rPr>
            <a:t> </a:t>
          </a:r>
          <a:r>
            <a:rPr lang="en-US" sz="2800" i="0" kern="1200" dirty="0" err="1">
              <a:solidFill>
                <a:schemeClr val="tx1"/>
              </a:solidFill>
              <a:latin typeface="Arial" panose="020B0604020202020204" pitchFamily="34" charset="0"/>
              <a:cs typeface="Arial" panose="020B0604020202020204" pitchFamily="34" charset="0"/>
            </a:rPr>
            <a:t>chủ</a:t>
          </a:r>
          <a:r>
            <a:rPr lang="en-US" sz="2800" i="0" kern="1200" dirty="0">
              <a:solidFill>
                <a:schemeClr val="tx1"/>
              </a:solidFill>
              <a:latin typeface="Arial" panose="020B0604020202020204" pitchFamily="34" charset="0"/>
              <a:cs typeface="Arial" panose="020B0604020202020204" pitchFamily="34" charset="0"/>
            </a:rPr>
            <a:t> </a:t>
          </a:r>
          <a:r>
            <a:rPr lang="en-US" sz="2800" i="0" kern="1200" dirty="0" err="1">
              <a:solidFill>
                <a:schemeClr val="tx1"/>
              </a:solidFill>
              <a:latin typeface="Arial" panose="020B0604020202020204" pitchFamily="34" charset="0"/>
              <a:cs typeface="Arial" panose="020B0604020202020204" pitchFamily="34" charset="0"/>
            </a:rPr>
            <a:t>thể</a:t>
          </a:r>
          <a:r>
            <a:rPr lang="en-US" sz="2800" i="0" kern="1200" dirty="0">
              <a:solidFill>
                <a:schemeClr val="tx1"/>
              </a:solidFill>
              <a:latin typeface="Arial" panose="020B0604020202020204" pitchFamily="34" charset="0"/>
              <a:cs typeface="Arial" panose="020B0604020202020204" pitchFamily="34" charset="0"/>
            </a:rPr>
            <a:t>)</a:t>
          </a:r>
          <a:endParaRPr lang="en-US" sz="2800" i="0" kern="1200" dirty="0">
            <a:solidFill>
              <a:srgbClr val="C00000"/>
            </a:solidFill>
            <a:latin typeface="Arial" panose="020B0604020202020204" pitchFamily="34" charset="0"/>
            <a:cs typeface="Arial" panose="020B0604020202020204" pitchFamily="34" charset="0"/>
          </a:endParaRPr>
        </a:p>
      </dsp:txBody>
      <dsp:txXfrm>
        <a:off x="1574758" y="956173"/>
        <a:ext cx="7777691" cy="950220"/>
      </dsp:txXfrm>
    </dsp:sp>
    <dsp:sp modelId="{14063A19-A5E7-004C-B03A-9F58660A5EFD}">
      <dsp:nvSpPr>
        <dsp:cNvPr id="0" name=""/>
        <dsp:cNvSpPr/>
      </dsp:nvSpPr>
      <dsp:spPr>
        <a:xfrm>
          <a:off x="1108592" y="1900444"/>
          <a:ext cx="950220" cy="950220"/>
        </a:xfrm>
        <a:prstGeom prst="pie">
          <a:avLst>
            <a:gd name="adj1" fmla="val 5400000"/>
            <a:gd name="adj2" fmla="val 16200000"/>
          </a:avLst>
        </a:prstGeom>
        <a:solidFill>
          <a:schemeClr val="accent1">
            <a:shade val="50000"/>
            <a:hueOff val="271754"/>
            <a:satOff val="-15199"/>
            <a:lumOff val="302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965140-3FBB-034A-893F-D46C48DF19D4}">
      <dsp:nvSpPr>
        <dsp:cNvPr id="0" name=""/>
        <dsp:cNvSpPr/>
      </dsp:nvSpPr>
      <dsp:spPr>
        <a:xfrm>
          <a:off x="1583703" y="1900444"/>
          <a:ext cx="7777691" cy="950220"/>
        </a:xfrm>
        <a:prstGeom prst="rect">
          <a:avLst/>
        </a:prstGeom>
        <a:solidFill>
          <a:schemeClr val="lt1">
            <a:alpha val="90000"/>
            <a:hueOff val="0"/>
            <a:satOff val="0"/>
            <a:lumOff val="0"/>
            <a:alphaOff val="0"/>
          </a:schemeClr>
        </a:solidFill>
        <a:ln w="12700" cap="flat" cmpd="sng" algn="ctr">
          <a:solidFill>
            <a:schemeClr val="accent1">
              <a:shade val="50000"/>
              <a:hueOff val="271754"/>
              <a:satOff val="-15199"/>
              <a:lumOff val="302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i="0" kern="1200" dirty="0" err="1">
              <a:solidFill>
                <a:srgbClr val="C00000"/>
              </a:solidFill>
              <a:latin typeface="Arial" panose="020B0604020202020204" pitchFamily="34" charset="0"/>
              <a:cs typeface="Arial" panose="020B0604020202020204" pitchFamily="34" charset="0"/>
            </a:rPr>
            <a:t>Khách</a:t>
          </a:r>
          <a:r>
            <a:rPr lang="en-US" sz="2800" i="0" kern="1200" dirty="0">
              <a:solidFill>
                <a:srgbClr val="C00000"/>
              </a:solidFill>
              <a:latin typeface="Arial" panose="020B0604020202020204" pitchFamily="34" charset="0"/>
              <a:cs typeface="Arial" panose="020B0604020202020204" pitchFamily="34" charset="0"/>
            </a:rPr>
            <a:t> </a:t>
          </a:r>
          <a:r>
            <a:rPr lang="en-US" sz="2800" i="0" kern="1200" dirty="0" err="1">
              <a:solidFill>
                <a:srgbClr val="C00000"/>
              </a:solidFill>
              <a:latin typeface="Arial" panose="020B0604020202020204" pitchFamily="34" charset="0"/>
              <a:cs typeface="Arial" panose="020B0604020202020204" pitchFamily="34" charset="0"/>
            </a:rPr>
            <a:t>thể</a:t>
          </a:r>
          <a:r>
            <a:rPr lang="en-US" sz="2800" i="0" kern="1200" dirty="0">
              <a:solidFill>
                <a:srgbClr val="C00000"/>
              </a:solidFill>
              <a:latin typeface="Arial" panose="020B0604020202020204" pitchFamily="34" charset="0"/>
              <a:cs typeface="Arial" panose="020B0604020202020204" pitchFamily="34" charset="0"/>
            </a:rPr>
            <a:t> QHPL </a:t>
          </a:r>
        </a:p>
        <a:p>
          <a:pPr marL="0" lvl="0" indent="0" algn="ctr" defTabSz="1244600">
            <a:lnSpc>
              <a:spcPct val="90000"/>
            </a:lnSpc>
            <a:spcBef>
              <a:spcPct val="0"/>
            </a:spcBef>
            <a:spcAft>
              <a:spcPct val="35000"/>
            </a:spcAft>
            <a:buNone/>
          </a:pPr>
          <a:r>
            <a:rPr lang="en-US" sz="2800" i="0" kern="1200" dirty="0">
              <a:solidFill>
                <a:schemeClr val="tx1"/>
              </a:solidFill>
              <a:latin typeface="Arial" panose="020B0604020202020204" pitchFamily="34" charset="0"/>
              <a:cs typeface="Arial" panose="020B0604020202020204" pitchFamily="34" charset="0"/>
            </a:rPr>
            <a:t>(</a:t>
          </a:r>
          <a:r>
            <a:rPr lang="en-US" sz="2800" i="0" kern="1200" dirty="0" err="1">
              <a:solidFill>
                <a:schemeClr val="tx1"/>
              </a:solidFill>
              <a:latin typeface="Arial" panose="020B0604020202020204" pitchFamily="34" charset="0"/>
              <a:cs typeface="Arial" panose="020B0604020202020204" pitchFamily="34" charset="0"/>
            </a:rPr>
            <a:t>lợi</a:t>
          </a:r>
          <a:r>
            <a:rPr lang="en-US" sz="2800" i="0" kern="1200" dirty="0">
              <a:solidFill>
                <a:schemeClr val="tx1"/>
              </a:solidFill>
              <a:latin typeface="Arial" panose="020B0604020202020204" pitchFamily="34" charset="0"/>
              <a:cs typeface="Arial" panose="020B0604020202020204" pitchFamily="34" charset="0"/>
            </a:rPr>
            <a:t> </a:t>
          </a:r>
          <a:r>
            <a:rPr lang="en-US" sz="2800" i="0" kern="1200" dirty="0" err="1">
              <a:solidFill>
                <a:schemeClr val="tx1"/>
              </a:solidFill>
              <a:latin typeface="Arial" panose="020B0604020202020204" pitchFamily="34" charset="0"/>
              <a:cs typeface="Arial" panose="020B0604020202020204" pitchFamily="34" charset="0"/>
            </a:rPr>
            <a:t>ích</a:t>
          </a:r>
          <a:r>
            <a:rPr lang="en-US" sz="2800" i="0" kern="1200" dirty="0">
              <a:solidFill>
                <a:schemeClr val="tx1"/>
              </a:solidFill>
              <a:latin typeface="Arial" panose="020B0604020202020204" pitchFamily="34" charset="0"/>
              <a:cs typeface="Arial" panose="020B0604020202020204" pitchFamily="34" charset="0"/>
            </a:rPr>
            <a:t> </a:t>
          </a:r>
          <a:r>
            <a:rPr lang="en-US" sz="2800" i="0" kern="1200" dirty="0" err="1">
              <a:solidFill>
                <a:schemeClr val="tx1"/>
              </a:solidFill>
              <a:latin typeface="Arial" panose="020B0604020202020204" pitchFamily="34" charset="0"/>
              <a:cs typeface="Arial" panose="020B0604020202020204" pitchFamily="34" charset="0"/>
            </a:rPr>
            <a:t>chủ</a:t>
          </a:r>
          <a:r>
            <a:rPr lang="en-US" sz="2800" i="0" kern="1200" dirty="0">
              <a:solidFill>
                <a:schemeClr val="tx1"/>
              </a:solidFill>
              <a:latin typeface="Arial" panose="020B0604020202020204" pitchFamily="34" charset="0"/>
              <a:cs typeface="Arial" panose="020B0604020202020204" pitchFamily="34" charset="0"/>
            </a:rPr>
            <a:t> </a:t>
          </a:r>
          <a:r>
            <a:rPr lang="en-US" sz="2800" i="0" kern="1200" dirty="0" err="1">
              <a:solidFill>
                <a:schemeClr val="tx1"/>
              </a:solidFill>
              <a:latin typeface="Arial" panose="020B0604020202020204" pitchFamily="34" charset="0"/>
              <a:cs typeface="Arial" panose="020B0604020202020204" pitchFamily="34" charset="0"/>
            </a:rPr>
            <a:t>thể</a:t>
          </a:r>
          <a:r>
            <a:rPr lang="en-US" sz="2800" i="0" kern="1200" dirty="0">
              <a:solidFill>
                <a:schemeClr val="tx1"/>
              </a:solidFill>
              <a:latin typeface="Arial" panose="020B0604020202020204" pitchFamily="34" charset="0"/>
              <a:cs typeface="Arial" panose="020B0604020202020204" pitchFamily="34" charset="0"/>
            </a:rPr>
            <a:t> </a:t>
          </a:r>
          <a:r>
            <a:rPr lang="en-US" sz="2800" i="0" kern="1200" dirty="0" err="1">
              <a:solidFill>
                <a:schemeClr val="tx1"/>
              </a:solidFill>
              <a:latin typeface="Arial" panose="020B0604020202020204" pitchFamily="34" charset="0"/>
              <a:cs typeface="Arial" panose="020B0604020202020204" pitchFamily="34" charset="0"/>
            </a:rPr>
            <a:t>mong</a:t>
          </a:r>
          <a:r>
            <a:rPr lang="en-US" sz="2800" i="0" kern="1200" dirty="0">
              <a:solidFill>
                <a:schemeClr val="tx1"/>
              </a:solidFill>
              <a:latin typeface="Arial" panose="020B0604020202020204" pitchFamily="34" charset="0"/>
              <a:cs typeface="Arial" panose="020B0604020202020204" pitchFamily="34" charset="0"/>
            </a:rPr>
            <a:t> </a:t>
          </a:r>
          <a:r>
            <a:rPr lang="en-US" sz="2800" i="0" kern="1200" dirty="0" err="1">
              <a:solidFill>
                <a:schemeClr val="tx1"/>
              </a:solidFill>
              <a:latin typeface="Arial" panose="020B0604020202020204" pitchFamily="34" charset="0"/>
              <a:cs typeface="Arial" panose="020B0604020202020204" pitchFamily="34" charset="0"/>
            </a:rPr>
            <a:t>muốn</a:t>
          </a:r>
          <a:r>
            <a:rPr lang="en-US" sz="2800" i="0" kern="1200" dirty="0">
              <a:solidFill>
                <a:schemeClr val="tx1"/>
              </a:solidFill>
              <a:latin typeface="Arial" panose="020B0604020202020204" pitchFamily="34" charset="0"/>
              <a:cs typeface="Arial" panose="020B0604020202020204" pitchFamily="34" charset="0"/>
            </a:rPr>
            <a:t> </a:t>
          </a:r>
          <a:r>
            <a:rPr lang="en-US" sz="2800" i="0" kern="1200" dirty="0" err="1">
              <a:solidFill>
                <a:schemeClr val="tx1"/>
              </a:solidFill>
              <a:latin typeface="Arial" panose="020B0604020202020204" pitchFamily="34" charset="0"/>
              <a:cs typeface="Arial" panose="020B0604020202020204" pitchFamily="34" charset="0"/>
            </a:rPr>
            <a:t>đạt</a:t>
          </a:r>
          <a:r>
            <a:rPr lang="en-US" sz="2800" i="0" kern="1200" dirty="0">
              <a:solidFill>
                <a:schemeClr val="tx1"/>
              </a:solidFill>
              <a:latin typeface="Arial" panose="020B0604020202020204" pitchFamily="34" charset="0"/>
              <a:cs typeface="Arial" panose="020B0604020202020204" pitchFamily="34" charset="0"/>
            </a:rPr>
            <a:t> </a:t>
          </a:r>
          <a:r>
            <a:rPr lang="en-US" sz="2800" i="0" kern="1200" dirty="0" err="1">
              <a:solidFill>
                <a:schemeClr val="tx1"/>
              </a:solidFill>
              <a:latin typeface="Arial" panose="020B0604020202020204" pitchFamily="34" charset="0"/>
              <a:cs typeface="Arial" panose="020B0604020202020204" pitchFamily="34" charset="0"/>
            </a:rPr>
            <a:t>được</a:t>
          </a:r>
          <a:r>
            <a:rPr lang="en-US" sz="2800" i="0" kern="1200" dirty="0">
              <a:solidFill>
                <a:schemeClr val="tx1"/>
              </a:solidFill>
              <a:latin typeface="Arial" panose="020B0604020202020204" pitchFamily="34" charset="0"/>
              <a:cs typeface="Arial" panose="020B0604020202020204" pitchFamily="34" charset="0"/>
            </a:rPr>
            <a:t>)</a:t>
          </a:r>
          <a:endParaRPr lang="en-US" sz="2800" i="0" kern="1200" dirty="0">
            <a:solidFill>
              <a:srgbClr val="C00000"/>
            </a:solidFill>
            <a:latin typeface="Arial" panose="020B0604020202020204" pitchFamily="34" charset="0"/>
            <a:cs typeface="Arial" panose="020B0604020202020204" pitchFamily="34" charset="0"/>
          </a:endParaRPr>
        </a:p>
      </dsp:txBody>
      <dsp:txXfrm>
        <a:off x="1583703" y="1900444"/>
        <a:ext cx="7777691" cy="9502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354C70-C2B4-4E45-B75E-40137629D27C}">
      <dsp:nvSpPr>
        <dsp:cNvPr id="0" name=""/>
        <dsp:cNvSpPr/>
      </dsp:nvSpPr>
      <dsp:spPr>
        <a:xfrm>
          <a:off x="89870" y="909045"/>
          <a:ext cx="3152675" cy="1576337"/>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a:latin typeface="Arial" panose="020B0604020202020204" pitchFamily="34" charset="0"/>
              <a:cs typeface="Arial" panose="020B0604020202020204" pitchFamily="34" charset="0"/>
            </a:rPr>
            <a:t>Năng lực chủ thể</a:t>
          </a:r>
          <a:endParaRPr lang="en-US" sz="2800" b="1" kern="1200" dirty="0">
            <a:latin typeface="Arial" panose="020B0604020202020204" pitchFamily="34" charset="0"/>
            <a:cs typeface="Arial" panose="020B0604020202020204" pitchFamily="34" charset="0"/>
          </a:endParaRPr>
        </a:p>
      </dsp:txBody>
      <dsp:txXfrm>
        <a:off x="136039" y="955214"/>
        <a:ext cx="3060337" cy="1483999"/>
      </dsp:txXfrm>
    </dsp:sp>
    <dsp:sp modelId="{8D719091-E0B9-E147-9F69-33A25B3B4C45}">
      <dsp:nvSpPr>
        <dsp:cNvPr id="0" name=""/>
        <dsp:cNvSpPr/>
      </dsp:nvSpPr>
      <dsp:spPr>
        <a:xfrm rot="19457599">
          <a:off x="3096574" y="1202221"/>
          <a:ext cx="1553012" cy="83590"/>
        </a:xfrm>
        <a:custGeom>
          <a:avLst/>
          <a:gdLst/>
          <a:ahLst/>
          <a:cxnLst/>
          <a:rect l="0" t="0" r="0" b="0"/>
          <a:pathLst>
            <a:path>
              <a:moveTo>
                <a:pt x="0" y="41795"/>
              </a:moveTo>
              <a:lnTo>
                <a:pt x="1553012" y="4179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34255" y="1205191"/>
        <a:ext cx="77650" cy="77650"/>
      </dsp:txXfrm>
    </dsp:sp>
    <dsp:sp modelId="{0BF676BF-8905-7E4C-AE55-BB877E9688AF}">
      <dsp:nvSpPr>
        <dsp:cNvPr id="0" name=""/>
        <dsp:cNvSpPr/>
      </dsp:nvSpPr>
      <dsp:spPr>
        <a:xfrm>
          <a:off x="4503616" y="2650"/>
          <a:ext cx="6684113" cy="1576337"/>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0" i="1" kern="1200">
              <a:latin typeface="Arial" panose="020B0604020202020204" pitchFamily="34" charset="0"/>
              <a:cs typeface="Arial" panose="020B0604020202020204" pitchFamily="34" charset="0"/>
            </a:rPr>
            <a:t>Năng lực pháp luật</a:t>
          </a:r>
        </a:p>
        <a:p>
          <a:pPr marL="0" lvl="0" indent="0" algn="ctr" defTabSz="1244600">
            <a:lnSpc>
              <a:spcPct val="90000"/>
            </a:lnSpc>
            <a:spcBef>
              <a:spcPct val="0"/>
            </a:spcBef>
            <a:spcAft>
              <a:spcPct val="35000"/>
            </a:spcAft>
            <a:buNone/>
          </a:pPr>
          <a:r>
            <a:rPr lang="en-US" sz="2800" b="0" i="1" kern="1200">
              <a:latin typeface="Arial" panose="020B0604020202020204" pitchFamily="34" charset="0"/>
              <a:cs typeface="Arial" panose="020B0604020202020204" pitchFamily="34" charset="0"/>
            </a:rPr>
            <a:t>(</a:t>
          </a:r>
          <a:r>
            <a:rPr lang="en-US" sz="2000" b="0" i="1" kern="1200">
              <a:latin typeface="Arial" panose="020B0604020202020204" pitchFamily="34" charset="0"/>
              <a:cs typeface="Arial" panose="020B0604020202020204" pitchFamily="34" charset="0"/>
            </a:rPr>
            <a:t>là khả năng có quyền hoặc nghĩa vụ pháp lý mà Nhà nước quy định cho cac cá nhân, tổ chức nhất định)</a:t>
          </a:r>
          <a:endParaRPr lang="en-US" sz="2000" b="0" i="1" kern="1200" dirty="0">
            <a:latin typeface="Arial" panose="020B0604020202020204" pitchFamily="34" charset="0"/>
            <a:cs typeface="Arial" panose="020B0604020202020204" pitchFamily="34" charset="0"/>
          </a:endParaRPr>
        </a:p>
      </dsp:txBody>
      <dsp:txXfrm>
        <a:off x="4549785" y="48819"/>
        <a:ext cx="6591775" cy="1483999"/>
      </dsp:txXfrm>
    </dsp:sp>
    <dsp:sp modelId="{E9BE97FC-C2FD-4C40-A9C3-5A6265731970}">
      <dsp:nvSpPr>
        <dsp:cNvPr id="0" name=""/>
        <dsp:cNvSpPr/>
      </dsp:nvSpPr>
      <dsp:spPr>
        <a:xfrm rot="1919187">
          <a:off x="3124355" y="2067780"/>
          <a:ext cx="1556909" cy="83590"/>
        </a:xfrm>
        <a:custGeom>
          <a:avLst/>
          <a:gdLst/>
          <a:ahLst/>
          <a:cxnLst/>
          <a:rect l="0" t="0" r="0" b="0"/>
          <a:pathLst>
            <a:path>
              <a:moveTo>
                <a:pt x="0" y="41795"/>
              </a:moveTo>
              <a:lnTo>
                <a:pt x="1556909" y="4179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63888" y="2070653"/>
        <a:ext cx="77845" cy="77845"/>
      </dsp:txXfrm>
    </dsp:sp>
    <dsp:sp modelId="{931B3EA2-F11E-2648-869E-480026CF25FB}">
      <dsp:nvSpPr>
        <dsp:cNvPr id="0" name=""/>
        <dsp:cNvSpPr/>
      </dsp:nvSpPr>
      <dsp:spPr>
        <a:xfrm>
          <a:off x="4563075" y="1733769"/>
          <a:ext cx="6630076" cy="1576337"/>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i="1" kern="1200">
              <a:latin typeface="Arial" panose="020B0604020202020204" pitchFamily="34" charset="0"/>
              <a:cs typeface="Arial" panose="020B0604020202020204" pitchFamily="34" charset="0"/>
            </a:rPr>
            <a:t>Năng lực hành vi</a:t>
          </a:r>
        </a:p>
        <a:p>
          <a:pPr marL="0" lvl="0" indent="0" algn="ctr" defTabSz="1244600">
            <a:lnSpc>
              <a:spcPct val="90000"/>
            </a:lnSpc>
            <a:spcBef>
              <a:spcPct val="0"/>
            </a:spcBef>
            <a:spcAft>
              <a:spcPct val="35000"/>
            </a:spcAft>
            <a:buNone/>
          </a:pPr>
          <a:r>
            <a:rPr lang="en-US" sz="2000" i="1" kern="1200">
              <a:latin typeface="Arial" panose="020B0604020202020204" pitchFamily="34" charset="0"/>
              <a:cs typeface="Arial" panose="020B0604020202020204" pitchFamily="34" charset="0"/>
            </a:rPr>
            <a:t>(là khả năng mà Nhà nước thừa nhận cho các cá nhân, tổ chức bằng hành vi của chính bản thân mình có thể xác lập và thực hiện các quyền và nghĩa vụ pháp lý)</a:t>
          </a:r>
          <a:endParaRPr lang="en-US" sz="2000" i="1" kern="1200" dirty="0">
            <a:latin typeface="Arial" panose="020B0604020202020204" pitchFamily="34" charset="0"/>
            <a:cs typeface="Arial" panose="020B0604020202020204" pitchFamily="34" charset="0"/>
          </a:endParaRPr>
        </a:p>
      </dsp:txBody>
      <dsp:txXfrm>
        <a:off x="4609244" y="1779938"/>
        <a:ext cx="6537738" cy="14839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FEFE77-C4BF-224B-9038-39F9AB7F63B3}">
      <dsp:nvSpPr>
        <dsp:cNvPr id="0" name=""/>
        <dsp:cNvSpPr/>
      </dsp:nvSpPr>
      <dsp:spPr>
        <a:xfrm>
          <a:off x="5281953" y="474006"/>
          <a:ext cx="4103351" cy="357909"/>
        </a:xfrm>
        <a:custGeom>
          <a:avLst/>
          <a:gdLst/>
          <a:ahLst/>
          <a:cxnLst/>
          <a:rect l="0" t="0" r="0" b="0"/>
          <a:pathLst>
            <a:path>
              <a:moveTo>
                <a:pt x="0" y="0"/>
              </a:moveTo>
              <a:lnTo>
                <a:pt x="0" y="274970"/>
              </a:lnTo>
              <a:lnTo>
                <a:pt x="4103351" y="274970"/>
              </a:lnTo>
              <a:lnTo>
                <a:pt x="4103351" y="35790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D444177-5132-0641-A6D0-39E2ABDF8FE5}">
      <dsp:nvSpPr>
        <dsp:cNvPr id="0" name=""/>
        <dsp:cNvSpPr/>
      </dsp:nvSpPr>
      <dsp:spPr>
        <a:xfrm>
          <a:off x="6815794" y="1624629"/>
          <a:ext cx="1367805" cy="260380"/>
        </a:xfrm>
        <a:custGeom>
          <a:avLst/>
          <a:gdLst/>
          <a:ahLst/>
          <a:cxnLst/>
          <a:rect l="0" t="0" r="0" b="0"/>
          <a:pathLst>
            <a:path>
              <a:moveTo>
                <a:pt x="0" y="0"/>
              </a:moveTo>
              <a:lnTo>
                <a:pt x="0" y="177441"/>
              </a:lnTo>
              <a:lnTo>
                <a:pt x="1367805" y="177441"/>
              </a:lnTo>
              <a:lnTo>
                <a:pt x="1367805" y="2603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584DCF-A77C-214D-B7DA-956B519DC80C}">
      <dsp:nvSpPr>
        <dsp:cNvPr id="0" name=""/>
        <dsp:cNvSpPr/>
      </dsp:nvSpPr>
      <dsp:spPr>
        <a:xfrm>
          <a:off x="5447988" y="2453520"/>
          <a:ext cx="1641367" cy="260380"/>
        </a:xfrm>
        <a:custGeom>
          <a:avLst/>
          <a:gdLst/>
          <a:ahLst/>
          <a:cxnLst/>
          <a:rect l="0" t="0" r="0" b="0"/>
          <a:pathLst>
            <a:path>
              <a:moveTo>
                <a:pt x="0" y="0"/>
              </a:moveTo>
              <a:lnTo>
                <a:pt x="0" y="177441"/>
              </a:lnTo>
              <a:lnTo>
                <a:pt x="1641367" y="177441"/>
              </a:lnTo>
              <a:lnTo>
                <a:pt x="1641367" y="2603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2C580BD-08AC-C344-9D46-0051A3F6F321}">
      <dsp:nvSpPr>
        <dsp:cNvPr id="0" name=""/>
        <dsp:cNvSpPr/>
      </dsp:nvSpPr>
      <dsp:spPr>
        <a:xfrm>
          <a:off x="5447988" y="2453520"/>
          <a:ext cx="547122" cy="260380"/>
        </a:xfrm>
        <a:custGeom>
          <a:avLst/>
          <a:gdLst/>
          <a:ahLst/>
          <a:cxnLst/>
          <a:rect l="0" t="0" r="0" b="0"/>
          <a:pathLst>
            <a:path>
              <a:moveTo>
                <a:pt x="0" y="0"/>
              </a:moveTo>
              <a:lnTo>
                <a:pt x="0" y="177441"/>
              </a:lnTo>
              <a:lnTo>
                <a:pt x="547122" y="177441"/>
              </a:lnTo>
              <a:lnTo>
                <a:pt x="547122" y="2603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58C59D-4326-D340-9E44-89EFCCF70C48}">
      <dsp:nvSpPr>
        <dsp:cNvPr id="0" name=""/>
        <dsp:cNvSpPr/>
      </dsp:nvSpPr>
      <dsp:spPr>
        <a:xfrm>
          <a:off x="4900866" y="2453520"/>
          <a:ext cx="547122" cy="260380"/>
        </a:xfrm>
        <a:custGeom>
          <a:avLst/>
          <a:gdLst/>
          <a:ahLst/>
          <a:cxnLst/>
          <a:rect l="0" t="0" r="0" b="0"/>
          <a:pathLst>
            <a:path>
              <a:moveTo>
                <a:pt x="547122" y="0"/>
              </a:moveTo>
              <a:lnTo>
                <a:pt x="547122" y="177441"/>
              </a:lnTo>
              <a:lnTo>
                <a:pt x="0" y="177441"/>
              </a:lnTo>
              <a:lnTo>
                <a:pt x="0" y="2603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33E21C-B157-FF44-B2AE-6194F8C6267F}">
      <dsp:nvSpPr>
        <dsp:cNvPr id="0" name=""/>
        <dsp:cNvSpPr/>
      </dsp:nvSpPr>
      <dsp:spPr>
        <a:xfrm>
          <a:off x="3806621" y="2453520"/>
          <a:ext cx="1641367" cy="260380"/>
        </a:xfrm>
        <a:custGeom>
          <a:avLst/>
          <a:gdLst/>
          <a:ahLst/>
          <a:cxnLst/>
          <a:rect l="0" t="0" r="0" b="0"/>
          <a:pathLst>
            <a:path>
              <a:moveTo>
                <a:pt x="1641367" y="0"/>
              </a:moveTo>
              <a:lnTo>
                <a:pt x="1641367" y="177441"/>
              </a:lnTo>
              <a:lnTo>
                <a:pt x="0" y="177441"/>
              </a:lnTo>
              <a:lnTo>
                <a:pt x="0" y="2603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9904F4-92FA-2446-A4A5-26078E58695C}">
      <dsp:nvSpPr>
        <dsp:cNvPr id="0" name=""/>
        <dsp:cNvSpPr/>
      </dsp:nvSpPr>
      <dsp:spPr>
        <a:xfrm>
          <a:off x="5447988" y="1624629"/>
          <a:ext cx="1367805" cy="260380"/>
        </a:xfrm>
        <a:custGeom>
          <a:avLst/>
          <a:gdLst/>
          <a:ahLst/>
          <a:cxnLst/>
          <a:rect l="0" t="0" r="0" b="0"/>
          <a:pathLst>
            <a:path>
              <a:moveTo>
                <a:pt x="1367805" y="0"/>
              </a:moveTo>
              <a:lnTo>
                <a:pt x="1367805" y="177441"/>
              </a:lnTo>
              <a:lnTo>
                <a:pt x="0" y="177441"/>
              </a:lnTo>
              <a:lnTo>
                <a:pt x="0" y="2603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9A5123-6485-BD43-993C-026A6DC127B3}">
      <dsp:nvSpPr>
        <dsp:cNvPr id="0" name=""/>
        <dsp:cNvSpPr/>
      </dsp:nvSpPr>
      <dsp:spPr>
        <a:xfrm>
          <a:off x="5281953" y="474006"/>
          <a:ext cx="1533841" cy="357909"/>
        </a:xfrm>
        <a:custGeom>
          <a:avLst/>
          <a:gdLst/>
          <a:ahLst/>
          <a:cxnLst/>
          <a:rect l="0" t="0" r="0" b="0"/>
          <a:pathLst>
            <a:path>
              <a:moveTo>
                <a:pt x="0" y="0"/>
              </a:moveTo>
              <a:lnTo>
                <a:pt x="0" y="274970"/>
              </a:lnTo>
              <a:lnTo>
                <a:pt x="1533841" y="274970"/>
              </a:lnTo>
              <a:lnTo>
                <a:pt x="1533841" y="35790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FA0697-49F6-5943-A396-4C87CC877555}">
      <dsp:nvSpPr>
        <dsp:cNvPr id="0" name=""/>
        <dsp:cNvSpPr/>
      </dsp:nvSpPr>
      <dsp:spPr>
        <a:xfrm>
          <a:off x="1618132" y="1535260"/>
          <a:ext cx="1057197" cy="476277"/>
        </a:xfrm>
        <a:custGeom>
          <a:avLst/>
          <a:gdLst/>
          <a:ahLst/>
          <a:cxnLst/>
          <a:rect l="0" t="0" r="0" b="0"/>
          <a:pathLst>
            <a:path>
              <a:moveTo>
                <a:pt x="0" y="0"/>
              </a:moveTo>
              <a:lnTo>
                <a:pt x="0" y="393339"/>
              </a:lnTo>
              <a:lnTo>
                <a:pt x="1057197" y="393339"/>
              </a:lnTo>
              <a:lnTo>
                <a:pt x="1057197" y="47627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4FB961-B0E9-E642-8C93-65F6948667EA}">
      <dsp:nvSpPr>
        <dsp:cNvPr id="0" name=""/>
        <dsp:cNvSpPr/>
      </dsp:nvSpPr>
      <dsp:spPr>
        <a:xfrm>
          <a:off x="1550907" y="1535260"/>
          <a:ext cx="91440" cy="476277"/>
        </a:xfrm>
        <a:custGeom>
          <a:avLst/>
          <a:gdLst/>
          <a:ahLst/>
          <a:cxnLst/>
          <a:rect l="0" t="0" r="0" b="0"/>
          <a:pathLst>
            <a:path>
              <a:moveTo>
                <a:pt x="67224" y="0"/>
              </a:moveTo>
              <a:lnTo>
                <a:pt x="67224" y="393339"/>
              </a:lnTo>
              <a:lnTo>
                <a:pt x="45720" y="393339"/>
              </a:lnTo>
              <a:lnTo>
                <a:pt x="45720" y="47627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9BD5F6-F3F1-FD49-8121-BF198AD5AFCE}">
      <dsp:nvSpPr>
        <dsp:cNvPr id="0" name=""/>
        <dsp:cNvSpPr/>
      </dsp:nvSpPr>
      <dsp:spPr>
        <a:xfrm>
          <a:off x="517933" y="1535260"/>
          <a:ext cx="1100198" cy="476277"/>
        </a:xfrm>
        <a:custGeom>
          <a:avLst/>
          <a:gdLst/>
          <a:ahLst/>
          <a:cxnLst/>
          <a:rect l="0" t="0" r="0" b="0"/>
          <a:pathLst>
            <a:path>
              <a:moveTo>
                <a:pt x="1100198" y="0"/>
              </a:moveTo>
              <a:lnTo>
                <a:pt x="1100198" y="393339"/>
              </a:lnTo>
              <a:lnTo>
                <a:pt x="0" y="393339"/>
              </a:lnTo>
              <a:lnTo>
                <a:pt x="0" y="47627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1E30E4-7EE3-1045-9B73-19C5DD960189}">
      <dsp:nvSpPr>
        <dsp:cNvPr id="0" name=""/>
        <dsp:cNvSpPr/>
      </dsp:nvSpPr>
      <dsp:spPr>
        <a:xfrm>
          <a:off x="1618132" y="474006"/>
          <a:ext cx="3663821" cy="357909"/>
        </a:xfrm>
        <a:custGeom>
          <a:avLst/>
          <a:gdLst/>
          <a:ahLst/>
          <a:cxnLst/>
          <a:rect l="0" t="0" r="0" b="0"/>
          <a:pathLst>
            <a:path>
              <a:moveTo>
                <a:pt x="3663821" y="0"/>
              </a:moveTo>
              <a:lnTo>
                <a:pt x="3663821" y="274970"/>
              </a:lnTo>
              <a:lnTo>
                <a:pt x="0" y="274970"/>
              </a:lnTo>
              <a:lnTo>
                <a:pt x="0" y="35790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83227B-5CF6-E04D-8302-7A48BAE2C72F}">
      <dsp:nvSpPr>
        <dsp:cNvPr id="0" name=""/>
        <dsp:cNvSpPr/>
      </dsp:nvSpPr>
      <dsp:spPr>
        <a:xfrm>
          <a:off x="3481692" y="-94502"/>
          <a:ext cx="3600520" cy="5685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5D9793-8C82-524D-A70C-20BA3C768EC2}">
      <dsp:nvSpPr>
        <dsp:cNvPr id="0" name=""/>
        <dsp:cNvSpPr/>
      </dsp:nvSpPr>
      <dsp:spPr>
        <a:xfrm>
          <a:off x="3581169" y="0"/>
          <a:ext cx="3600520" cy="56850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err="1">
              <a:solidFill>
                <a:srgbClr val="C00000"/>
              </a:solidFill>
              <a:latin typeface="Arial" panose="020B0604020202020204" pitchFamily="34" charset="0"/>
              <a:cs typeface="Arial" panose="020B0604020202020204" pitchFamily="34" charset="0"/>
            </a:rPr>
            <a:t>Các</a:t>
          </a:r>
          <a:r>
            <a:rPr lang="en-US" sz="2400" kern="1200" dirty="0">
              <a:solidFill>
                <a:srgbClr val="C00000"/>
              </a:solidFill>
              <a:latin typeface="Arial" panose="020B0604020202020204" pitchFamily="34" charset="0"/>
              <a:cs typeface="Arial" panose="020B0604020202020204" pitchFamily="34" charset="0"/>
            </a:rPr>
            <a:t> </a:t>
          </a:r>
          <a:r>
            <a:rPr lang="en-US" sz="2400" kern="1200" dirty="0" err="1">
              <a:solidFill>
                <a:srgbClr val="C00000"/>
              </a:solidFill>
              <a:latin typeface="Arial" panose="020B0604020202020204" pitchFamily="34" charset="0"/>
              <a:cs typeface="Arial" panose="020B0604020202020204" pitchFamily="34" charset="0"/>
            </a:rPr>
            <a:t>loại</a:t>
          </a:r>
          <a:r>
            <a:rPr lang="en-US" sz="2400" kern="1200" dirty="0">
              <a:solidFill>
                <a:srgbClr val="C00000"/>
              </a:solidFill>
              <a:latin typeface="Arial" panose="020B0604020202020204" pitchFamily="34" charset="0"/>
              <a:cs typeface="Arial" panose="020B0604020202020204" pitchFamily="34" charset="0"/>
            </a:rPr>
            <a:t> </a:t>
          </a:r>
          <a:r>
            <a:rPr lang="en-US" sz="2400" kern="1200" dirty="0" err="1">
              <a:solidFill>
                <a:srgbClr val="C00000"/>
              </a:solidFill>
              <a:latin typeface="Arial" panose="020B0604020202020204" pitchFamily="34" charset="0"/>
              <a:cs typeface="Arial" panose="020B0604020202020204" pitchFamily="34" charset="0"/>
            </a:rPr>
            <a:t>chủ</a:t>
          </a:r>
          <a:r>
            <a:rPr lang="en-US" sz="2400" kern="1200" dirty="0">
              <a:solidFill>
                <a:srgbClr val="C00000"/>
              </a:solidFill>
              <a:latin typeface="Arial" panose="020B0604020202020204" pitchFamily="34" charset="0"/>
              <a:cs typeface="Arial" panose="020B0604020202020204" pitchFamily="34" charset="0"/>
            </a:rPr>
            <a:t> </a:t>
          </a:r>
          <a:r>
            <a:rPr lang="en-US" sz="2400" kern="1200" dirty="0" err="1">
              <a:solidFill>
                <a:srgbClr val="C00000"/>
              </a:solidFill>
              <a:latin typeface="Arial" panose="020B0604020202020204" pitchFamily="34" charset="0"/>
              <a:cs typeface="Arial" panose="020B0604020202020204" pitchFamily="34" charset="0"/>
            </a:rPr>
            <a:t>thể</a:t>
          </a:r>
          <a:r>
            <a:rPr lang="en-US" sz="2400" kern="1200" dirty="0">
              <a:solidFill>
                <a:srgbClr val="C00000"/>
              </a:solidFill>
              <a:latin typeface="Arial" panose="020B0604020202020204" pitchFamily="34" charset="0"/>
              <a:cs typeface="Arial" panose="020B0604020202020204" pitchFamily="34" charset="0"/>
            </a:rPr>
            <a:t> QHPL </a:t>
          </a:r>
          <a:r>
            <a:rPr lang="en-US" sz="2400" kern="1200" dirty="0" err="1">
              <a:solidFill>
                <a:srgbClr val="C00000"/>
              </a:solidFill>
              <a:latin typeface="Arial" panose="020B0604020202020204" pitchFamily="34" charset="0"/>
              <a:cs typeface="Arial" panose="020B0604020202020204" pitchFamily="34" charset="0"/>
            </a:rPr>
            <a:t>ở</a:t>
          </a:r>
          <a:r>
            <a:rPr lang="en-US" sz="2400" kern="1200" dirty="0">
              <a:solidFill>
                <a:srgbClr val="C00000"/>
              </a:solidFill>
              <a:latin typeface="Arial" panose="020B0604020202020204" pitchFamily="34" charset="0"/>
              <a:cs typeface="Arial" panose="020B0604020202020204" pitchFamily="34" charset="0"/>
            </a:rPr>
            <a:t> VN</a:t>
          </a:r>
        </a:p>
      </dsp:txBody>
      <dsp:txXfrm>
        <a:off x="3597820" y="16651"/>
        <a:ext cx="3567218" cy="535207"/>
      </dsp:txXfrm>
    </dsp:sp>
    <dsp:sp modelId="{F5A21039-CACF-1C46-B64E-F33AF5F175AE}">
      <dsp:nvSpPr>
        <dsp:cNvPr id="0" name=""/>
        <dsp:cNvSpPr/>
      </dsp:nvSpPr>
      <dsp:spPr>
        <a:xfrm>
          <a:off x="433872" y="831916"/>
          <a:ext cx="2368519" cy="70334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2147E6-7545-614E-9185-030C4702DEC2}">
      <dsp:nvSpPr>
        <dsp:cNvPr id="0" name=""/>
        <dsp:cNvSpPr/>
      </dsp:nvSpPr>
      <dsp:spPr>
        <a:xfrm>
          <a:off x="533349" y="926419"/>
          <a:ext cx="2368519" cy="70334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err="1">
              <a:solidFill>
                <a:srgbClr val="C00000"/>
              </a:solidFill>
              <a:latin typeface="Arial" panose="020B0604020202020204" pitchFamily="34" charset="0"/>
              <a:cs typeface="Arial" panose="020B0604020202020204" pitchFamily="34" charset="0"/>
            </a:rPr>
            <a:t>Cá</a:t>
          </a:r>
          <a:r>
            <a:rPr lang="en-US" sz="2000" kern="1200" dirty="0">
              <a:solidFill>
                <a:srgbClr val="C00000"/>
              </a:solidFill>
              <a:latin typeface="Arial" panose="020B0604020202020204" pitchFamily="34" charset="0"/>
              <a:cs typeface="Arial" panose="020B0604020202020204" pitchFamily="34" charset="0"/>
            </a:rPr>
            <a:t> </a:t>
          </a:r>
          <a:r>
            <a:rPr lang="en-US" sz="2000" kern="1200" dirty="0" err="1">
              <a:solidFill>
                <a:srgbClr val="C00000"/>
              </a:solidFill>
              <a:latin typeface="Arial" panose="020B0604020202020204" pitchFamily="34" charset="0"/>
              <a:cs typeface="Arial" panose="020B0604020202020204" pitchFamily="34" charset="0"/>
            </a:rPr>
            <a:t>nhân</a:t>
          </a:r>
          <a:endParaRPr lang="en-US" sz="2000" kern="1200" dirty="0">
            <a:solidFill>
              <a:srgbClr val="C00000"/>
            </a:solidFill>
            <a:latin typeface="Arial" panose="020B0604020202020204" pitchFamily="34" charset="0"/>
            <a:cs typeface="Arial" panose="020B0604020202020204" pitchFamily="34" charset="0"/>
          </a:endParaRPr>
        </a:p>
        <a:p>
          <a:pPr marL="0" lvl="0" indent="0" algn="ctr" defTabSz="889000">
            <a:lnSpc>
              <a:spcPct val="90000"/>
            </a:lnSpc>
            <a:spcBef>
              <a:spcPct val="0"/>
            </a:spcBef>
            <a:spcAft>
              <a:spcPct val="35000"/>
            </a:spcAft>
            <a:buNone/>
          </a:pPr>
          <a:r>
            <a:rPr lang="en-US" sz="1400" kern="1200" dirty="0">
              <a:solidFill>
                <a:schemeClr val="tx1"/>
              </a:solidFill>
              <a:latin typeface="Arial" panose="020B0604020202020204" pitchFamily="34" charset="0"/>
              <a:cs typeface="Arial" panose="020B0604020202020204" pitchFamily="34" charset="0"/>
            </a:rPr>
            <a:t>(</a:t>
          </a:r>
          <a:r>
            <a:rPr lang="en-US" sz="1400" kern="1200" dirty="0" err="1">
              <a:solidFill>
                <a:schemeClr val="tx1"/>
              </a:solidFill>
              <a:latin typeface="Arial" panose="020B0604020202020204" pitchFamily="34" charset="0"/>
              <a:cs typeface="Arial" panose="020B0604020202020204" pitchFamily="34" charset="0"/>
            </a:rPr>
            <a:t>phải</a:t>
          </a:r>
          <a:r>
            <a:rPr lang="en-US" sz="1400" kern="1200" dirty="0">
              <a:solidFill>
                <a:schemeClr val="tx1"/>
              </a:solidFill>
              <a:latin typeface="Arial" panose="020B0604020202020204" pitchFamily="34" charset="0"/>
              <a:cs typeface="Arial" panose="020B0604020202020204" pitchFamily="34" charset="0"/>
            </a:rPr>
            <a:t> </a:t>
          </a:r>
          <a:r>
            <a:rPr lang="en-US" sz="1400" kern="1200" dirty="0" err="1">
              <a:solidFill>
                <a:schemeClr val="tx1"/>
              </a:solidFill>
              <a:latin typeface="Arial" panose="020B0604020202020204" pitchFamily="34" charset="0"/>
              <a:cs typeface="Arial" panose="020B0604020202020204" pitchFamily="34" charset="0"/>
            </a:rPr>
            <a:t>có</a:t>
          </a:r>
          <a:r>
            <a:rPr lang="en-US" sz="1400" kern="1200" dirty="0">
              <a:solidFill>
                <a:schemeClr val="tx1"/>
              </a:solidFill>
              <a:latin typeface="Arial" panose="020B0604020202020204" pitchFamily="34" charset="0"/>
              <a:cs typeface="Arial" panose="020B0604020202020204" pitchFamily="34" charset="0"/>
            </a:rPr>
            <a:t> </a:t>
          </a:r>
          <a:r>
            <a:rPr lang="en-US" sz="1400" kern="1200" dirty="0" err="1">
              <a:solidFill>
                <a:schemeClr val="tx1"/>
              </a:solidFill>
              <a:latin typeface="Arial" panose="020B0604020202020204" pitchFamily="34" charset="0"/>
              <a:cs typeface="Arial" panose="020B0604020202020204" pitchFamily="34" charset="0"/>
            </a:rPr>
            <a:t>năng</a:t>
          </a:r>
          <a:r>
            <a:rPr lang="en-US" sz="1400" kern="1200" dirty="0">
              <a:solidFill>
                <a:schemeClr val="tx1"/>
              </a:solidFill>
              <a:latin typeface="Arial" panose="020B0604020202020204" pitchFamily="34" charset="0"/>
              <a:cs typeface="Arial" panose="020B0604020202020204" pitchFamily="34" charset="0"/>
            </a:rPr>
            <a:t> </a:t>
          </a:r>
          <a:r>
            <a:rPr lang="en-US" sz="1400" kern="1200" dirty="0" err="1">
              <a:solidFill>
                <a:schemeClr val="tx1"/>
              </a:solidFill>
              <a:latin typeface="Arial" panose="020B0604020202020204" pitchFamily="34" charset="0"/>
              <a:cs typeface="Arial" panose="020B0604020202020204" pitchFamily="34" charset="0"/>
            </a:rPr>
            <a:t>lực</a:t>
          </a:r>
          <a:r>
            <a:rPr lang="en-US" sz="1400" kern="1200" dirty="0">
              <a:solidFill>
                <a:schemeClr val="tx1"/>
              </a:solidFill>
              <a:latin typeface="Arial" panose="020B0604020202020204" pitchFamily="34" charset="0"/>
              <a:cs typeface="Arial" panose="020B0604020202020204" pitchFamily="34" charset="0"/>
            </a:rPr>
            <a:t> </a:t>
          </a:r>
          <a:r>
            <a:rPr lang="en-US" sz="1400" kern="1200" dirty="0" err="1">
              <a:solidFill>
                <a:schemeClr val="tx1"/>
              </a:solidFill>
              <a:latin typeface="Arial" panose="020B0604020202020204" pitchFamily="34" charset="0"/>
              <a:cs typeface="Arial" panose="020B0604020202020204" pitchFamily="34" charset="0"/>
            </a:rPr>
            <a:t>chủ</a:t>
          </a:r>
          <a:r>
            <a:rPr lang="en-US" sz="1400" kern="1200" dirty="0">
              <a:solidFill>
                <a:schemeClr val="tx1"/>
              </a:solidFill>
              <a:latin typeface="Arial" panose="020B0604020202020204" pitchFamily="34" charset="0"/>
              <a:cs typeface="Arial" panose="020B0604020202020204" pitchFamily="34" charset="0"/>
            </a:rPr>
            <a:t> </a:t>
          </a:r>
          <a:r>
            <a:rPr lang="en-US" sz="1400" kern="1200" dirty="0" err="1">
              <a:solidFill>
                <a:schemeClr val="tx1"/>
              </a:solidFill>
              <a:latin typeface="Arial" panose="020B0604020202020204" pitchFamily="34" charset="0"/>
              <a:cs typeface="Arial" panose="020B0604020202020204" pitchFamily="34" charset="0"/>
            </a:rPr>
            <a:t>thể</a:t>
          </a:r>
          <a:r>
            <a:rPr lang="en-US" sz="1400" kern="1200" dirty="0">
              <a:solidFill>
                <a:schemeClr val="tx1"/>
              </a:solidFill>
              <a:latin typeface="Arial" panose="020B0604020202020204" pitchFamily="34" charset="0"/>
              <a:cs typeface="Arial" panose="020B0604020202020204" pitchFamily="34" charset="0"/>
            </a:rPr>
            <a:t>)</a:t>
          </a:r>
        </a:p>
      </dsp:txBody>
      <dsp:txXfrm>
        <a:off x="553949" y="947019"/>
        <a:ext cx="2327319" cy="662143"/>
      </dsp:txXfrm>
    </dsp:sp>
    <dsp:sp modelId="{2B0EB43C-1317-AA4A-BB8A-1015778D7A09}">
      <dsp:nvSpPr>
        <dsp:cNvPr id="0" name=""/>
        <dsp:cNvSpPr/>
      </dsp:nvSpPr>
      <dsp:spPr>
        <a:xfrm>
          <a:off x="70288" y="2011537"/>
          <a:ext cx="895291" cy="5685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6DBED0-CC83-9F49-BB00-08E960BE39D2}">
      <dsp:nvSpPr>
        <dsp:cNvPr id="0" name=""/>
        <dsp:cNvSpPr/>
      </dsp:nvSpPr>
      <dsp:spPr>
        <a:xfrm>
          <a:off x="169764" y="2106040"/>
          <a:ext cx="895291" cy="56850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err="1">
              <a:latin typeface="Arial" panose="020B0604020202020204" pitchFamily="34" charset="0"/>
              <a:cs typeface="Arial" panose="020B0604020202020204" pitchFamily="34" charset="0"/>
            </a:rPr>
            <a:t>Công</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dân</a:t>
          </a:r>
          <a:endParaRPr lang="en-US" sz="1400" kern="1200" dirty="0">
            <a:latin typeface="Arial" panose="020B0604020202020204" pitchFamily="34" charset="0"/>
            <a:cs typeface="Arial" panose="020B0604020202020204" pitchFamily="34" charset="0"/>
          </a:endParaRPr>
        </a:p>
      </dsp:txBody>
      <dsp:txXfrm>
        <a:off x="186415" y="2122691"/>
        <a:ext cx="861989" cy="535207"/>
      </dsp:txXfrm>
    </dsp:sp>
    <dsp:sp modelId="{77746976-EAD3-334C-BB3C-BE0E4B17A0CC}">
      <dsp:nvSpPr>
        <dsp:cNvPr id="0" name=""/>
        <dsp:cNvSpPr/>
      </dsp:nvSpPr>
      <dsp:spPr>
        <a:xfrm>
          <a:off x="1148981" y="2011537"/>
          <a:ext cx="895291" cy="16720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ABE667-2B33-6B44-804B-EF645D364140}">
      <dsp:nvSpPr>
        <dsp:cNvPr id="0" name=""/>
        <dsp:cNvSpPr/>
      </dsp:nvSpPr>
      <dsp:spPr>
        <a:xfrm>
          <a:off x="1248458" y="2106040"/>
          <a:ext cx="895291" cy="16720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err="1">
              <a:latin typeface="Arial" panose="020B0604020202020204" pitchFamily="34" charset="0"/>
              <a:cs typeface="Arial" panose="020B0604020202020204" pitchFamily="34" charset="0"/>
            </a:rPr>
            <a:t>Người</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nước</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ngoài</a:t>
          </a:r>
          <a:endParaRPr lang="en-US" sz="1400" kern="1200" dirty="0">
            <a:latin typeface="Arial" panose="020B0604020202020204" pitchFamily="34" charset="0"/>
            <a:cs typeface="Arial" panose="020B0604020202020204" pitchFamily="34" charset="0"/>
          </a:endParaRPr>
        </a:p>
      </dsp:txBody>
      <dsp:txXfrm>
        <a:off x="1274680" y="2132262"/>
        <a:ext cx="842847" cy="1619577"/>
      </dsp:txXfrm>
    </dsp:sp>
    <dsp:sp modelId="{B686445B-33DC-BD4A-BB9D-0A3A676B0771}">
      <dsp:nvSpPr>
        <dsp:cNvPr id="0" name=""/>
        <dsp:cNvSpPr/>
      </dsp:nvSpPr>
      <dsp:spPr>
        <a:xfrm>
          <a:off x="2227684" y="2011537"/>
          <a:ext cx="895291" cy="16720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E6A6F4-7B0E-4742-A112-BB5E65CD78F3}">
      <dsp:nvSpPr>
        <dsp:cNvPr id="0" name=""/>
        <dsp:cNvSpPr/>
      </dsp:nvSpPr>
      <dsp:spPr>
        <a:xfrm>
          <a:off x="2327160" y="2106040"/>
          <a:ext cx="895291" cy="16720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err="1">
              <a:latin typeface="Arial" panose="020B0604020202020204" pitchFamily="34" charset="0"/>
              <a:cs typeface="Arial" panose="020B0604020202020204" pitchFamily="34" charset="0"/>
            </a:rPr>
            <a:t>Người</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không</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quốc</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tịch</a:t>
          </a:r>
          <a:endParaRPr lang="en-US" sz="1400" kern="1200" dirty="0">
            <a:latin typeface="Arial" panose="020B0604020202020204" pitchFamily="34" charset="0"/>
            <a:cs typeface="Arial" panose="020B0604020202020204" pitchFamily="34" charset="0"/>
          </a:endParaRPr>
        </a:p>
      </dsp:txBody>
      <dsp:txXfrm>
        <a:off x="2353382" y="2132262"/>
        <a:ext cx="842847" cy="1619577"/>
      </dsp:txXfrm>
    </dsp:sp>
    <dsp:sp modelId="{409325F0-37CA-6B47-802F-6A5754C08A8A}">
      <dsp:nvSpPr>
        <dsp:cNvPr id="0" name=""/>
        <dsp:cNvSpPr/>
      </dsp:nvSpPr>
      <dsp:spPr>
        <a:xfrm>
          <a:off x="5550627" y="831916"/>
          <a:ext cx="2530334" cy="79271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4B2559-E3A1-F748-A629-D48A9D3A9B8E}">
      <dsp:nvSpPr>
        <dsp:cNvPr id="0" name=""/>
        <dsp:cNvSpPr/>
      </dsp:nvSpPr>
      <dsp:spPr>
        <a:xfrm>
          <a:off x="5650103" y="926419"/>
          <a:ext cx="2530334" cy="79271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err="1">
              <a:solidFill>
                <a:srgbClr val="C00000"/>
              </a:solidFill>
              <a:latin typeface="Arial" panose="020B0604020202020204" pitchFamily="34" charset="0"/>
              <a:cs typeface="Arial" panose="020B0604020202020204" pitchFamily="34" charset="0"/>
            </a:rPr>
            <a:t>Tổ</a:t>
          </a:r>
          <a:r>
            <a:rPr lang="en-US" sz="2000" kern="1200" dirty="0">
              <a:solidFill>
                <a:srgbClr val="C00000"/>
              </a:solidFill>
              <a:latin typeface="Arial" panose="020B0604020202020204" pitchFamily="34" charset="0"/>
              <a:cs typeface="Arial" panose="020B0604020202020204" pitchFamily="34" charset="0"/>
            </a:rPr>
            <a:t> </a:t>
          </a:r>
          <a:r>
            <a:rPr lang="en-US" sz="2000" kern="1200" dirty="0" err="1">
              <a:solidFill>
                <a:srgbClr val="C00000"/>
              </a:solidFill>
              <a:latin typeface="Arial" panose="020B0604020202020204" pitchFamily="34" charset="0"/>
              <a:cs typeface="Arial" panose="020B0604020202020204" pitchFamily="34" charset="0"/>
            </a:rPr>
            <a:t>chức</a:t>
          </a:r>
          <a:endParaRPr lang="en-US" sz="2000" kern="1200" dirty="0">
            <a:solidFill>
              <a:srgbClr val="C00000"/>
            </a:solidFill>
            <a:latin typeface="Arial" panose="020B0604020202020204" pitchFamily="34" charset="0"/>
            <a:cs typeface="Arial" panose="020B0604020202020204" pitchFamily="34" charset="0"/>
          </a:endParaRPr>
        </a:p>
        <a:p>
          <a:pPr marL="0" lvl="0" indent="0" algn="ctr" defTabSz="889000">
            <a:lnSpc>
              <a:spcPct val="90000"/>
            </a:lnSpc>
            <a:spcBef>
              <a:spcPct val="0"/>
            </a:spcBef>
            <a:spcAft>
              <a:spcPct val="35000"/>
            </a:spcAft>
            <a:buNone/>
          </a:pPr>
          <a:endParaRPr lang="en-US" sz="1100" kern="1200" dirty="0"/>
        </a:p>
      </dsp:txBody>
      <dsp:txXfrm>
        <a:off x="5673321" y="949637"/>
        <a:ext cx="2483898" cy="746277"/>
      </dsp:txXfrm>
    </dsp:sp>
    <dsp:sp modelId="{ECC2BB1F-7C3B-7846-9697-13944E01711F}">
      <dsp:nvSpPr>
        <dsp:cNvPr id="0" name=""/>
        <dsp:cNvSpPr/>
      </dsp:nvSpPr>
      <dsp:spPr>
        <a:xfrm>
          <a:off x="5000342" y="1885010"/>
          <a:ext cx="895291" cy="5685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73B4E9-D483-6C4D-9F0B-F75CB6B15A78}">
      <dsp:nvSpPr>
        <dsp:cNvPr id="0" name=""/>
        <dsp:cNvSpPr/>
      </dsp:nvSpPr>
      <dsp:spPr>
        <a:xfrm>
          <a:off x="5099819" y="1979513"/>
          <a:ext cx="895291" cy="56850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err="1">
              <a:latin typeface="Arial" panose="020B0604020202020204" pitchFamily="34" charset="0"/>
              <a:cs typeface="Arial" panose="020B0604020202020204" pitchFamily="34" charset="0"/>
            </a:rPr>
            <a:t>Pháp</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nhân</a:t>
          </a:r>
          <a:endParaRPr lang="en-US" sz="1400" kern="1200" dirty="0">
            <a:latin typeface="Arial" panose="020B0604020202020204" pitchFamily="34" charset="0"/>
            <a:cs typeface="Arial" panose="020B0604020202020204" pitchFamily="34" charset="0"/>
          </a:endParaRPr>
        </a:p>
      </dsp:txBody>
      <dsp:txXfrm>
        <a:off x="5116470" y="1996164"/>
        <a:ext cx="861989" cy="535207"/>
      </dsp:txXfrm>
    </dsp:sp>
    <dsp:sp modelId="{224DCA9D-3041-0240-A4CB-32535FEF569E}">
      <dsp:nvSpPr>
        <dsp:cNvPr id="0" name=""/>
        <dsp:cNvSpPr/>
      </dsp:nvSpPr>
      <dsp:spPr>
        <a:xfrm>
          <a:off x="3358975" y="2713900"/>
          <a:ext cx="895291" cy="12678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975228-0024-C84A-BC0D-A6BF3FB655B3}">
      <dsp:nvSpPr>
        <dsp:cNvPr id="0" name=""/>
        <dsp:cNvSpPr/>
      </dsp:nvSpPr>
      <dsp:spPr>
        <a:xfrm>
          <a:off x="3458452" y="2808403"/>
          <a:ext cx="895291" cy="12678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err="1">
              <a:latin typeface="Arial" panose="020B0604020202020204" pitchFamily="34" charset="0"/>
              <a:cs typeface="Arial" panose="020B0604020202020204" pitchFamily="34" charset="0"/>
            </a:rPr>
            <a:t>Được</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thành</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lập</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hợp</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pháp</a:t>
          </a:r>
          <a:endParaRPr lang="en-US" sz="1400" kern="1200" dirty="0">
            <a:latin typeface="Arial" panose="020B0604020202020204" pitchFamily="34" charset="0"/>
            <a:cs typeface="Arial" panose="020B0604020202020204" pitchFamily="34" charset="0"/>
          </a:endParaRPr>
        </a:p>
      </dsp:txBody>
      <dsp:txXfrm>
        <a:off x="3484674" y="2834625"/>
        <a:ext cx="842847" cy="1215367"/>
      </dsp:txXfrm>
    </dsp:sp>
    <dsp:sp modelId="{45960974-116E-084E-990C-119BDB1474A0}">
      <dsp:nvSpPr>
        <dsp:cNvPr id="0" name=""/>
        <dsp:cNvSpPr/>
      </dsp:nvSpPr>
      <dsp:spPr>
        <a:xfrm>
          <a:off x="4453220" y="2713900"/>
          <a:ext cx="895291" cy="14631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A94E17-3C57-9545-BD1E-C6E879BE7CF8}">
      <dsp:nvSpPr>
        <dsp:cNvPr id="0" name=""/>
        <dsp:cNvSpPr/>
      </dsp:nvSpPr>
      <dsp:spPr>
        <a:xfrm>
          <a:off x="4552697" y="2808403"/>
          <a:ext cx="895291" cy="146312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err="1">
              <a:latin typeface="Arial" panose="020B0604020202020204" pitchFamily="34" charset="0"/>
              <a:cs typeface="Arial" panose="020B0604020202020204" pitchFamily="34" charset="0"/>
            </a:rPr>
            <a:t>Có</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cơ</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cấu</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thống</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nhất</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và</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hoàn</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chỉnh</a:t>
          </a:r>
          <a:endParaRPr lang="en-US" sz="1400" kern="1200" dirty="0">
            <a:latin typeface="Arial" panose="020B0604020202020204" pitchFamily="34" charset="0"/>
            <a:cs typeface="Arial" panose="020B0604020202020204" pitchFamily="34" charset="0"/>
          </a:endParaRPr>
        </a:p>
      </dsp:txBody>
      <dsp:txXfrm>
        <a:off x="4578919" y="2834625"/>
        <a:ext cx="842847" cy="1410678"/>
      </dsp:txXfrm>
    </dsp:sp>
    <dsp:sp modelId="{CD366B09-9DC4-A542-9240-FA2033A7F409}">
      <dsp:nvSpPr>
        <dsp:cNvPr id="0" name=""/>
        <dsp:cNvSpPr/>
      </dsp:nvSpPr>
      <dsp:spPr>
        <a:xfrm>
          <a:off x="5547465" y="2713900"/>
          <a:ext cx="895291" cy="133969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F81218-46FC-9F4D-A46F-43A6A6BE4820}">
      <dsp:nvSpPr>
        <dsp:cNvPr id="0" name=""/>
        <dsp:cNvSpPr/>
      </dsp:nvSpPr>
      <dsp:spPr>
        <a:xfrm>
          <a:off x="5646942" y="2808403"/>
          <a:ext cx="895291" cy="133969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err="1">
              <a:latin typeface="Arial" panose="020B0604020202020204" pitchFamily="34" charset="0"/>
              <a:cs typeface="Arial" panose="020B0604020202020204" pitchFamily="34" charset="0"/>
            </a:rPr>
            <a:t>Có</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tài</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sản</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riêng</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độc</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lập</a:t>
          </a:r>
          <a:endParaRPr lang="en-US" sz="1400" kern="1200" dirty="0">
            <a:latin typeface="Arial" panose="020B0604020202020204" pitchFamily="34" charset="0"/>
            <a:cs typeface="Arial" panose="020B0604020202020204" pitchFamily="34" charset="0"/>
          </a:endParaRPr>
        </a:p>
      </dsp:txBody>
      <dsp:txXfrm>
        <a:off x="5673164" y="2834625"/>
        <a:ext cx="842847" cy="1287249"/>
      </dsp:txXfrm>
    </dsp:sp>
    <dsp:sp modelId="{BCC3A7E5-B035-8E4F-B3E0-910B93B8189B}">
      <dsp:nvSpPr>
        <dsp:cNvPr id="0" name=""/>
        <dsp:cNvSpPr/>
      </dsp:nvSpPr>
      <dsp:spPr>
        <a:xfrm>
          <a:off x="6641710" y="2713900"/>
          <a:ext cx="895291" cy="261464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4E2A89-E10A-F848-83F1-493D661BFD7C}">
      <dsp:nvSpPr>
        <dsp:cNvPr id="0" name=""/>
        <dsp:cNvSpPr/>
      </dsp:nvSpPr>
      <dsp:spPr>
        <a:xfrm>
          <a:off x="6741186" y="2808403"/>
          <a:ext cx="895291" cy="261464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err="1">
              <a:latin typeface="Arial" panose="020B0604020202020204" pitchFamily="34" charset="0"/>
              <a:cs typeface="Arial" panose="020B0604020202020204" pitchFamily="34" charset="0"/>
            </a:rPr>
            <a:t>Nhân</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danh</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chính</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mình</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tham</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gia</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vào</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các</a:t>
          </a:r>
          <a:r>
            <a:rPr lang="en-US" sz="1400" kern="1200" dirty="0">
              <a:latin typeface="Arial" panose="020B0604020202020204" pitchFamily="34" charset="0"/>
              <a:cs typeface="Arial" panose="020B0604020202020204" pitchFamily="34" charset="0"/>
            </a:rPr>
            <a:t> QHPL </a:t>
          </a:r>
          <a:r>
            <a:rPr lang="en-US" sz="1400" kern="1200" dirty="0" err="1">
              <a:latin typeface="Arial" panose="020B0604020202020204" pitchFamily="34" charset="0"/>
              <a:cs typeface="Arial" panose="020B0604020202020204" pitchFamily="34" charset="0"/>
            </a:rPr>
            <a:t>một</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cách</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độc</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lập</a:t>
          </a:r>
          <a:endParaRPr lang="en-US" sz="1400" kern="1200" dirty="0">
            <a:latin typeface="Arial" panose="020B0604020202020204" pitchFamily="34" charset="0"/>
            <a:cs typeface="Arial" panose="020B0604020202020204" pitchFamily="34" charset="0"/>
          </a:endParaRPr>
        </a:p>
      </dsp:txBody>
      <dsp:txXfrm>
        <a:off x="6767408" y="2834625"/>
        <a:ext cx="842847" cy="2562201"/>
      </dsp:txXfrm>
    </dsp:sp>
    <dsp:sp modelId="{7A1A5B93-6A39-5043-B016-8034EB57F908}">
      <dsp:nvSpPr>
        <dsp:cNvPr id="0" name=""/>
        <dsp:cNvSpPr/>
      </dsp:nvSpPr>
      <dsp:spPr>
        <a:xfrm>
          <a:off x="7735954" y="1885010"/>
          <a:ext cx="895291" cy="100733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2560C2-CA21-4C4B-9B2A-AA8B02010ABE}">
      <dsp:nvSpPr>
        <dsp:cNvPr id="0" name=""/>
        <dsp:cNvSpPr/>
      </dsp:nvSpPr>
      <dsp:spPr>
        <a:xfrm>
          <a:off x="7835431" y="1979513"/>
          <a:ext cx="895291" cy="100733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err="1">
              <a:latin typeface="Arial" panose="020B0604020202020204" pitchFamily="34" charset="0"/>
              <a:cs typeface="Arial" panose="020B0604020202020204" pitchFamily="34" charset="0"/>
            </a:rPr>
            <a:t>Tổ</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chức</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không</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phải</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là</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pháp</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nhân</a:t>
          </a:r>
          <a:r>
            <a:rPr lang="en-US" sz="1400" kern="1200" dirty="0">
              <a:latin typeface="Arial" panose="020B0604020202020204" pitchFamily="34" charset="0"/>
              <a:cs typeface="Arial" panose="020B0604020202020204" pitchFamily="34" charset="0"/>
            </a:rPr>
            <a:t>.</a:t>
          </a:r>
        </a:p>
      </dsp:txBody>
      <dsp:txXfrm>
        <a:off x="7861653" y="2005735"/>
        <a:ext cx="842847" cy="954892"/>
      </dsp:txXfrm>
    </dsp:sp>
    <dsp:sp modelId="{05B23A13-5C9D-FF4D-B37A-8A468E79DA5C}">
      <dsp:nvSpPr>
        <dsp:cNvPr id="0" name=""/>
        <dsp:cNvSpPr/>
      </dsp:nvSpPr>
      <dsp:spPr>
        <a:xfrm>
          <a:off x="8279915" y="831916"/>
          <a:ext cx="2210778" cy="74724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2CA2BB-7FDA-5E46-835E-C244422B473F}">
      <dsp:nvSpPr>
        <dsp:cNvPr id="0" name=""/>
        <dsp:cNvSpPr/>
      </dsp:nvSpPr>
      <dsp:spPr>
        <a:xfrm>
          <a:off x="8379392" y="926419"/>
          <a:ext cx="2210778" cy="74724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err="1">
              <a:solidFill>
                <a:srgbClr val="C00000"/>
              </a:solidFill>
              <a:latin typeface="Arial" panose="020B0604020202020204" pitchFamily="34" charset="0"/>
              <a:cs typeface="Arial" panose="020B0604020202020204" pitchFamily="34" charset="0"/>
            </a:rPr>
            <a:t>Nhà</a:t>
          </a:r>
          <a:r>
            <a:rPr lang="en-US" sz="2000" kern="1200" dirty="0">
              <a:solidFill>
                <a:srgbClr val="C00000"/>
              </a:solidFill>
              <a:latin typeface="Arial" panose="020B0604020202020204" pitchFamily="34" charset="0"/>
              <a:cs typeface="Arial" panose="020B0604020202020204" pitchFamily="34" charset="0"/>
            </a:rPr>
            <a:t> </a:t>
          </a:r>
          <a:r>
            <a:rPr lang="en-US" sz="2000" kern="1200" dirty="0" err="1">
              <a:solidFill>
                <a:srgbClr val="C00000"/>
              </a:solidFill>
              <a:latin typeface="Arial" panose="020B0604020202020204" pitchFamily="34" charset="0"/>
              <a:cs typeface="Arial" panose="020B0604020202020204" pitchFamily="34" charset="0"/>
            </a:rPr>
            <a:t>nước</a:t>
          </a:r>
          <a:r>
            <a:rPr lang="en-US" sz="2000" kern="1200" dirty="0">
              <a:solidFill>
                <a:srgbClr val="C00000"/>
              </a:solidFill>
              <a:latin typeface="Arial" panose="020B0604020202020204" pitchFamily="34" charset="0"/>
              <a:cs typeface="Arial" panose="020B0604020202020204" pitchFamily="34" charset="0"/>
            </a:rPr>
            <a:t> </a:t>
          </a:r>
        </a:p>
        <a:p>
          <a:pPr marL="0" lvl="0" indent="0" algn="ctr" defTabSz="889000">
            <a:lnSpc>
              <a:spcPct val="90000"/>
            </a:lnSpc>
            <a:spcBef>
              <a:spcPct val="0"/>
            </a:spcBef>
            <a:spcAft>
              <a:spcPct val="35000"/>
            </a:spcAft>
            <a:buNone/>
          </a:pPr>
          <a:r>
            <a:rPr lang="en-US" sz="1400" kern="1200" dirty="0">
              <a:latin typeface="Arial" panose="020B0604020202020204" pitchFamily="34" charset="0"/>
              <a:cs typeface="Arial" panose="020B0604020202020204" pitchFamily="34" charset="0"/>
            </a:rPr>
            <a:t>(</a:t>
          </a:r>
          <a:r>
            <a:rPr lang="en-US" sz="1400" kern="1200" dirty="0" err="1">
              <a:latin typeface="Arial" panose="020B0604020202020204" pitchFamily="34" charset="0"/>
              <a:cs typeface="Arial" panose="020B0604020202020204" pitchFamily="34" charset="0"/>
            </a:rPr>
            <a:t>chủ</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thể</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đặc</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biệt</a:t>
          </a:r>
          <a:r>
            <a:rPr lang="en-US" sz="1400" kern="1200" dirty="0">
              <a:latin typeface="Arial" panose="020B0604020202020204" pitchFamily="34" charset="0"/>
              <a:cs typeface="Arial" panose="020B0604020202020204" pitchFamily="34" charset="0"/>
            </a:rPr>
            <a:t> </a:t>
          </a:r>
          <a:r>
            <a:rPr lang="en-US" sz="1400" kern="1200" dirty="0" err="1">
              <a:latin typeface="Arial" panose="020B0604020202020204" pitchFamily="34" charset="0"/>
              <a:cs typeface="Arial" panose="020B0604020202020204" pitchFamily="34" charset="0"/>
            </a:rPr>
            <a:t>của</a:t>
          </a:r>
          <a:r>
            <a:rPr lang="en-US" sz="1400" kern="1200" dirty="0">
              <a:latin typeface="Arial" panose="020B0604020202020204" pitchFamily="34" charset="0"/>
              <a:cs typeface="Arial" panose="020B0604020202020204" pitchFamily="34" charset="0"/>
            </a:rPr>
            <a:t> QHPL)</a:t>
          </a:r>
        </a:p>
      </dsp:txBody>
      <dsp:txXfrm>
        <a:off x="8401278" y="948305"/>
        <a:ext cx="2167006" cy="70347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60F9A-04AB-7747-917C-9124EB61FBE6}">
      <dsp:nvSpPr>
        <dsp:cNvPr id="0" name=""/>
        <dsp:cNvSpPr/>
      </dsp:nvSpPr>
      <dsp:spPr>
        <a:xfrm>
          <a:off x="1007673" y="742221"/>
          <a:ext cx="2200436" cy="318473"/>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err="1">
              <a:latin typeface="Arial" panose="020B0604020202020204" pitchFamily="34" charset="0"/>
              <a:cs typeface="Arial" panose="020B0604020202020204" pitchFamily="34" charset="0"/>
            </a:rPr>
            <a:t>Căn</a:t>
          </a:r>
          <a:r>
            <a:rPr lang="en-US" sz="1800" kern="1200" dirty="0">
              <a:latin typeface="Arial" panose="020B0604020202020204" pitchFamily="34" charset="0"/>
              <a:cs typeface="Arial" panose="020B0604020202020204" pitchFamily="34" charset="0"/>
            </a:rPr>
            <a:t> </a:t>
          </a:r>
          <a:r>
            <a:rPr lang="en-US" sz="1800" kern="1200" dirty="0" err="1">
              <a:latin typeface="Arial" panose="020B0604020202020204" pitchFamily="34" charset="0"/>
              <a:cs typeface="Arial" panose="020B0604020202020204" pitchFamily="34" charset="0"/>
            </a:rPr>
            <a:t>cứ</a:t>
          </a:r>
          <a:r>
            <a:rPr lang="en-US" sz="1800" kern="1200" dirty="0">
              <a:latin typeface="Arial" panose="020B0604020202020204" pitchFamily="34" charset="0"/>
              <a:cs typeface="Arial" panose="020B0604020202020204" pitchFamily="34" charset="0"/>
            </a:rPr>
            <a:t> </a:t>
          </a:r>
          <a:r>
            <a:rPr lang="en-US" sz="1800" kern="1200" dirty="0" err="1">
              <a:latin typeface="Arial" panose="020B0604020202020204" pitchFamily="34" charset="0"/>
              <a:cs typeface="Arial" panose="020B0604020202020204" pitchFamily="34" charset="0"/>
            </a:rPr>
            <a:t>ý</a:t>
          </a:r>
          <a:r>
            <a:rPr lang="en-US" sz="1800" kern="1200" dirty="0">
              <a:latin typeface="Arial" panose="020B0604020202020204" pitchFamily="34" charset="0"/>
              <a:cs typeface="Arial" panose="020B0604020202020204" pitchFamily="34" charset="0"/>
            </a:rPr>
            <a:t> </a:t>
          </a:r>
          <a:r>
            <a:rPr lang="en-US" sz="1800" kern="1200" dirty="0" err="1">
              <a:latin typeface="Arial" panose="020B0604020202020204" pitchFamily="34" charset="0"/>
              <a:cs typeface="Arial" panose="020B0604020202020204" pitchFamily="34" charset="0"/>
            </a:rPr>
            <a:t>chí</a:t>
          </a:r>
          <a:r>
            <a:rPr lang="en-US" sz="1800" kern="1200" dirty="0">
              <a:latin typeface="Arial" panose="020B0604020202020204" pitchFamily="34" charset="0"/>
              <a:cs typeface="Arial" panose="020B0604020202020204" pitchFamily="34" charset="0"/>
            </a:rPr>
            <a:t> </a:t>
          </a:r>
          <a:r>
            <a:rPr lang="en-US" sz="1800" kern="1200" dirty="0" err="1">
              <a:latin typeface="Arial" panose="020B0604020202020204" pitchFamily="34" charset="0"/>
              <a:cs typeface="Arial" panose="020B0604020202020204" pitchFamily="34" charset="0"/>
            </a:rPr>
            <a:t>chủ</a:t>
          </a:r>
          <a:r>
            <a:rPr lang="en-US" sz="1800" kern="1200" dirty="0">
              <a:latin typeface="Arial" panose="020B0604020202020204" pitchFamily="34" charset="0"/>
              <a:cs typeface="Arial" panose="020B0604020202020204" pitchFamily="34" charset="0"/>
            </a:rPr>
            <a:t> </a:t>
          </a:r>
          <a:r>
            <a:rPr lang="en-US" sz="1800" kern="1200" dirty="0" err="1">
              <a:latin typeface="Arial" panose="020B0604020202020204" pitchFamily="34" charset="0"/>
              <a:cs typeface="Arial" panose="020B0604020202020204" pitchFamily="34" charset="0"/>
            </a:rPr>
            <a:t>thể</a:t>
          </a:r>
          <a:endParaRPr lang="en-US" sz="1800" kern="1200" dirty="0">
            <a:latin typeface="Arial" panose="020B0604020202020204" pitchFamily="34" charset="0"/>
            <a:cs typeface="Arial" panose="020B0604020202020204" pitchFamily="34" charset="0"/>
          </a:endParaRPr>
        </a:p>
      </dsp:txBody>
      <dsp:txXfrm>
        <a:off x="1017001" y="751549"/>
        <a:ext cx="2181780" cy="299817"/>
      </dsp:txXfrm>
    </dsp:sp>
    <dsp:sp modelId="{376031F7-52C4-B14D-AC78-A518B96CB7D5}">
      <dsp:nvSpPr>
        <dsp:cNvPr id="0" name=""/>
        <dsp:cNvSpPr/>
      </dsp:nvSpPr>
      <dsp:spPr>
        <a:xfrm rot="17814586">
          <a:off x="3054030" y="638722"/>
          <a:ext cx="562939" cy="23487"/>
        </a:xfrm>
        <a:custGeom>
          <a:avLst/>
          <a:gdLst/>
          <a:ahLst/>
          <a:cxnLst/>
          <a:rect l="0" t="0" r="0" b="0"/>
          <a:pathLst>
            <a:path>
              <a:moveTo>
                <a:pt x="0" y="11743"/>
              </a:moveTo>
              <a:lnTo>
                <a:pt x="562939" y="1174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latin typeface="Arial" panose="020B0604020202020204" pitchFamily="34" charset="0"/>
            <a:cs typeface="Arial" panose="020B0604020202020204" pitchFamily="34" charset="0"/>
          </a:endParaRPr>
        </a:p>
      </dsp:txBody>
      <dsp:txXfrm>
        <a:off x="3321426" y="636392"/>
        <a:ext cx="28146" cy="28146"/>
      </dsp:txXfrm>
    </dsp:sp>
    <dsp:sp modelId="{9325026C-0A6C-1F4F-9A31-AD6F2A29700D}">
      <dsp:nvSpPr>
        <dsp:cNvPr id="0" name=""/>
        <dsp:cNvSpPr/>
      </dsp:nvSpPr>
      <dsp:spPr>
        <a:xfrm>
          <a:off x="3462889" y="3334"/>
          <a:ext cx="2746383" cy="792279"/>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latin typeface="Arial" panose="020B0604020202020204" pitchFamily="34" charset="0"/>
              <a:cs typeface="Arial" panose="020B0604020202020204" pitchFamily="34" charset="0"/>
            </a:rPr>
            <a:t>Sự biến</a:t>
          </a:r>
        </a:p>
        <a:p>
          <a:pPr marL="0" lvl="0" indent="0" algn="ctr" defTabSz="711200">
            <a:lnSpc>
              <a:spcPct val="90000"/>
            </a:lnSpc>
            <a:spcBef>
              <a:spcPct val="0"/>
            </a:spcBef>
            <a:spcAft>
              <a:spcPct val="35000"/>
            </a:spcAft>
            <a:buNone/>
          </a:pPr>
          <a:r>
            <a:rPr lang="en-US" sz="1600" kern="1200">
              <a:latin typeface="Arial" panose="020B0604020202020204" pitchFamily="34" charset="0"/>
              <a:cs typeface="Arial" panose="020B0604020202020204" pitchFamily="34" charset="0"/>
            </a:rPr>
            <a:t>(</a:t>
          </a:r>
          <a:r>
            <a:rPr lang="en-US" sz="1600" i="1" kern="1200">
              <a:latin typeface="Arial" panose="020B0604020202020204" pitchFamily="34" charset="0"/>
              <a:cs typeface="Arial" panose="020B0604020202020204" pitchFamily="34" charset="0"/>
            </a:rPr>
            <a:t>sự việc xảy ra ngoài ý chí chủ quan của con người)</a:t>
          </a:r>
          <a:endParaRPr lang="en-US" sz="1600" i="1" kern="1200" dirty="0">
            <a:latin typeface="Arial" panose="020B0604020202020204" pitchFamily="34" charset="0"/>
            <a:cs typeface="Arial" panose="020B0604020202020204" pitchFamily="34" charset="0"/>
          </a:endParaRPr>
        </a:p>
      </dsp:txBody>
      <dsp:txXfrm>
        <a:off x="3486094" y="26539"/>
        <a:ext cx="2699973" cy="745869"/>
      </dsp:txXfrm>
    </dsp:sp>
    <dsp:sp modelId="{8871FD11-26E3-8A4E-8AD5-989000BB6B15}">
      <dsp:nvSpPr>
        <dsp:cNvPr id="0" name=""/>
        <dsp:cNvSpPr/>
      </dsp:nvSpPr>
      <dsp:spPr>
        <a:xfrm rot="4258505">
          <a:off x="2944710" y="1259158"/>
          <a:ext cx="781580" cy="23487"/>
        </a:xfrm>
        <a:custGeom>
          <a:avLst/>
          <a:gdLst/>
          <a:ahLst/>
          <a:cxnLst/>
          <a:rect l="0" t="0" r="0" b="0"/>
          <a:pathLst>
            <a:path>
              <a:moveTo>
                <a:pt x="0" y="11743"/>
              </a:moveTo>
              <a:lnTo>
                <a:pt x="781580" y="1174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latin typeface="Arial" panose="020B0604020202020204" pitchFamily="34" charset="0"/>
            <a:cs typeface="Arial" panose="020B0604020202020204" pitchFamily="34" charset="0"/>
          </a:endParaRPr>
        </a:p>
      </dsp:txBody>
      <dsp:txXfrm>
        <a:off x="3315960" y="1251363"/>
        <a:ext cx="39079" cy="39079"/>
      </dsp:txXfrm>
    </dsp:sp>
    <dsp:sp modelId="{3887764A-795B-C94F-BBDC-3929861A13E7}">
      <dsp:nvSpPr>
        <dsp:cNvPr id="0" name=""/>
        <dsp:cNvSpPr/>
      </dsp:nvSpPr>
      <dsp:spPr>
        <a:xfrm>
          <a:off x="3462889" y="1481109"/>
          <a:ext cx="1601196" cy="318473"/>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latin typeface="Arial" panose="020B0604020202020204" pitchFamily="34" charset="0"/>
              <a:cs typeface="Arial" panose="020B0604020202020204" pitchFamily="34" charset="0"/>
            </a:rPr>
            <a:t>Hành vi</a:t>
          </a:r>
          <a:endParaRPr lang="en-US" sz="1600" kern="1200" dirty="0">
            <a:latin typeface="Arial" panose="020B0604020202020204" pitchFamily="34" charset="0"/>
            <a:cs typeface="Arial" panose="020B0604020202020204" pitchFamily="34" charset="0"/>
          </a:endParaRPr>
        </a:p>
      </dsp:txBody>
      <dsp:txXfrm>
        <a:off x="3472217" y="1490437"/>
        <a:ext cx="1582540" cy="299817"/>
      </dsp:txXfrm>
    </dsp:sp>
    <dsp:sp modelId="{06DF61E3-FF36-934A-9647-E128EA80465E}">
      <dsp:nvSpPr>
        <dsp:cNvPr id="0" name=""/>
        <dsp:cNvSpPr/>
      </dsp:nvSpPr>
      <dsp:spPr>
        <a:xfrm rot="20084569">
          <a:off x="4995186" y="1321084"/>
          <a:ext cx="1441439" cy="23487"/>
        </a:xfrm>
        <a:custGeom>
          <a:avLst/>
          <a:gdLst/>
          <a:ahLst/>
          <a:cxnLst/>
          <a:rect l="0" t="0" r="0" b="0"/>
          <a:pathLst>
            <a:path>
              <a:moveTo>
                <a:pt x="0" y="11743"/>
              </a:moveTo>
              <a:lnTo>
                <a:pt x="1441439" y="117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latin typeface="Arial" panose="020B0604020202020204" pitchFamily="34" charset="0"/>
            <a:cs typeface="Arial" panose="020B0604020202020204" pitchFamily="34" charset="0"/>
          </a:endParaRPr>
        </a:p>
      </dsp:txBody>
      <dsp:txXfrm>
        <a:off x="5679870" y="1296792"/>
        <a:ext cx="72071" cy="72071"/>
      </dsp:txXfrm>
    </dsp:sp>
    <dsp:sp modelId="{782BC3B7-54C5-B145-9CAD-C05A92D9D738}">
      <dsp:nvSpPr>
        <dsp:cNvPr id="0" name=""/>
        <dsp:cNvSpPr/>
      </dsp:nvSpPr>
      <dsp:spPr>
        <a:xfrm>
          <a:off x="6367726" y="866073"/>
          <a:ext cx="2149805" cy="318473"/>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i="1" kern="1200">
              <a:latin typeface="Arial" panose="020B0604020202020204" pitchFamily="34" charset="0"/>
              <a:cs typeface="Arial" panose="020B0604020202020204" pitchFamily="34" charset="0"/>
            </a:rPr>
            <a:t>Hành động</a:t>
          </a:r>
          <a:endParaRPr lang="en-US" sz="1600" i="1" kern="1200" dirty="0">
            <a:latin typeface="Arial" panose="020B0604020202020204" pitchFamily="34" charset="0"/>
            <a:cs typeface="Arial" panose="020B0604020202020204" pitchFamily="34" charset="0"/>
          </a:endParaRPr>
        </a:p>
      </dsp:txBody>
      <dsp:txXfrm>
        <a:off x="6377054" y="875401"/>
        <a:ext cx="2131149" cy="299817"/>
      </dsp:txXfrm>
    </dsp:sp>
    <dsp:sp modelId="{832772CC-0F70-F64F-A6E5-C085CD024D34}">
      <dsp:nvSpPr>
        <dsp:cNvPr id="0" name=""/>
        <dsp:cNvSpPr/>
      </dsp:nvSpPr>
      <dsp:spPr>
        <a:xfrm rot="20871422">
          <a:off x="5049168" y="1488353"/>
          <a:ext cx="1333475" cy="23487"/>
        </a:xfrm>
        <a:custGeom>
          <a:avLst/>
          <a:gdLst/>
          <a:ahLst/>
          <a:cxnLst/>
          <a:rect l="0" t="0" r="0" b="0"/>
          <a:pathLst>
            <a:path>
              <a:moveTo>
                <a:pt x="0" y="11743"/>
              </a:moveTo>
              <a:lnTo>
                <a:pt x="1333475" y="117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latin typeface="Arial" panose="020B0604020202020204" pitchFamily="34" charset="0"/>
            <a:cs typeface="Arial" panose="020B0604020202020204" pitchFamily="34" charset="0"/>
          </a:endParaRPr>
        </a:p>
      </dsp:txBody>
      <dsp:txXfrm>
        <a:off x="5682569" y="1466760"/>
        <a:ext cx="66673" cy="66673"/>
      </dsp:txXfrm>
    </dsp:sp>
    <dsp:sp modelId="{40C71B5D-9373-0540-8472-62A565F1B24F}">
      <dsp:nvSpPr>
        <dsp:cNvPr id="0" name=""/>
        <dsp:cNvSpPr/>
      </dsp:nvSpPr>
      <dsp:spPr>
        <a:xfrm>
          <a:off x="6367726" y="1200610"/>
          <a:ext cx="2146449" cy="318473"/>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i="1" kern="1200">
              <a:latin typeface="Arial" panose="020B0604020202020204" pitchFamily="34" charset="0"/>
              <a:cs typeface="Arial" panose="020B0604020202020204" pitchFamily="34" charset="0"/>
            </a:rPr>
            <a:t>Không hành động</a:t>
          </a:r>
          <a:endParaRPr lang="en-US" sz="1600" i="1" kern="1200" dirty="0">
            <a:latin typeface="Arial" panose="020B0604020202020204" pitchFamily="34" charset="0"/>
            <a:cs typeface="Arial" panose="020B0604020202020204" pitchFamily="34" charset="0"/>
          </a:endParaRPr>
        </a:p>
      </dsp:txBody>
      <dsp:txXfrm>
        <a:off x="6377054" y="1209938"/>
        <a:ext cx="2127793" cy="299817"/>
      </dsp:txXfrm>
    </dsp:sp>
    <dsp:sp modelId="{2FF20D0C-1B29-B844-A196-CEFC7B1D659C}">
      <dsp:nvSpPr>
        <dsp:cNvPr id="0" name=""/>
        <dsp:cNvSpPr/>
      </dsp:nvSpPr>
      <dsp:spPr>
        <a:xfrm rot="461693">
          <a:off x="5058209" y="1715990"/>
          <a:ext cx="1305289" cy="23487"/>
        </a:xfrm>
        <a:custGeom>
          <a:avLst/>
          <a:gdLst/>
          <a:ahLst/>
          <a:cxnLst/>
          <a:rect l="0" t="0" r="0" b="0"/>
          <a:pathLst>
            <a:path>
              <a:moveTo>
                <a:pt x="0" y="11743"/>
              </a:moveTo>
              <a:lnTo>
                <a:pt x="1305289" y="117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latin typeface="Arial" panose="020B0604020202020204" pitchFamily="34" charset="0"/>
            <a:cs typeface="Arial" panose="020B0604020202020204" pitchFamily="34" charset="0"/>
          </a:endParaRPr>
        </a:p>
      </dsp:txBody>
      <dsp:txXfrm>
        <a:off x="5678221" y="1695101"/>
        <a:ext cx="65264" cy="65264"/>
      </dsp:txXfrm>
    </dsp:sp>
    <dsp:sp modelId="{21795C27-8CB4-6F48-8107-11590B8C77C3}">
      <dsp:nvSpPr>
        <dsp:cNvPr id="0" name=""/>
        <dsp:cNvSpPr/>
      </dsp:nvSpPr>
      <dsp:spPr>
        <a:xfrm>
          <a:off x="6357622" y="1610014"/>
          <a:ext cx="3014977" cy="410213"/>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i="1" kern="1200">
              <a:latin typeface="Arial" panose="020B0604020202020204" pitchFamily="34" charset="0"/>
              <a:cs typeface="Arial" panose="020B0604020202020204" pitchFamily="34" charset="0"/>
            </a:rPr>
            <a:t>Hợp pháp</a:t>
          </a:r>
          <a:endParaRPr lang="en-US" sz="1600" i="1" kern="1200" dirty="0">
            <a:latin typeface="Arial" panose="020B0604020202020204" pitchFamily="34" charset="0"/>
            <a:cs typeface="Arial" panose="020B0604020202020204" pitchFamily="34" charset="0"/>
          </a:endParaRPr>
        </a:p>
      </dsp:txBody>
      <dsp:txXfrm>
        <a:off x="6369637" y="1622029"/>
        <a:ext cx="2990947" cy="386183"/>
      </dsp:txXfrm>
    </dsp:sp>
    <dsp:sp modelId="{8E936D66-B5D1-E344-9989-A3121909DA0B}">
      <dsp:nvSpPr>
        <dsp:cNvPr id="0" name=""/>
        <dsp:cNvSpPr/>
      </dsp:nvSpPr>
      <dsp:spPr>
        <a:xfrm rot="1522032">
          <a:off x="4996729" y="1927888"/>
          <a:ext cx="1397166" cy="23487"/>
        </a:xfrm>
        <a:custGeom>
          <a:avLst/>
          <a:gdLst/>
          <a:ahLst/>
          <a:cxnLst/>
          <a:rect l="0" t="0" r="0" b="0"/>
          <a:pathLst>
            <a:path>
              <a:moveTo>
                <a:pt x="0" y="11743"/>
              </a:moveTo>
              <a:lnTo>
                <a:pt x="1397166" y="117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latin typeface="Arial" panose="020B0604020202020204" pitchFamily="34" charset="0"/>
            <a:cs typeface="Arial" panose="020B0604020202020204" pitchFamily="34" charset="0"/>
          </a:endParaRPr>
        </a:p>
      </dsp:txBody>
      <dsp:txXfrm>
        <a:off x="5660383" y="1904702"/>
        <a:ext cx="69858" cy="69858"/>
      </dsp:txXfrm>
    </dsp:sp>
    <dsp:sp modelId="{BBC230C3-F7BE-824C-8201-D237B4BC46D4}">
      <dsp:nvSpPr>
        <dsp:cNvPr id="0" name=""/>
        <dsp:cNvSpPr/>
      </dsp:nvSpPr>
      <dsp:spPr>
        <a:xfrm>
          <a:off x="6326539" y="2037193"/>
          <a:ext cx="3046060" cy="40344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i="1" kern="1200">
              <a:latin typeface="Arial" panose="020B0604020202020204" pitchFamily="34" charset="0"/>
              <a:cs typeface="Arial" panose="020B0604020202020204" pitchFamily="34" charset="0"/>
            </a:rPr>
            <a:t>Không hợp pháp</a:t>
          </a:r>
          <a:endParaRPr lang="en-US" sz="1600" i="1" kern="1200" dirty="0">
            <a:latin typeface="Arial" panose="020B0604020202020204" pitchFamily="34" charset="0"/>
            <a:cs typeface="Arial" panose="020B0604020202020204" pitchFamily="34" charset="0"/>
          </a:endParaRPr>
        </a:p>
      </dsp:txBody>
      <dsp:txXfrm>
        <a:off x="6338356" y="2049010"/>
        <a:ext cx="3022426" cy="37981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60F9A-04AB-7747-917C-9124EB61FBE6}">
      <dsp:nvSpPr>
        <dsp:cNvPr id="0" name=""/>
        <dsp:cNvSpPr/>
      </dsp:nvSpPr>
      <dsp:spPr>
        <a:xfrm>
          <a:off x="1054916" y="367010"/>
          <a:ext cx="2612189" cy="637579"/>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latin typeface="Arial" panose="020B0604020202020204" pitchFamily="34" charset="0"/>
              <a:cs typeface="Arial" panose="020B0604020202020204" pitchFamily="34" charset="0"/>
            </a:rPr>
            <a:t>Căn cứ  từ sự cấu thành</a:t>
          </a:r>
          <a:endParaRPr lang="en-US" sz="1600" kern="1200" dirty="0">
            <a:latin typeface="Arial" panose="020B0604020202020204" pitchFamily="34" charset="0"/>
            <a:cs typeface="Arial" panose="020B0604020202020204" pitchFamily="34" charset="0"/>
          </a:endParaRPr>
        </a:p>
      </dsp:txBody>
      <dsp:txXfrm>
        <a:off x="1073590" y="385684"/>
        <a:ext cx="2574841" cy="600231"/>
      </dsp:txXfrm>
    </dsp:sp>
    <dsp:sp modelId="{376031F7-52C4-B14D-AC78-A518B96CB7D5}">
      <dsp:nvSpPr>
        <dsp:cNvPr id="0" name=""/>
        <dsp:cNvSpPr/>
      </dsp:nvSpPr>
      <dsp:spPr>
        <a:xfrm rot="19457599">
          <a:off x="3608064" y="460659"/>
          <a:ext cx="628145" cy="83671"/>
        </a:xfrm>
        <a:custGeom>
          <a:avLst/>
          <a:gdLst/>
          <a:ahLst/>
          <a:cxnLst/>
          <a:rect l="0" t="0" r="0" b="0"/>
          <a:pathLst>
            <a:path>
              <a:moveTo>
                <a:pt x="0" y="41835"/>
              </a:moveTo>
              <a:lnTo>
                <a:pt x="628145" y="41835"/>
              </a:lnTo>
            </a:path>
          </a:pathLst>
        </a:cu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latin typeface="Arial" panose="020B0604020202020204" pitchFamily="34" charset="0"/>
            <a:cs typeface="Arial" panose="020B0604020202020204" pitchFamily="34" charset="0"/>
          </a:endParaRPr>
        </a:p>
      </dsp:txBody>
      <dsp:txXfrm>
        <a:off x="3906433" y="486792"/>
        <a:ext cx="31407" cy="31407"/>
      </dsp:txXfrm>
    </dsp:sp>
    <dsp:sp modelId="{9325026C-0A6C-1F4F-9A31-AD6F2A29700D}">
      <dsp:nvSpPr>
        <dsp:cNvPr id="0" name=""/>
        <dsp:cNvSpPr/>
      </dsp:nvSpPr>
      <dsp:spPr>
        <a:xfrm>
          <a:off x="4177169" y="401"/>
          <a:ext cx="2538727" cy="637579"/>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latin typeface="Arial" panose="020B0604020202020204" pitchFamily="34" charset="0"/>
              <a:cs typeface="Arial" panose="020B0604020202020204" pitchFamily="34" charset="0"/>
            </a:rPr>
            <a:t>SKPL đơn nhất</a:t>
          </a:r>
          <a:endParaRPr lang="en-US" sz="1600" kern="1200" dirty="0">
            <a:latin typeface="Arial" panose="020B0604020202020204" pitchFamily="34" charset="0"/>
            <a:cs typeface="Arial" panose="020B0604020202020204" pitchFamily="34" charset="0"/>
          </a:endParaRPr>
        </a:p>
      </dsp:txBody>
      <dsp:txXfrm>
        <a:off x="4195843" y="19075"/>
        <a:ext cx="2501379" cy="600231"/>
      </dsp:txXfrm>
    </dsp:sp>
    <dsp:sp modelId="{87F9E680-A767-C74C-A4A8-2F9C5426CEC4}">
      <dsp:nvSpPr>
        <dsp:cNvPr id="0" name=""/>
        <dsp:cNvSpPr/>
      </dsp:nvSpPr>
      <dsp:spPr>
        <a:xfrm rot="2142401">
          <a:off x="3608064" y="827268"/>
          <a:ext cx="628145" cy="83671"/>
        </a:xfrm>
        <a:custGeom>
          <a:avLst/>
          <a:gdLst/>
          <a:ahLst/>
          <a:cxnLst/>
          <a:rect l="0" t="0" r="0" b="0"/>
          <a:pathLst>
            <a:path>
              <a:moveTo>
                <a:pt x="0" y="41835"/>
              </a:moveTo>
              <a:lnTo>
                <a:pt x="628145" y="41835"/>
              </a:lnTo>
            </a:path>
          </a:pathLst>
        </a:cu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en-US" sz="1600" kern="1200">
            <a:latin typeface="Arial" panose="020B0604020202020204" pitchFamily="34" charset="0"/>
            <a:cs typeface="Arial" panose="020B0604020202020204" pitchFamily="34" charset="0"/>
          </a:endParaRPr>
        </a:p>
      </dsp:txBody>
      <dsp:txXfrm>
        <a:off x="3906433" y="853400"/>
        <a:ext cx="31407" cy="31407"/>
      </dsp:txXfrm>
    </dsp:sp>
    <dsp:sp modelId="{04B7FB78-4E5E-B144-B7DF-09FEDB095124}">
      <dsp:nvSpPr>
        <dsp:cNvPr id="0" name=""/>
        <dsp:cNvSpPr/>
      </dsp:nvSpPr>
      <dsp:spPr>
        <a:xfrm>
          <a:off x="4177169" y="733618"/>
          <a:ext cx="2538727" cy="637579"/>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latin typeface="Arial" panose="020B0604020202020204" pitchFamily="34" charset="0"/>
              <a:cs typeface="Arial" panose="020B0604020202020204" pitchFamily="34" charset="0"/>
            </a:rPr>
            <a:t>SKPL hợp nhất</a:t>
          </a:r>
          <a:endParaRPr lang="en-US" sz="1600" kern="1200" dirty="0">
            <a:latin typeface="Arial" panose="020B0604020202020204" pitchFamily="34" charset="0"/>
            <a:cs typeface="Arial" panose="020B0604020202020204" pitchFamily="34" charset="0"/>
          </a:endParaRPr>
        </a:p>
      </dsp:txBody>
      <dsp:txXfrm>
        <a:off x="4195843" y="752292"/>
        <a:ext cx="2501379" cy="60023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7E0351-EE72-0E42-8A78-7719158DA7DE}">
      <dsp:nvSpPr>
        <dsp:cNvPr id="0" name=""/>
        <dsp:cNvSpPr/>
      </dsp:nvSpPr>
      <dsp:spPr>
        <a:xfrm>
          <a:off x="2974391" y="2598737"/>
          <a:ext cx="604019" cy="1596937"/>
        </a:xfrm>
        <a:custGeom>
          <a:avLst/>
          <a:gdLst/>
          <a:ahLst/>
          <a:cxnLst/>
          <a:rect l="0" t="0" r="0" b="0"/>
          <a:pathLst>
            <a:path>
              <a:moveTo>
                <a:pt x="0" y="0"/>
              </a:moveTo>
              <a:lnTo>
                <a:pt x="302009" y="0"/>
              </a:lnTo>
              <a:lnTo>
                <a:pt x="302009" y="1596937"/>
              </a:lnTo>
              <a:lnTo>
                <a:pt x="604019" y="1596937"/>
              </a:lnTo>
            </a:path>
          </a:pathLst>
        </a:custGeom>
        <a:noFill/>
        <a:ln w="12700" cap="flat" cmpd="sng" algn="ctr">
          <a:solidFill>
            <a:schemeClr val="accent2">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3233717" y="3354522"/>
        <a:ext cx="85367" cy="85367"/>
      </dsp:txXfrm>
    </dsp:sp>
    <dsp:sp modelId="{64C77162-08B3-554A-A101-FEB6E93AE44A}">
      <dsp:nvSpPr>
        <dsp:cNvPr id="0" name=""/>
        <dsp:cNvSpPr/>
      </dsp:nvSpPr>
      <dsp:spPr>
        <a:xfrm>
          <a:off x="2974391" y="2598737"/>
          <a:ext cx="604019" cy="146825"/>
        </a:xfrm>
        <a:custGeom>
          <a:avLst/>
          <a:gdLst/>
          <a:ahLst/>
          <a:cxnLst/>
          <a:rect l="0" t="0" r="0" b="0"/>
          <a:pathLst>
            <a:path>
              <a:moveTo>
                <a:pt x="0" y="0"/>
              </a:moveTo>
              <a:lnTo>
                <a:pt x="302009" y="0"/>
              </a:lnTo>
              <a:lnTo>
                <a:pt x="302009" y="146825"/>
              </a:lnTo>
              <a:lnTo>
                <a:pt x="604019" y="146825"/>
              </a:lnTo>
            </a:path>
          </a:pathLst>
        </a:custGeom>
        <a:noFill/>
        <a:ln w="12700" cap="flat" cmpd="sng" algn="ctr">
          <a:solidFill>
            <a:schemeClr val="accent2">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60860" y="2656610"/>
        <a:ext cx="31080" cy="31080"/>
      </dsp:txXfrm>
    </dsp:sp>
    <dsp:sp modelId="{63187AC2-DEED-5045-955D-54978F3751A9}">
      <dsp:nvSpPr>
        <dsp:cNvPr id="0" name=""/>
        <dsp:cNvSpPr/>
      </dsp:nvSpPr>
      <dsp:spPr>
        <a:xfrm>
          <a:off x="2974391" y="1601443"/>
          <a:ext cx="604019" cy="997294"/>
        </a:xfrm>
        <a:custGeom>
          <a:avLst/>
          <a:gdLst/>
          <a:ahLst/>
          <a:cxnLst/>
          <a:rect l="0" t="0" r="0" b="0"/>
          <a:pathLst>
            <a:path>
              <a:moveTo>
                <a:pt x="0" y="997294"/>
              </a:moveTo>
              <a:lnTo>
                <a:pt x="302009" y="997294"/>
              </a:lnTo>
              <a:lnTo>
                <a:pt x="302009" y="0"/>
              </a:lnTo>
              <a:lnTo>
                <a:pt x="604019" y="0"/>
              </a:lnTo>
            </a:path>
          </a:pathLst>
        </a:custGeom>
        <a:noFill/>
        <a:ln w="12700" cap="flat" cmpd="sng" algn="ctr">
          <a:solidFill>
            <a:schemeClr val="accent2">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47252" y="2070941"/>
        <a:ext cx="58297" cy="58297"/>
      </dsp:txXfrm>
    </dsp:sp>
    <dsp:sp modelId="{8363F79E-00FC-CD4D-8BFA-3EFD742743BC}">
      <dsp:nvSpPr>
        <dsp:cNvPr id="0" name=""/>
        <dsp:cNvSpPr/>
      </dsp:nvSpPr>
      <dsp:spPr>
        <a:xfrm>
          <a:off x="2974391" y="480574"/>
          <a:ext cx="585873" cy="2118163"/>
        </a:xfrm>
        <a:custGeom>
          <a:avLst/>
          <a:gdLst/>
          <a:ahLst/>
          <a:cxnLst/>
          <a:rect l="0" t="0" r="0" b="0"/>
          <a:pathLst>
            <a:path>
              <a:moveTo>
                <a:pt x="0" y="2118163"/>
              </a:moveTo>
              <a:lnTo>
                <a:pt x="292936" y="2118163"/>
              </a:lnTo>
              <a:lnTo>
                <a:pt x="292936" y="0"/>
              </a:lnTo>
              <a:lnTo>
                <a:pt x="585873" y="0"/>
              </a:lnTo>
            </a:path>
          </a:pathLst>
        </a:custGeom>
        <a:noFill/>
        <a:ln w="12700" cap="flat" cmpd="sng" algn="ctr">
          <a:solidFill>
            <a:schemeClr val="accent2">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3212385" y="1484713"/>
        <a:ext cx="109884" cy="109884"/>
      </dsp:txXfrm>
    </dsp:sp>
    <dsp:sp modelId="{E7FF18DE-123E-574A-AF5A-636FBA769760}">
      <dsp:nvSpPr>
        <dsp:cNvPr id="0" name=""/>
        <dsp:cNvSpPr/>
      </dsp:nvSpPr>
      <dsp:spPr>
        <a:xfrm rot="16200000">
          <a:off x="2694" y="2124264"/>
          <a:ext cx="4994448" cy="94894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en-US" sz="3400" kern="1200">
              <a:latin typeface="Arial" panose="020B0604020202020204" pitchFamily="34" charset="0"/>
              <a:cs typeface="Arial" panose="020B0604020202020204" pitchFamily="34" charset="0"/>
            </a:rPr>
            <a:t>Các hình thức thực hiện pháp luật</a:t>
          </a:r>
          <a:endParaRPr lang="en-US" sz="3400" kern="1200" dirty="0">
            <a:latin typeface="Arial" panose="020B0604020202020204" pitchFamily="34" charset="0"/>
            <a:cs typeface="Arial" panose="020B0604020202020204" pitchFamily="34" charset="0"/>
          </a:endParaRPr>
        </a:p>
      </dsp:txBody>
      <dsp:txXfrm>
        <a:off x="2694" y="2124264"/>
        <a:ext cx="4994448" cy="948945"/>
      </dsp:txXfrm>
    </dsp:sp>
    <dsp:sp modelId="{87231BE5-DE7E-7A4E-9267-9290F7761479}">
      <dsp:nvSpPr>
        <dsp:cNvPr id="0" name=""/>
        <dsp:cNvSpPr/>
      </dsp:nvSpPr>
      <dsp:spPr>
        <a:xfrm>
          <a:off x="3560264" y="0"/>
          <a:ext cx="4359392" cy="96114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err="1">
              <a:solidFill>
                <a:srgbClr val="C00000"/>
              </a:solidFill>
            </a:rPr>
            <a:t>Tuân</a:t>
          </a:r>
          <a:r>
            <a:rPr lang="en-US" sz="2800" b="1" kern="1200" dirty="0">
              <a:solidFill>
                <a:srgbClr val="C00000"/>
              </a:solidFill>
            </a:rPr>
            <a:t> </a:t>
          </a:r>
          <a:r>
            <a:rPr lang="en-US" sz="2800" b="1" kern="1200" dirty="0" err="1">
              <a:solidFill>
                <a:srgbClr val="C00000"/>
              </a:solidFill>
            </a:rPr>
            <a:t>thủ</a:t>
          </a:r>
          <a:r>
            <a:rPr lang="en-US" sz="2800" b="1" kern="1200" dirty="0">
              <a:solidFill>
                <a:srgbClr val="C00000"/>
              </a:solidFill>
            </a:rPr>
            <a:t> </a:t>
          </a:r>
          <a:r>
            <a:rPr lang="en-US" sz="2800" b="1" kern="1200" dirty="0" err="1">
              <a:solidFill>
                <a:srgbClr val="C00000"/>
              </a:solidFill>
            </a:rPr>
            <a:t>pháp</a:t>
          </a:r>
          <a:r>
            <a:rPr lang="en-US" sz="2800" b="1" kern="1200" dirty="0">
              <a:solidFill>
                <a:srgbClr val="C00000"/>
              </a:solidFill>
            </a:rPr>
            <a:t> </a:t>
          </a:r>
          <a:r>
            <a:rPr lang="en-US" sz="2800" b="1" kern="1200" dirty="0" err="1">
              <a:solidFill>
                <a:srgbClr val="C00000"/>
              </a:solidFill>
            </a:rPr>
            <a:t>luật</a:t>
          </a:r>
          <a:endParaRPr lang="en-US" sz="2800" b="1" kern="1200" dirty="0">
            <a:solidFill>
              <a:srgbClr val="C00000"/>
            </a:solidFill>
          </a:endParaRPr>
        </a:p>
      </dsp:txBody>
      <dsp:txXfrm>
        <a:off x="3560264" y="0"/>
        <a:ext cx="4359392" cy="961148"/>
      </dsp:txXfrm>
    </dsp:sp>
    <dsp:sp modelId="{CBDA9A81-0EE1-D844-946D-A26CC966931E}">
      <dsp:nvSpPr>
        <dsp:cNvPr id="0" name=""/>
        <dsp:cNvSpPr/>
      </dsp:nvSpPr>
      <dsp:spPr>
        <a:xfrm>
          <a:off x="3578410" y="1141579"/>
          <a:ext cx="4430576" cy="919727"/>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err="1">
              <a:solidFill>
                <a:srgbClr val="002060"/>
              </a:solidFill>
            </a:rPr>
            <a:t>Chấp</a:t>
          </a:r>
          <a:r>
            <a:rPr lang="en-US" sz="2800" b="1" kern="1200" dirty="0">
              <a:solidFill>
                <a:srgbClr val="002060"/>
              </a:solidFill>
            </a:rPr>
            <a:t> </a:t>
          </a:r>
          <a:r>
            <a:rPr lang="en-US" sz="2800" b="1" kern="1200" dirty="0" err="1">
              <a:solidFill>
                <a:srgbClr val="002060"/>
              </a:solidFill>
            </a:rPr>
            <a:t>hành</a:t>
          </a:r>
          <a:r>
            <a:rPr lang="en-US" sz="2800" b="1" kern="1200" dirty="0">
              <a:solidFill>
                <a:srgbClr val="002060"/>
              </a:solidFill>
            </a:rPr>
            <a:t> </a:t>
          </a:r>
          <a:r>
            <a:rPr lang="en-US" sz="2800" b="1" kern="1200" dirty="0" err="1">
              <a:solidFill>
                <a:srgbClr val="002060"/>
              </a:solidFill>
            </a:rPr>
            <a:t>pháp</a:t>
          </a:r>
          <a:r>
            <a:rPr lang="en-US" sz="2800" b="1" kern="1200" dirty="0">
              <a:solidFill>
                <a:srgbClr val="002060"/>
              </a:solidFill>
            </a:rPr>
            <a:t> </a:t>
          </a:r>
          <a:r>
            <a:rPr lang="en-US" sz="2800" b="1" kern="1200" dirty="0" err="1">
              <a:solidFill>
                <a:srgbClr val="002060"/>
              </a:solidFill>
            </a:rPr>
            <a:t>luật</a:t>
          </a:r>
          <a:endParaRPr lang="en-US" sz="2800" b="1" kern="1200" dirty="0">
            <a:solidFill>
              <a:srgbClr val="002060"/>
            </a:solidFill>
          </a:endParaRPr>
        </a:p>
      </dsp:txBody>
      <dsp:txXfrm>
        <a:off x="3578410" y="1141579"/>
        <a:ext cx="4430576" cy="919727"/>
      </dsp:txXfrm>
    </dsp:sp>
    <dsp:sp modelId="{B99BF078-691F-5B46-A1BB-A5895CE54352}">
      <dsp:nvSpPr>
        <dsp:cNvPr id="0" name=""/>
        <dsp:cNvSpPr/>
      </dsp:nvSpPr>
      <dsp:spPr>
        <a:xfrm>
          <a:off x="3578410" y="2285694"/>
          <a:ext cx="4432880" cy="919736"/>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err="1">
              <a:solidFill>
                <a:srgbClr val="FFC000"/>
              </a:solidFill>
            </a:rPr>
            <a:t>Sử</a:t>
          </a:r>
          <a:r>
            <a:rPr lang="en-US" sz="2800" b="1" kern="1200" dirty="0">
              <a:solidFill>
                <a:srgbClr val="FFC000"/>
              </a:solidFill>
            </a:rPr>
            <a:t> </a:t>
          </a:r>
          <a:r>
            <a:rPr lang="en-US" sz="2800" b="1" kern="1200" dirty="0" err="1">
              <a:solidFill>
                <a:srgbClr val="FFC000"/>
              </a:solidFill>
            </a:rPr>
            <a:t>dụng</a:t>
          </a:r>
          <a:r>
            <a:rPr lang="en-US" sz="2800" b="1" kern="1200" dirty="0">
              <a:solidFill>
                <a:srgbClr val="FFC000"/>
              </a:solidFill>
            </a:rPr>
            <a:t> </a:t>
          </a:r>
          <a:r>
            <a:rPr lang="en-US" sz="2800" b="1" kern="1200" dirty="0" err="1">
              <a:solidFill>
                <a:srgbClr val="FFC000"/>
              </a:solidFill>
            </a:rPr>
            <a:t>pháp</a:t>
          </a:r>
          <a:r>
            <a:rPr lang="en-US" sz="2800" b="1" kern="1200" dirty="0">
              <a:solidFill>
                <a:srgbClr val="FFC000"/>
              </a:solidFill>
            </a:rPr>
            <a:t> </a:t>
          </a:r>
          <a:r>
            <a:rPr lang="en-US" sz="2800" b="1" kern="1200" dirty="0" err="1">
              <a:solidFill>
                <a:srgbClr val="FFC000"/>
              </a:solidFill>
            </a:rPr>
            <a:t>luật</a:t>
          </a:r>
          <a:endParaRPr lang="en-US" sz="2800" b="1" kern="1200" dirty="0">
            <a:solidFill>
              <a:srgbClr val="FFC000"/>
            </a:solidFill>
          </a:endParaRPr>
        </a:p>
      </dsp:txBody>
      <dsp:txXfrm>
        <a:off x="3578410" y="2285694"/>
        <a:ext cx="4432880" cy="919736"/>
      </dsp:txXfrm>
    </dsp:sp>
    <dsp:sp modelId="{712F75A6-64A8-5348-89D0-A5D9608B6822}">
      <dsp:nvSpPr>
        <dsp:cNvPr id="0" name=""/>
        <dsp:cNvSpPr/>
      </dsp:nvSpPr>
      <dsp:spPr>
        <a:xfrm>
          <a:off x="3578410" y="3353533"/>
          <a:ext cx="4432880" cy="168428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err="1">
              <a:solidFill>
                <a:schemeClr val="bg2">
                  <a:lumMod val="10000"/>
                </a:schemeClr>
              </a:solidFill>
            </a:rPr>
            <a:t>Áp</a:t>
          </a:r>
          <a:r>
            <a:rPr lang="en-US" sz="2800" b="1" kern="1200" dirty="0">
              <a:solidFill>
                <a:schemeClr val="bg2">
                  <a:lumMod val="10000"/>
                </a:schemeClr>
              </a:solidFill>
            </a:rPr>
            <a:t> </a:t>
          </a:r>
          <a:r>
            <a:rPr lang="en-US" sz="2800" b="1" kern="1200" dirty="0" err="1">
              <a:solidFill>
                <a:schemeClr val="bg2">
                  <a:lumMod val="10000"/>
                </a:schemeClr>
              </a:solidFill>
            </a:rPr>
            <a:t>dụng</a:t>
          </a:r>
          <a:r>
            <a:rPr lang="en-US" sz="2800" b="1" kern="1200" dirty="0">
              <a:solidFill>
                <a:schemeClr val="bg2">
                  <a:lumMod val="10000"/>
                </a:schemeClr>
              </a:solidFill>
            </a:rPr>
            <a:t> </a:t>
          </a:r>
          <a:r>
            <a:rPr lang="en-US" sz="2800" b="1" kern="1200" dirty="0" err="1">
              <a:solidFill>
                <a:schemeClr val="bg2">
                  <a:lumMod val="10000"/>
                </a:schemeClr>
              </a:solidFill>
            </a:rPr>
            <a:t>pháp</a:t>
          </a:r>
          <a:r>
            <a:rPr lang="en-US" sz="2800" b="1" kern="1200" dirty="0">
              <a:solidFill>
                <a:schemeClr val="bg2">
                  <a:lumMod val="10000"/>
                </a:schemeClr>
              </a:solidFill>
            </a:rPr>
            <a:t> </a:t>
          </a:r>
          <a:r>
            <a:rPr lang="en-US" sz="2800" b="1" kern="1200" dirty="0" err="1">
              <a:solidFill>
                <a:schemeClr val="bg2">
                  <a:lumMod val="10000"/>
                </a:schemeClr>
              </a:solidFill>
            </a:rPr>
            <a:t>luật</a:t>
          </a:r>
          <a:endParaRPr lang="en-US" sz="2800" b="1" kern="1200" dirty="0">
            <a:solidFill>
              <a:schemeClr val="bg2">
                <a:lumMod val="10000"/>
              </a:schemeClr>
            </a:solidFill>
          </a:endParaRPr>
        </a:p>
      </dsp:txBody>
      <dsp:txXfrm>
        <a:off x="3578410" y="3353533"/>
        <a:ext cx="4432880" cy="168428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CB434C-A676-8942-A01E-9E7031FB6E83}">
      <dsp:nvSpPr>
        <dsp:cNvPr id="0" name=""/>
        <dsp:cNvSpPr/>
      </dsp:nvSpPr>
      <dsp:spPr>
        <a:xfrm>
          <a:off x="0" y="719306"/>
          <a:ext cx="10055225" cy="347493"/>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19295BD4-7FDC-FB41-90AA-243B33A60C23}">
      <dsp:nvSpPr>
        <dsp:cNvPr id="0" name=""/>
        <dsp:cNvSpPr/>
      </dsp:nvSpPr>
      <dsp:spPr>
        <a:xfrm>
          <a:off x="502270" y="38628"/>
          <a:ext cx="9164875" cy="783998"/>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66044" tIns="0" rIns="266044" bIns="0" numCol="1" spcCol="1270" anchor="ctr" anchorCtr="0">
          <a:noAutofit/>
        </a:bodyPr>
        <a:lstStyle/>
        <a:p>
          <a:pPr marL="0" lvl="0" indent="0" algn="ctr" defTabSz="889000">
            <a:lnSpc>
              <a:spcPct val="90000"/>
            </a:lnSpc>
            <a:spcBef>
              <a:spcPct val="0"/>
            </a:spcBef>
            <a:spcAft>
              <a:spcPct val="35000"/>
            </a:spcAft>
            <a:buNone/>
          </a:pPr>
          <a:r>
            <a:rPr lang="en-US" sz="2000" kern="1200" dirty="0" err="1">
              <a:latin typeface="Arial" panose="020B0604020202020204" pitchFamily="34" charset="0"/>
              <a:cs typeface="Arial" panose="020B0604020202020204" pitchFamily="34" charset="0"/>
            </a:rPr>
            <a:t>Khi</a:t>
          </a:r>
          <a:r>
            <a:rPr lang="en-US" sz="2000" kern="1200" dirty="0">
              <a:latin typeface="Arial" panose="020B0604020202020204" pitchFamily="34" charset="0"/>
              <a:cs typeface="Arial" panose="020B0604020202020204" pitchFamily="34" charset="0"/>
            </a:rPr>
            <a:t> </a:t>
          </a:r>
          <a:r>
            <a:rPr lang="en-US" sz="2000" kern="1200" dirty="0" err="1">
              <a:latin typeface="Arial" panose="020B0604020202020204" pitchFamily="34" charset="0"/>
              <a:cs typeface="Arial" panose="020B0604020202020204" pitchFamily="34" charset="0"/>
            </a:rPr>
            <a:t>cần</a:t>
          </a:r>
          <a:r>
            <a:rPr lang="en-US" sz="2000" kern="1200" dirty="0">
              <a:latin typeface="Arial" panose="020B0604020202020204" pitchFamily="34" charset="0"/>
              <a:cs typeface="Arial" panose="020B0604020202020204" pitchFamily="34" charset="0"/>
            </a:rPr>
            <a:t> </a:t>
          </a:r>
          <a:r>
            <a:rPr lang="en-US" sz="2000" kern="1200" dirty="0" err="1">
              <a:latin typeface="Arial" panose="020B0604020202020204" pitchFamily="34" charset="0"/>
              <a:cs typeface="Arial" panose="020B0604020202020204" pitchFamily="34" charset="0"/>
            </a:rPr>
            <a:t>áp</a:t>
          </a:r>
          <a:r>
            <a:rPr lang="en-US" sz="2000" kern="1200" dirty="0">
              <a:latin typeface="Arial" panose="020B0604020202020204" pitchFamily="34" charset="0"/>
              <a:cs typeface="Arial" panose="020B0604020202020204" pitchFamily="34" charset="0"/>
            </a:rPr>
            <a:t> </a:t>
          </a:r>
          <a:r>
            <a:rPr lang="en-US" sz="2000" kern="1200" dirty="0" err="1">
              <a:latin typeface="Arial" panose="020B0604020202020204" pitchFamily="34" charset="0"/>
              <a:cs typeface="Arial" panose="020B0604020202020204" pitchFamily="34" charset="0"/>
            </a:rPr>
            <a:t>dụng</a:t>
          </a:r>
          <a:r>
            <a:rPr lang="en-US" sz="2000" kern="1200" dirty="0">
              <a:latin typeface="Arial" panose="020B0604020202020204" pitchFamily="34" charset="0"/>
              <a:cs typeface="Arial" panose="020B0604020202020204" pitchFamily="34" charset="0"/>
            </a:rPr>
            <a:t> </a:t>
          </a:r>
          <a:r>
            <a:rPr lang="en-US" sz="2000" kern="1200" dirty="0" err="1">
              <a:latin typeface="Arial" panose="020B0604020202020204" pitchFamily="34" charset="0"/>
              <a:cs typeface="Arial" panose="020B0604020202020204" pitchFamily="34" charset="0"/>
            </a:rPr>
            <a:t>các</a:t>
          </a:r>
          <a:r>
            <a:rPr lang="en-US" sz="2000" kern="1200" dirty="0">
              <a:latin typeface="Arial" panose="020B0604020202020204" pitchFamily="34" charset="0"/>
              <a:cs typeface="Arial" panose="020B0604020202020204" pitchFamily="34" charset="0"/>
            </a:rPr>
            <a:t> </a:t>
          </a:r>
          <a:r>
            <a:rPr lang="en-US" sz="2000" kern="1200" dirty="0" err="1">
              <a:latin typeface="Arial" panose="020B0604020202020204" pitchFamily="34" charset="0"/>
              <a:cs typeface="Arial" panose="020B0604020202020204" pitchFamily="34" charset="0"/>
            </a:rPr>
            <a:t>biện</a:t>
          </a:r>
          <a:r>
            <a:rPr lang="en-US" sz="2000" kern="1200" dirty="0">
              <a:latin typeface="Arial" panose="020B0604020202020204" pitchFamily="34" charset="0"/>
              <a:cs typeface="Arial" panose="020B0604020202020204" pitchFamily="34" charset="0"/>
            </a:rPr>
            <a:t> </a:t>
          </a:r>
          <a:r>
            <a:rPr lang="en-US" sz="2000" kern="1200" dirty="0" err="1">
              <a:latin typeface="Arial" panose="020B0604020202020204" pitchFamily="34" charset="0"/>
              <a:cs typeface="Arial" panose="020B0604020202020204" pitchFamily="34" charset="0"/>
            </a:rPr>
            <a:t>pháp</a:t>
          </a:r>
          <a:r>
            <a:rPr lang="en-US" sz="2000" kern="1200" dirty="0">
              <a:latin typeface="Arial" panose="020B0604020202020204" pitchFamily="34" charset="0"/>
              <a:cs typeface="Arial" panose="020B0604020202020204" pitchFamily="34" charset="0"/>
            </a:rPr>
            <a:t> </a:t>
          </a:r>
          <a:r>
            <a:rPr lang="en-US" sz="2000" kern="1200" dirty="0" err="1">
              <a:latin typeface="Arial" panose="020B0604020202020204" pitchFamily="34" charset="0"/>
              <a:cs typeface="Arial" panose="020B0604020202020204" pitchFamily="34" charset="0"/>
            </a:rPr>
            <a:t>cưỡng</a:t>
          </a:r>
          <a:r>
            <a:rPr lang="en-US" sz="2000" kern="1200" dirty="0">
              <a:latin typeface="Arial" panose="020B0604020202020204" pitchFamily="34" charset="0"/>
              <a:cs typeface="Arial" panose="020B0604020202020204" pitchFamily="34" charset="0"/>
            </a:rPr>
            <a:t> </a:t>
          </a:r>
          <a:r>
            <a:rPr lang="en-US" sz="2000" kern="1200" dirty="0" err="1">
              <a:latin typeface="Arial" panose="020B0604020202020204" pitchFamily="34" charset="0"/>
              <a:cs typeface="Arial" panose="020B0604020202020204" pitchFamily="34" charset="0"/>
            </a:rPr>
            <a:t>chế</a:t>
          </a:r>
          <a:r>
            <a:rPr lang="en-US" sz="2000" kern="1200" dirty="0">
              <a:latin typeface="Arial" panose="020B0604020202020204" pitchFamily="34" charset="0"/>
              <a:cs typeface="Arial" panose="020B0604020202020204" pitchFamily="34" charset="0"/>
            </a:rPr>
            <a:t> </a:t>
          </a:r>
          <a:r>
            <a:rPr lang="en-US" sz="2000" kern="1200" dirty="0" err="1">
              <a:latin typeface="Arial" panose="020B0604020202020204" pitchFamily="34" charset="0"/>
              <a:cs typeface="Arial" panose="020B0604020202020204" pitchFamily="34" charset="0"/>
            </a:rPr>
            <a:t>của</a:t>
          </a:r>
          <a:r>
            <a:rPr lang="en-US" sz="2000" kern="1200" dirty="0">
              <a:latin typeface="Arial" panose="020B0604020202020204" pitchFamily="34" charset="0"/>
              <a:cs typeface="Arial" panose="020B0604020202020204" pitchFamily="34" charset="0"/>
            </a:rPr>
            <a:t> </a:t>
          </a:r>
          <a:r>
            <a:rPr lang="en-US" sz="2000" kern="1200" dirty="0" err="1">
              <a:latin typeface="Arial" panose="020B0604020202020204" pitchFamily="34" charset="0"/>
              <a:cs typeface="Arial" panose="020B0604020202020204" pitchFamily="34" charset="0"/>
            </a:rPr>
            <a:t>nhà</a:t>
          </a:r>
          <a:r>
            <a:rPr lang="en-US" sz="2000" kern="1200" dirty="0">
              <a:latin typeface="Arial" panose="020B0604020202020204" pitchFamily="34" charset="0"/>
              <a:cs typeface="Arial" panose="020B0604020202020204" pitchFamily="34" charset="0"/>
            </a:rPr>
            <a:t> </a:t>
          </a:r>
          <a:r>
            <a:rPr lang="en-US" sz="2000" kern="1200" dirty="0" err="1">
              <a:latin typeface="Arial" panose="020B0604020202020204" pitchFamily="34" charset="0"/>
              <a:cs typeface="Arial" panose="020B0604020202020204" pitchFamily="34" charset="0"/>
            </a:rPr>
            <a:t>nước</a:t>
          </a:r>
          <a:r>
            <a:rPr lang="en-US" sz="2000" kern="1200" dirty="0">
              <a:latin typeface="Arial" panose="020B0604020202020204" pitchFamily="34" charset="0"/>
              <a:cs typeface="Arial" panose="020B0604020202020204" pitchFamily="34" charset="0"/>
            </a:rPr>
            <a:t> </a:t>
          </a:r>
          <a:r>
            <a:rPr lang="en-US" sz="2000" kern="1200" dirty="0" err="1">
              <a:latin typeface="Arial" panose="020B0604020202020204" pitchFamily="34" charset="0"/>
              <a:cs typeface="Arial" panose="020B0604020202020204" pitchFamily="34" charset="0"/>
            </a:rPr>
            <a:t>đối</a:t>
          </a:r>
          <a:r>
            <a:rPr lang="en-US" sz="2000" kern="1200" dirty="0">
              <a:latin typeface="Arial" panose="020B0604020202020204" pitchFamily="34" charset="0"/>
              <a:cs typeface="Arial" panose="020B0604020202020204" pitchFamily="34" charset="0"/>
            </a:rPr>
            <a:t> </a:t>
          </a:r>
          <a:r>
            <a:rPr lang="en-US" sz="2000" kern="1200" dirty="0" err="1">
              <a:latin typeface="Arial" panose="020B0604020202020204" pitchFamily="34" charset="0"/>
              <a:cs typeface="Arial" panose="020B0604020202020204" pitchFamily="34" charset="0"/>
            </a:rPr>
            <a:t>với</a:t>
          </a:r>
          <a:r>
            <a:rPr lang="en-US" sz="2000" kern="1200" dirty="0">
              <a:latin typeface="Arial" panose="020B0604020202020204" pitchFamily="34" charset="0"/>
              <a:cs typeface="Arial" panose="020B0604020202020204" pitchFamily="34" charset="0"/>
            </a:rPr>
            <a:t> </a:t>
          </a:r>
          <a:r>
            <a:rPr lang="en-US" sz="2000" kern="1200" dirty="0" err="1">
              <a:latin typeface="Arial" panose="020B0604020202020204" pitchFamily="34" charset="0"/>
              <a:cs typeface="Arial" panose="020B0604020202020204" pitchFamily="34" charset="0"/>
            </a:rPr>
            <a:t>các</a:t>
          </a:r>
          <a:r>
            <a:rPr lang="en-US" sz="2000" kern="1200" dirty="0">
              <a:latin typeface="Arial" panose="020B0604020202020204" pitchFamily="34" charset="0"/>
              <a:cs typeface="Arial" panose="020B0604020202020204" pitchFamily="34" charset="0"/>
            </a:rPr>
            <a:t> </a:t>
          </a:r>
          <a:r>
            <a:rPr lang="en-US" sz="2000" kern="1200" dirty="0" err="1">
              <a:latin typeface="Arial" panose="020B0604020202020204" pitchFamily="34" charset="0"/>
              <a:cs typeface="Arial" panose="020B0604020202020204" pitchFamily="34" charset="0"/>
            </a:rPr>
            <a:t>chủ</a:t>
          </a:r>
          <a:r>
            <a:rPr lang="en-US" sz="2000" kern="1200" dirty="0">
              <a:latin typeface="Arial" panose="020B0604020202020204" pitchFamily="34" charset="0"/>
              <a:cs typeface="Arial" panose="020B0604020202020204" pitchFamily="34" charset="0"/>
            </a:rPr>
            <a:t> </a:t>
          </a:r>
          <a:r>
            <a:rPr lang="en-US" sz="2000" kern="1200" dirty="0" err="1">
              <a:latin typeface="Arial" panose="020B0604020202020204" pitchFamily="34" charset="0"/>
              <a:cs typeface="Arial" panose="020B0604020202020204" pitchFamily="34" charset="0"/>
            </a:rPr>
            <a:t>thể</a:t>
          </a:r>
          <a:r>
            <a:rPr lang="en-US" sz="2000" kern="1200" dirty="0">
              <a:latin typeface="Arial" panose="020B0604020202020204" pitchFamily="34" charset="0"/>
              <a:cs typeface="Arial" panose="020B0604020202020204" pitchFamily="34" charset="0"/>
            </a:rPr>
            <a:t> vi </a:t>
          </a:r>
          <a:r>
            <a:rPr lang="en-US" sz="2000" kern="1200" dirty="0" err="1">
              <a:latin typeface="Arial" panose="020B0604020202020204" pitchFamily="34" charset="0"/>
              <a:cs typeface="Arial" panose="020B0604020202020204" pitchFamily="34" charset="0"/>
            </a:rPr>
            <a:t>phạm</a:t>
          </a:r>
          <a:r>
            <a:rPr lang="en-US" sz="2000" kern="1200" dirty="0">
              <a:latin typeface="Arial" panose="020B0604020202020204" pitchFamily="34" charset="0"/>
              <a:cs typeface="Arial" panose="020B0604020202020204" pitchFamily="34" charset="0"/>
            </a:rPr>
            <a:t> </a:t>
          </a:r>
          <a:r>
            <a:rPr lang="en-US" sz="2000" kern="1200" dirty="0" err="1">
              <a:latin typeface="Arial" panose="020B0604020202020204" pitchFamily="34" charset="0"/>
              <a:cs typeface="Arial" panose="020B0604020202020204" pitchFamily="34" charset="0"/>
            </a:rPr>
            <a:t>pháp</a:t>
          </a:r>
          <a:r>
            <a:rPr lang="en-US" sz="2000" kern="1200" dirty="0">
              <a:latin typeface="Arial" panose="020B0604020202020204" pitchFamily="34" charset="0"/>
              <a:cs typeface="Arial" panose="020B0604020202020204" pitchFamily="34" charset="0"/>
            </a:rPr>
            <a:t> </a:t>
          </a:r>
          <a:r>
            <a:rPr lang="en-US" sz="2000" kern="1200" dirty="0" err="1">
              <a:latin typeface="Arial" panose="020B0604020202020204" pitchFamily="34" charset="0"/>
              <a:cs typeface="Arial" panose="020B0604020202020204" pitchFamily="34" charset="0"/>
            </a:rPr>
            <a:t>luật</a:t>
          </a:r>
          <a:endParaRPr lang="en-US" sz="2000" kern="1200" dirty="0">
            <a:latin typeface="Arial" panose="020B0604020202020204" pitchFamily="34" charset="0"/>
            <a:cs typeface="Arial" panose="020B0604020202020204" pitchFamily="34" charset="0"/>
          </a:endParaRPr>
        </a:p>
      </dsp:txBody>
      <dsp:txXfrm>
        <a:off x="540542" y="76900"/>
        <a:ext cx="9088331" cy="707454"/>
      </dsp:txXfrm>
    </dsp:sp>
    <dsp:sp modelId="{99D49D5E-81A2-6047-A9D9-848A89EAB51F}">
      <dsp:nvSpPr>
        <dsp:cNvPr id="0" name=""/>
        <dsp:cNvSpPr/>
      </dsp:nvSpPr>
      <dsp:spPr>
        <a:xfrm>
          <a:off x="0" y="1758525"/>
          <a:ext cx="10055225" cy="308221"/>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9E8ABE38-1E65-634E-B4BD-A1AD5D6914E2}">
      <dsp:nvSpPr>
        <dsp:cNvPr id="0" name=""/>
        <dsp:cNvSpPr/>
      </dsp:nvSpPr>
      <dsp:spPr>
        <a:xfrm>
          <a:off x="502270" y="1104600"/>
          <a:ext cx="9164875" cy="757244"/>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66044" tIns="0" rIns="266044" bIns="0" numCol="1" spcCol="1270" anchor="ctr" anchorCtr="0">
          <a:noAutofit/>
        </a:bodyPr>
        <a:lstStyle/>
        <a:p>
          <a:pPr marL="0" lvl="0" indent="0" algn="ctr" defTabSz="889000">
            <a:lnSpc>
              <a:spcPct val="90000"/>
            </a:lnSpc>
            <a:spcBef>
              <a:spcPct val="0"/>
            </a:spcBef>
            <a:spcAft>
              <a:spcPct val="35000"/>
            </a:spcAft>
            <a:buNone/>
          </a:pPr>
          <a:r>
            <a:rPr lang="en-US" sz="2000" kern="1200">
              <a:latin typeface="Arial" panose="020B0604020202020204" pitchFamily="34" charset="0"/>
              <a:cs typeface="Arial" panose="020B0604020202020204" pitchFamily="34" charset="0"/>
            </a:rPr>
            <a:t>Khi quyền và nghĩa vụ pháp lý của các chủ thể không mặc nhiên sinh ra, thay đổi hoặc chấm dứt nếu thiếu sự can thiệp của nhà nước</a:t>
          </a:r>
          <a:endParaRPr lang="en-US" sz="2000" kern="1200" dirty="0">
            <a:latin typeface="Arial" panose="020B0604020202020204" pitchFamily="34" charset="0"/>
            <a:cs typeface="Arial" panose="020B0604020202020204" pitchFamily="34" charset="0"/>
          </a:endParaRPr>
        </a:p>
      </dsp:txBody>
      <dsp:txXfrm>
        <a:off x="539236" y="1141566"/>
        <a:ext cx="9090943" cy="683312"/>
      </dsp:txXfrm>
    </dsp:sp>
    <dsp:sp modelId="{1D5C6228-0B40-A949-B5C4-3F3E07CF2C3E}">
      <dsp:nvSpPr>
        <dsp:cNvPr id="0" name=""/>
        <dsp:cNvSpPr/>
      </dsp:nvSpPr>
      <dsp:spPr>
        <a:xfrm>
          <a:off x="0" y="2793433"/>
          <a:ext cx="10055225" cy="359392"/>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9300804B-6B16-A543-A929-7757A6371548}">
      <dsp:nvSpPr>
        <dsp:cNvPr id="0" name=""/>
        <dsp:cNvSpPr/>
      </dsp:nvSpPr>
      <dsp:spPr>
        <a:xfrm>
          <a:off x="502270" y="2104547"/>
          <a:ext cx="9164875" cy="792206"/>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66044" tIns="0" rIns="266044" bIns="0" numCol="1" spcCol="1270" anchor="ctr" anchorCtr="0">
          <a:noAutofit/>
        </a:bodyPr>
        <a:lstStyle/>
        <a:p>
          <a:pPr marL="0" lvl="0" indent="0" algn="ctr" defTabSz="889000">
            <a:lnSpc>
              <a:spcPct val="90000"/>
            </a:lnSpc>
            <a:spcBef>
              <a:spcPct val="0"/>
            </a:spcBef>
            <a:spcAft>
              <a:spcPct val="35000"/>
            </a:spcAft>
            <a:buNone/>
          </a:pPr>
          <a:r>
            <a:rPr lang="en-US" sz="2000" kern="1200">
              <a:latin typeface="Arial" panose="020B0604020202020204" pitchFamily="34" charset="0"/>
              <a:cs typeface="Arial" panose="020B0604020202020204" pitchFamily="34" charset="0"/>
            </a:rPr>
            <a:t>Khi xảy ra tranh chấp giữa các chủ thể quan hệ pháp luật mà các bên không thể tự thoả thuận để giải quyết được</a:t>
          </a:r>
          <a:endParaRPr lang="en-US" sz="2000" kern="1200" dirty="0">
            <a:latin typeface="Arial" panose="020B0604020202020204" pitchFamily="34" charset="0"/>
            <a:cs typeface="Arial" panose="020B0604020202020204" pitchFamily="34" charset="0"/>
          </a:endParaRPr>
        </a:p>
      </dsp:txBody>
      <dsp:txXfrm>
        <a:off x="540942" y="2143219"/>
        <a:ext cx="9087531" cy="714862"/>
      </dsp:txXfrm>
    </dsp:sp>
    <dsp:sp modelId="{111E92ED-9391-724E-A0E7-001D5C225BE0}">
      <dsp:nvSpPr>
        <dsp:cNvPr id="0" name=""/>
        <dsp:cNvSpPr/>
      </dsp:nvSpPr>
      <dsp:spPr>
        <a:xfrm>
          <a:off x="0" y="3876874"/>
          <a:ext cx="10055225" cy="367571"/>
        </a:xfrm>
        <a:prstGeom prst="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CE954799-2540-B24D-931D-2BCEEA8FA2EF}">
      <dsp:nvSpPr>
        <dsp:cNvPr id="0" name=""/>
        <dsp:cNvSpPr/>
      </dsp:nvSpPr>
      <dsp:spPr>
        <a:xfrm>
          <a:off x="502270" y="3190625"/>
          <a:ext cx="9181681" cy="789569"/>
        </a:xfrm>
        <a:prstGeom prst="round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66044" tIns="0" rIns="266044" bIns="0" numCol="1" spcCol="1270" anchor="ctr" anchorCtr="0">
          <a:noAutofit/>
        </a:bodyPr>
        <a:lstStyle/>
        <a:p>
          <a:pPr marL="0" lvl="0" indent="0" algn="ctr" defTabSz="889000">
            <a:lnSpc>
              <a:spcPct val="90000"/>
            </a:lnSpc>
            <a:spcBef>
              <a:spcPct val="0"/>
            </a:spcBef>
            <a:spcAft>
              <a:spcPct val="35000"/>
            </a:spcAft>
            <a:buNone/>
          </a:pPr>
          <a:r>
            <a:rPr lang="en-US" sz="2000" kern="1200">
              <a:latin typeface="Arial" panose="020B0604020202020204" pitchFamily="34" charset="0"/>
              <a:cs typeface="Arial" panose="020B0604020202020204" pitchFamily="34" charset="0"/>
            </a:rPr>
            <a:t>Trong một số trường hợp Nhà nước nhận thâý cần phải kiểm tra giám sát hoạt động của các bên tham gia quan hệ pháp luật hoặc chứng thực sự tồn tại hay không tồn tại của một sự kiện trên thực tế.</a:t>
          </a:r>
          <a:endParaRPr lang="en-US" sz="2000" kern="1200" dirty="0">
            <a:latin typeface="Arial" panose="020B0604020202020204" pitchFamily="34" charset="0"/>
            <a:cs typeface="Arial" panose="020B0604020202020204" pitchFamily="34" charset="0"/>
          </a:endParaRPr>
        </a:p>
      </dsp:txBody>
      <dsp:txXfrm>
        <a:off x="540814" y="3229169"/>
        <a:ext cx="9104593" cy="71248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B1F6DB-854A-5D40-958F-A32C3DA58483}">
      <dsp:nvSpPr>
        <dsp:cNvPr id="0" name=""/>
        <dsp:cNvSpPr/>
      </dsp:nvSpPr>
      <dsp:spPr>
        <a:xfrm>
          <a:off x="267" y="1017720"/>
          <a:ext cx="2509850" cy="2003158"/>
        </a:xfrm>
        <a:prstGeom prst="homePlate">
          <a:avLst/>
        </a:prstGeom>
        <a:gradFill rotWithShape="0">
          <a:gsLst>
            <a:gs pos="0">
              <a:schemeClr val="accent2">
                <a:shade val="50000"/>
                <a:hueOff val="0"/>
                <a:satOff val="0"/>
                <a:lumOff val="0"/>
                <a:alphaOff val="0"/>
                <a:lumMod val="110000"/>
                <a:satMod val="105000"/>
                <a:tint val="67000"/>
              </a:schemeClr>
            </a:gs>
            <a:gs pos="50000">
              <a:schemeClr val="accent2">
                <a:shade val="50000"/>
                <a:hueOff val="0"/>
                <a:satOff val="0"/>
                <a:lumOff val="0"/>
                <a:alphaOff val="0"/>
                <a:lumMod val="105000"/>
                <a:satMod val="103000"/>
                <a:tint val="73000"/>
              </a:schemeClr>
            </a:gs>
            <a:gs pos="100000">
              <a:schemeClr val="accent2">
                <a:shade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en-US" sz="2000" i="1" kern="1200" dirty="0" err="1">
              <a:latin typeface="Arial" panose="020B0604020202020204" pitchFamily="34" charset="0"/>
              <a:cs typeface="Arial" panose="020B0604020202020204" pitchFamily="34" charset="0"/>
            </a:rPr>
            <a:t>Phân</a:t>
          </a:r>
          <a:r>
            <a:rPr lang="en-US" sz="2000" i="1" kern="1200" dirty="0">
              <a:latin typeface="Arial" panose="020B0604020202020204" pitchFamily="34" charset="0"/>
              <a:cs typeface="Arial" panose="020B0604020202020204" pitchFamily="34" charset="0"/>
            </a:rPr>
            <a:t> </a:t>
          </a:r>
          <a:r>
            <a:rPr lang="en-US" sz="2000" i="1" kern="1200" dirty="0" err="1">
              <a:latin typeface="Arial" panose="020B0604020202020204" pitchFamily="34" charset="0"/>
              <a:cs typeface="Arial" panose="020B0604020202020204" pitchFamily="34" charset="0"/>
            </a:rPr>
            <a:t>tích</a:t>
          </a:r>
          <a:r>
            <a:rPr lang="en-US" sz="2000" i="1" kern="1200" dirty="0">
              <a:latin typeface="Arial" panose="020B0604020202020204" pitchFamily="34" charset="0"/>
              <a:cs typeface="Arial" panose="020B0604020202020204" pitchFamily="34" charset="0"/>
            </a:rPr>
            <a:t> </a:t>
          </a:r>
          <a:r>
            <a:rPr lang="en-US" sz="2000" i="1" kern="1200" dirty="0" err="1">
              <a:latin typeface="Arial" panose="020B0604020202020204" pitchFamily="34" charset="0"/>
              <a:cs typeface="Arial" panose="020B0604020202020204" pitchFamily="34" charset="0"/>
            </a:rPr>
            <a:t>đánh</a:t>
          </a:r>
          <a:r>
            <a:rPr lang="en-US" sz="2000" i="1" kern="1200" dirty="0">
              <a:latin typeface="Arial" panose="020B0604020202020204" pitchFamily="34" charset="0"/>
              <a:cs typeface="Arial" panose="020B0604020202020204" pitchFamily="34" charset="0"/>
            </a:rPr>
            <a:t> </a:t>
          </a:r>
          <a:r>
            <a:rPr lang="en-US" sz="2000" i="1" kern="1200" dirty="0" err="1">
              <a:latin typeface="Arial" panose="020B0604020202020204" pitchFamily="34" charset="0"/>
              <a:cs typeface="Arial" panose="020B0604020202020204" pitchFamily="34" charset="0"/>
            </a:rPr>
            <a:t>giá</a:t>
          </a:r>
          <a:r>
            <a:rPr lang="en-US" sz="2000" i="1" kern="1200" dirty="0">
              <a:latin typeface="Arial" panose="020B0604020202020204" pitchFamily="34" charset="0"/>
              <a:cs typeface="Arial" panose="020B0604020202020204" pitchFamily="34" charset="0"/>
            </a:rPr>
            <a:t> </a:t>
          </a:r>
          <a:r>
            <a:rPr lang="en-US" sz="2000" i="1" kern="1200" dirty="0" err="1">
              <a:latin typeface="Arial" panose="020B0604020202020204" pitchFamily="34" charset="0"/>
              <a:cs typeface="Arial" panose="020B0604020202020204" pitchFamily="34" charset="0"/>
            </a:rPr>
            <a:t>chính</a:t>
          </a:r>
          <a:r>
            <a:rPr lang="en-US" sz="2000" i="1" kern="1200" dirty="0">
              <a:latin typeface="Arial" panose="020B0604020202020204" pitchFamily="34" charset="0"/>
              <a:cs typeface="Arial" panose="020B0604020202020204" pitchFamily="34" charset="0"/>
            </a:rPr>
            <a:t> </a:t>
          </a:r>
          <a:r>
            <a:rPr lang="en-US" sz="2000" i="1" kern="1200" dirty="0" err="1">
              <a:latin typeface="Arial" panose="020B0604020202020204" pitchFamily="34" charset="0"/>
              <a:cs typeface="Arial" panose="020B0604020202020204" pitchFamily="34" charset="0"/>
            </a:rPr>
            <a:t>xác</a:t>
          </a:r>
          <a:r>
            <a:rPr lang="en-US" sz="2000" i="1" kern="1200" dirty="0">
              <a:latin typeface="Arial" panose="020B0604020202020204" pitchFamily="34" charset="0"/>
              <a:cs typeface="Arial" panose="020B0604020202020204" pitchFamily="34" charset="0"/>
            </a:rPr>
            <a:t> </a:t>
          </a:r>
          <a:r>
            <a:rPr lang="en-US" sz="2000" i="1" kern="1200" dirty="0" err="1">
              <a:latin typeface="Arial" panose="020B0604020202020204" pitchFamily="34" charset="0"/>
              <a:cs typeface="Arial" panose="020B0604020202020204" pitchFamily="34" charset="0"/>
            </a:rPr>
            <a:t>mọi</a:t>
          </a:r>
          <a:r>
            <a:rPr lang="en-US" sz="2000" i="1" kern="1200" dirty="0">
              <a:latin typeface="Arial" panose="020B0604020202020204" pitchFamily="34" charset="0"/>
              <a:cs typeface="Arial" panose="020B0604020202020204" pitchFamily="34" charset="0"/>
            </a:rPr>
            <a:t> </a:t>
          </a:r>
          <a:r>
            <a:rPr lang="en-US" sz="2000" i="1" kern="1200" dirty="0" err="1">
              <a:latin typeface="Arial" panose="020B0604020202020204" pitchFamily="34" charset="0"/>
              <a:cs typeface="Arial" panose="020B0604020202020204" pitchFamily="34" charset="0"/>
            </a:rPr>
            <a:t>tình</a:t>
          </a:r>
          <a:r>
            <a:rPr lang="en-US" sz="2000" i="1" kern="1200" dirty="0">
              <a:latin typeface="Arial" panose="020B0604020202020204" pitchFamily="34" charset="0"/>
              <a:cs typeface="Arial" panose="020B0604020202020204" pitchFamily="34" charset="0"/>
            </a:rPr>
            <a:t> </a:t>
          </a:r>
          <a:r>
            <a:rPr lang="en-US" sz="2000" i="1" kern="1200" dirty="0" err="1">
              <a:latin typeface="Arial" panose="020B0604020202020204" pitchFamily="34" charset="0"/>
              <a:cs typeface="Arial" panose="020B0604020202020204" pitchFamily="34" charset="0"/>
            </a:rPr>
            <a:t>tiết</a:t>
          </a:r>
          <a:endParaRPr lang="en-US" sz="2000" i="1" kern="1200" dirty="0">
            <a:latin typeface="Arial" panose="020B0604020202020204" pitchFamily="34" charset="0"/>
            <a:cs typeface="Arial" panose="020B0604020202020204" pitchFamily="34" charset="0"/>
          </a:endParaRPr>
        </a:p>
      </dsp:txBody>
      <dsp:txXfrm>
        <a:off x="267" y="1017720"/>
        <a:ext cx="2009061" cy="2003158"/>
      </dsp:txXfrm>
    </dsp:sp>
    <dsp:sp modelId="{0AF3DE5E-C793-AC40-A129-85DACBA52AD7}">
      <dsp:nvSpPr>
        <dsp:cNvPr id="0" name=""/>
        <dsp:cNvSpPr/>
      </dsp:nvSpPr>
      <dsp:spPr>
        <a:xfrm>
          <a:off x="1958168" y="1034915"/>
          <a:ext cx="2937750" cy="2003158"/>
        </a:xfrm>
        <a:prstGeom prst="chevron">
          <a:avLst/>
        </a:prstGeom>
        <a:gradFill rotWithShape="0">
          <a:gsLst>
            <a:gs pos="0">
              <a:schemeClr val="accent2">
                <a:shade val="50000"/>
                <a:hueOff val="58883"/>
                <a:satOff val="-1934"/>
                <a:lumOff val="22476"/>
                <a:alphaOff val="0"/>
                <a:lumMod val="110000"/>
                <a:satMod val="105000"/>
                <a:tint val="67000"/>
              </a:schemeClr>
            </a:gs>
            <a:gs pos="50000">
              <a:schemeClr val="accent2">
                <a:shade val="50000"/>
                <a:hueOff val="58883"/>
                <a:satOff val="-1934"/>
                <a:lumOff val="22476"/>
                <a:alphaOff val="0"/>
                <a:lumMod val="105000"/>
                <a:satMod val="103000"/>
                <a:tint val="73000"/>
              </a:schemeClr>
            </a:gs>
            <a:gs pos="100000">
              <a:schemeClr val="accent2">
                <a:shade val="50000"/>
                <a:hueOff val="58883"/>
                <a:satOff val="-1934"/>
                <a:lumOff val="2247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i="1" kern="1200">
              <a:latin typeface="Arial" panose="020B0604020202020204" pitchFamily="34" charset="0"/>
              <a:cs typeface="Arial" panose="020B0604020202020204" pitchFamily="34" charset="0"/>
            </a:rPr>
            <a:t>Lựa chọn QPPL phù hợp</a:t>
          </a:r>
          <a:endParaRPr lang="en-US" sz="1800" i="1" kern="1200" dirty="0">
            <a:latin typeface="Arial" panose="020B0604020202020204" pitchFamily="34" charset="0"/>
            <a:cs typeface="Arial" panose="020B0604020202020204" pitchFamily="34" charset="0"/>
          </a:endParaRPr>
        </a:p>
      </dsp:txBody>
      <dsp:txXfrm>
        <a:off x="2959747" y="1034915"/>
        <a:ext cx="934592" cy="2003158"/>
      </dsp:txXfrm>
    </dsp:sp>
    <dsp:sp modelId="{F1600CE3-61F4-4C45-BE4C-61F81468E5D7}">
      <dsp:nvSpPr>
        <dsp:cNvPr id="0" name=""/>
        <dsp:cNvSpPr/>
      </dsp:nvSpPr>
      <dsp:spPr>
        <a:xfrm>
          <a:off x="4445290" y="1017720"/>
          <a:ext cx="2995197" cy="2003158"/>
        </a:xfrm>
        <a:prstGeom prst="chevron">
          <a:avLst/>
        </a:prstGeom>
        <a:gradFill rotWithShape="0">
          <a:gsLst>
            <a:gs pos="0">
              <a:schemeClr val="accent2">
                <a:shade val="50000"/>
                <a:hueOff val="117765"/>
                <a:satOff val="-3868"/>
                <a:lumOff val="44951"/>
                <a:alphaOff val="0"/>
                <a:lumMod val="110000"/>
                <a:satMod val="105000"/>
                <a:tint val="67000"/>
              </a:schemeClr>
            </a:gs>
            <a:gs pos="50000">
              <a:schemeClr val="accent2">
                <a:shade val="50000"/>
                <a:hueOff val="117765"/>
                <a:satOff val="-3868"/>
                <a:lumOff val="44951"/>
                <a:alphaOff val="0"/>
                <a:lumMod val="105000"/>
                <a:satMod val="103000"/>
                <a:tint val="73000"/>
              </a:schemeClr>
            </a:gs>
            <a:gs pos="100000">
              <a:schemeClr val="accent2">
                <a:shade val="50000"/>
                <a:hueOff val="117765"/>
                <a:satOff val="-3868"/>
                <a:lumOff val="4495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u="none" kern="1200" dirty="0">
              <a:latin typeface="Arial" panose="020B0604020202020204" pitchFamily="34" charset="0"/>
              <a:cs typeface="Arial" panose="020B0604020202020204" pitchFamily="34" charset="0"/>
            </a:rPr>
            <a:t>Ra </a:t>
          </a:r>
          <a:r>
            <a:rPr lang="en-US" sz="1800" u="none" kern="1200" dirty="0" err="1">
              <a:latin typeface="Arial" panose="020B0604020202020204" pitchFamily="34" charset="0"/>
              <a:cs typeface="Arial" panose="020B0604020202020204" pitchFamily="34" charset="0"/>
            </a:rPr>
            <a:t>văn</a:t>
          </a:r>
          <a:r>
            <a:rPr lang="en-US" sz="1800" u="none" kern="1200" dirty="0">
              <a:latin typeface="Arial" panose="020B0604020202020204" pitchFamily="34" charset="0"/>
              <a:cs typeface="Arial" panose="020B0604020202020204" pitchFamily="34" charset="0"/>
            </a:rPr>
            <a:t> </a:t>
          </a:r>
          <a:r>
            <a:rPr lang="en-US" sz="1800" u="none" kern="1200" dirty="0" err="1">
              <a:latin typeface="Arial" panose="020B0604020202020204" pitchFamily="34" charset="0"/>
              <a:cs typeface="Arial" panose="020B0604020202020204" pitchFamily="34" charset="0"/>
            </a:rPr>
            <a:t>bản</a:t>
          </a:r>
          <a:r>
            <a:rPr lang="en-US" sz="1800" u="none" kern="1200" dirty="0">
              <a:latin typeface="Arial" panose="020B0604020202020204" pitchFamily="34" charset="0"/>
              <a:cs typeface="Arial" panose="020B0604020202020204" pitchFamily="34" charset="0"/>
            </a:rPr>
            <a:t> ADPL</a:t>
          </a:r>
        </a:p>
      </dsp:txBody>
      <dsp:txXfrm>
        <a:off x="5446869" y="1017720"/>
        <a:ext cx="992039" cy="2003158"/>
      </dsp:txXfrm>
    </dsp:sp>
    <dsp:sp modelId="{E91098EF-65FE-ED4B-B1AD-937E6CB4DBDD}">
      <dsp:nvSpPr>
        <dsp:cNvPr id="0" name=""/>
        <dsp:cNvSpPr/>
      </dsp:nvSpPr>
      <dsp:spPr>
        <a:xfrm>
          <a:off x="6939200" y="1017720"/>
          <a:ext cx="3115757" cy="2003158"/>
        </a:xfrm>
        <a:prstGeom prst="chevron">
          <a:avLst/>
        </a:prstGeom>
        <a:gradFill rotWithShape="0">
          <a:gsLst>
            <a:gs pos="0">
              <a:schemeClr val="accent2">
                <a:shade val="50000"/>
                <a:hueOff val="58883"/>
                <a:satOff val="-1934"/>
                <a:lumOff val="22476"/>
                <a:alphaOff val="0"/>
                <a:lumMod val="110000"/>
                <a:satMod val="105000"/>
                <a:tint val="67000"/>
              </a:schemeClr>
            </a:gs>
            <a:gs pos="50000">
              <a:schemeClr val="accent2">
                <a:shade val="50000"/>
                <a:hueOff val="58883"/>
                <a:satOff val="-1934"/>
                <a:lumOff val="22476"/>
                <a:alphaOff val="0"/>
                <a:lumMod val="105000"/>
                <a:satMod val="103000"/>
                <a:tint val="73000"/>
              </a:schemeClr>
            </a:gs>
            <a:gs pos="100000">
              <a:schemeClr val="accent2">
                <a:shade val="50000"/>
                <a:hueOff val="58883"/>
                <a:satOff val="-1934"/>
                <a:lumOff val="2247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i="1" kern="1200">
              <a:latin typeface="Arial" panose="020B0604020202020204" pitchFamily="34" charset="0"/>
              <a:cs typeface="Arial" panose="020B0604020202020204" pitchFamily="34" charset="0"/>
            </a:rPr>
            <a:t>Tổ chức thực hiện văn bản ADPL</a:t>
          </a:r>
          <a:endParaRPr lang="en-US" sz="1800" i="1" kern="1200" dirty="0">
            <a:latin typeface="Arial" panose="020B0604020202020204" pitchFamily="34" charset="0"/>
            <a:cs typeface="Arial" panose="020B0604020202020204" pitchFamily="34" charset="0"/>
          </a:endParaRPr>
        </a:p>
      </dsp:txBody>
      <dsp:txXfrm>
        <a:off x="7940779" y="1017720"/>
        <a:ext cx="1112599" cy="200315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91EC14-C3C9-4942-960D-C3630743E895}">
      <dsp:nvSpPr>
        <dsp:cNvPr id="0" name=""/>
        <dsp:cNvSpPr/>
      </dsp:nvSpPr>
      <dsp:spPr>
        <a:xfrm>
          <a:off x="3605527" y="1153970"/>
          <a:ext cx="2874168" cy="2874168"/>
        </a:xfrm>
        <a:prstGeom prst="ellipse">
          <a:avLst/>
        </a:prstGeom>
        <a:solidFill>
          <a:schemeClr val="accent2">
            <a:alpha val="50000"/>
            <a:hueOff val="0"/>
            <a:satOff val="0"/>
            <a:lumOff val="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55880" tIns="55880" rIns="55880" bIns="55880" numCol="1" spcCol="1270" anchor="ctr" anchorCtr="0">
          <a:noAutofit/>
        </a:bodyPr>
        <a:lstStyle/>
        <a:p>
          <a:pPr marL="0" lvl="0" indent="0" algn="ctr" defTabSz="1955800">
            <a:lnSpc>
              <a:spcPct val="90000"/>
            </a:lnSpc>
            <a:spcBef>
              <a:spcPct val="0"/>
            </a:spcBef>
            <a:spcAft>
              <a:spcPct val="35000"/>
            </a:spcAft>
            <a:buNone/>
          </a:pPr>
          <a:r>
            <a:rPr lang="en-US" sz="4400" kern="1200" dirty="0"/>
            <a:t>Vi </a:t>
          </a:r>
          <a:r>
            <a:rPr lang="en-US" sz="4400" kern="1200" dirty="0" err="1"/>
            <a:t>phạm</a:t>
          </a:r>
          <a:r>
            <a:rPr lang="en-US" sz="4400" kern="1200" dirty="0"/>
            <a:t> </a:t>
          </a:r>
          <a:r>
            <a:rPr lang="en-US" sz="4400" kern="1200" dirty="0" err="1"/>
            <a:t>pháp</a:t>
          </a:r>
          <a:r>
            <a:rPr lang="en-US" sz="4400" kern="1200" dirty="0"/>
            <a:t> </a:t>
          </a:r>
          <a:r>
            <a:rPr lang="en-US" sz="4400" kern="1200" dirty="0" err="1"/>
            <a:t>luật</a:t>
          </a:r>
          <a:endParaRPr lang="en-US" sz="4400" kern="1200" dirty="0"/>
        </a:p>
      </dsp:txBody>
      <dsp:txXfrm>
        <a:off x="4026439" y="1574882"/>
        <a:ext cx="2032344" cy="2032344"/>
      </dsp:txXfrm>
    </dsp:sp>
    <dsp:sp modelId="{23672E05-AD6E-DE42-9C41-2920F7A326A9}">
      <dsp:nvSpPr>
        <dsp:cNvPr id="0" name=""/>
        <dsp:cNvSpPr/>
      </dsp:nvSpPr>
      <dsp:spPr>
        <a:xfrm>
          <a:off x="3751693" y="257"/>
          <a:ext cx="2581837" cy="1438104"/>
        </a:xfrm>
        <a:prstGeom prst="ellipse">
          <a:avLst/>
        </a:prstGeom>
        <a:solidFill>
          <a:schemeClr val="accent3">
            <a:alpha val="50000"/>
            <a:hueOff val="0"/>
            <a:satOff val="0"/>
            <a:lumOff val="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i="1" kern="1200" dirty="0" err="1">
              <a:solidFill>
                <a:srgbClr val="C00000"/>
              </a:solidFill>
              <a:latin typeface="Arial" panose="020B0604020202020204" pitchFamily="34" charset="0"/>
              <a:cs typeface="Arial" panose="020B0604020202020204" pitchFamily="34" charset="0"/>
            </a:rPr>
            <a:t>Phải</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là</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một</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hành</a:t>
          </a:r>
          <a:r>
            <a:rPr lang="en-US" sz="2000" i="1" kern="1200" dirty="0">
              <a:solidFill>
                <a:srgbClr val="C00000"/>
              </a:solidFill>
              <a:latin typeface="Arial" panose="020B0604020202020204" pitchFamily="34" charset="0"/>
              <a:cs typeface="Arial" panose="020B0604020202020204" pitchFamily="34" charset="0"/>
            </a:rPr>
            <a:t> vi </a:t>
          </a:r>
          <a:r>
            <a:rPr lang="en-US" sz="2000" i="1" kern="1200" dirty="0" err="1">
              <a:solidFill>
                <a:srgbClr val="C00000"/>
              </a:solidFill>
              <a:latin typeface="Arial" panose="020B0604020202020204" pitchFamily="34" charset="0"/>
              <a:cs typeface="Arial" panose="020B0604020202020204" pitchFamily="34" charset="0"/>
            </a:rPr>
            <a:t>xảy</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ra</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trên</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thực</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tế</a:t>
          </a:r>
          <a:endParaRPr lang="en-US" sz="2000" i="1" kern="1200" dirty="0">
            <a:solidFill>
              <a:srgbClr val="C00000"/>
            </a:solidFill>
            <a:latin typeface="Arial" panose="020B0604020202020204" pitchFamily="34" charset="0"/>
            <a:cs typeface="Arial" panose="020B0604020202020204" pitchFamily="34" charset="0"/>
          </a:endParaRPr>
        </a:p>
      </dsp:txBody>
      <dsp:txXfrm>
        <a:off x="4129794" y="210862"/>
        <a:ext cx="1825635" cy="1016894"/>
      </dsp:txXfrm>
    </dsp:sp>
    <dsp:sp modelId="{5C18B013-426E-9943-90F9-1AE483A9AFAF}">
      <dsp:nvSpPr>
        <dsp:cNvPr id="0" name=""/>
        <dsp:cNvSpPr/>
      </dsp:nvSpPr>
      <dsp:spPr>
        <a:xfrm>
          <a:off x="6170611" y="1600213"/>
          <a:ext cx="2792226" cy="1864142"/>
        </a:xfrm>
        <a:prstGeom prst="ellipse">
          <a:avLst/>
        </a:prstGeom>
        <a:solidFill>
          <a:schemeClr val="accent4">
            <a:alpha val="50000"/>
            <a:hueOff val="0"/>
            <a:satOff val="0"/>
            <a:lumOff val="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i="1" kern="1200" dirty="0" err="1">
              <a:solidFill>
                <a:srgbClr val="C00000"/>
              </a:solidFill>
              <a:latin typeface="Arial" panose="020B0604020202020204" pitchFamily="34" charset="0"/>
              <a:cs typeface="Arial" panose="020B0604020202020204" pitchFamily="34" charset="0"/>
            </a:rPr>
            <a:t>Phải</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là</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hành</a:t>
          </a:r>
          <a:r>
            <a:rPr lang="en-US" sz="2000" i="1" kern="1200" dirty="0">
              <a:solidFill>
                <a:srgbClr val="C00000"/>
              </a:solidFill>
              <a:latin typeface="Arial" panose="020B0604020202020204" pitchFamily="34" charset="0"/>
              <a:cs typeface="Arial" panose="020B0604020202020204" pitchFamily="34" charset="0"/>
            </a:rPr>
            <a:t> vi </a:t>
          </a:r>
          <a:r>
            <a:rPr lang="en-US" sz="2000" i="1" kern="1200" dirty="0" err="1">
              <a:solidFill>
                <a:srgbClr val="C00000"/>
              </a:solidFill>
              <a:latin typeface="Arial" panose="020B0604020202020204" pitchFamily="34" charset="0"/>
              <a:cs typeface="Arial" panose="020B0604020202020204" pitchFamily="34" charset="0"/>
            </a:rPr>
            <a:t>trái</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với</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quy</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định</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của</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pháp</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luật</a:t>
          </a:r>
          <a:endParaRPr lang="en-US" sz="2000" i="1" kern="1200" dirty="0">
            <a:solidFill>
              <a:srgbClr val="C00000"/>
            </a:solidFill>
            <a:latin typeface="Arial" panose="020B0604020202020204" pitchFamily="34" charset="0"/>
            <a:cs typeface="Arial" panose="020B0604020202020204" pitchFamily="34" charset="0"/>
          </a:endParaRPr>
        </a:p>
      </dsp:txBody>
      <dsp:txXfrm>
        <a:off x="6579523" y="1873210"/>
        <a:ext cx="1974402" cy="1318148"/>
      </dsp:txXfrm>
    </dsp:sp>
    <dsp:sp modelId="{47191297-7732-8E44-A111-0C3B940807D9}">
      <dsp:nvSpPr>
        <dsp:cNvPr id="0" name=""/>
        <dsp:cNvSpPr/>
      </dsp:nvSpPr>
      <dsp:spPr>
        <a:xfrm>
          <a:off x="3665633" y="3744257"/>
          <a:ext cx="2753956" cy="1437084"/>
        </a:xfrm>
        <a:prstGeom prst="ellipse">
          <a:avLst/>
        </a:prstGeom>
        <a:solidFill>
          <a:schemeClr val="accent5">
            <a:alpha val="50000"/>
            <a:hueOff val="0"/>
            <a:satOff val="0"/>
            <a:lumOff val="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i="1" kern="1200" dirty="0" err="1">
              <a:solidFill>
                <a:srgbClr val="C00000"/>
              </a:solidFill>
              <a:latin typeface="Arial" panose="020B0604020202020204" pitchFamily="34" charset="0"/>
              <a:cs typeface="Arial" panose="020B0604020202020204" pitchFamily="34" charset="0"/>
            </a:rPr>
            <a:t>Phải</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chứa</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đựng</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yếu</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tố</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lỗi</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của</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chủ</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thể</a:t>
          </a:r>
          <a:endParaRPr lang="en-US" sz="2000" i="1" kern="1200" dirty="0">
            <a:solidFill>
              <a:srgbClr val="C00000"/>
            </a:solidFill>
            <a:latin typeface="Arial" panose="020B0604020202020204" pitchFamily="34" charset="0"/>
            <a:cs typeface="Arial" panose="020B0604020202020204" pitchFamily="34" charset="0"/>
          </a:endParaRPr>
        </a:p>
      </dsp:txBody>
      <dsp:txXfrm>
        <a:off x="4068941" y="3954713"/>
        <a:ext cx="1947340" cy="1016172"/>
      </dsp:txXfrm>
    </dsp:sp>
    <dsp:sp modelId="{1BA13831-4ACD-4F43-925A-F6E9A05EAFC0}">
      <dsp:nvSpPr>
        <dsp:cNvPr id="0" name=""/>
        <dsp:cNvSpPr/>
      </dsp:nvSpPr>
      <dsp:spPr>
        <a:xfrm>
          <a:off x="1123002" y="1600196"/>
          <a:ext cx="2852224" cy="1829307"/>
        </a:xfrm>
        <a:prstGeom prst="ellipse">
          <a:avLst/>
        </a:prstGeom>
        <a:solidFill>
          <a:schemeClr val="accent6">
            <a:alpha val="50000"/>
            <a:hueOff val="0"/>
            <a:satOff val="0"/>
            <a:lumOff val="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i="1" kern="1200" dirty="0" err="1">
              <a:solidFill>
                <a:srgbClr val="C00000"/>
              </a:solidFill>
              <a:latin typeface="Arial" panose="020B0604020202020204" pitchFamily="34" charset="0"/>
              <a:cs typeface="Arial" panose="020B0604020202020204" pitchFamily="34" charset="0"/>
            </a:rPr>
            <a:t>Phải</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có</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năng</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lực</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trách</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nhiệm</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pháp</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lý</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của</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chủ</a:t>
          </a:r>
          <a:r>
            <a:rPr lang="en-US" sz="2000" i="1" kern="1200" dirty="0">
              <a:solidFill>
                <a:srgbClr val="C00000"/>
              </a:solidFill>
              <a:latin typeface="Arial" panose="020B0604020202020204" pitchFamily="34" charset="0"/>
              <a:cs typeface="Arial" panose="020B0604020202020204" pitchFamily="34" charset="0"/>
            </a:rPr>
            <a:t> </a:t>
          </a:r>
          <a:r>
            <a:rPr lang="en-US" sz="2000" i="1" kern="1200" dirty="0" err="1">
              <a:solidFill>
                <a:srgbClr val="C00000"/>
              </a:solidFill>
              <a:latin typeface="Arial" panose="020B0604020202020204" pitchFamily="34" charset="0"/>
              <a:cs typeface="Arial" panose="020B0604020202020204" pitchFamily="34" charset="0"/>
            </a:rPr>
            <a:t>thể</a:t>
          </a:r>
          <a:endParaRPr lang="en-US" sz="2000" i="1" kern="1200" dirty="0">
            <a:solidFill>
              <a:srgbClr val="C00000"/>
            </a:solidFill>
            <a:latin typeface="Arial" panose="020B0604020202020204" pitchFamily="34" charset="0"/>
            <a:cs typeface="Arial" panose="020B0604020202020204" pitchFamily="34" charset="0"/>
          </a:endParaRPr>
        </a:p>
      </dsp:txBody>
      <dsp:txXfrm>
        <a:off x="1540701" y="1868092"/>
        <a:ext cx="2016826" cy="129351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58F15E-34CB-2844-ADA9-E0DF9A6C275F}">
      <dsp:nvSpPr>
        <dsp:cNvPr id="0" name=""/>
        <dsp:cNvSpPr/>
      </dsp:nvSpPr>
      <dsp:spPr>
        <a:xfrm>
          <a:off x="5285981" y="636832"/>
          <a:ext cx="4505158" cy="703692"/>
        </a:xfrm>
        <a:custGeom>
          <a:avLst/>
          <a:gdLst/>
          <a:ahLst/>
          <a:cxnLst/>
          <a:rect l="0" t="0" r="0" b="0"/>
          <a:pathLst>
            <a:path>
              <a:moveTo>
                <a:pt x="0" y="0"/>
              </a:moveTo>
              <a:lnTo>
                <a:pt x="0" y="601929"/>
              </a:lnTo>
              <a:lnTo>
                <a:pt x="4505158" y="601929"/>
              </a:lnTo>
              <a:lnTo>
                <a:pt x="4505158" y="703692"/>
              </a:lnTo>
            </a:path>
          </a:pathLst>
        </a:custGeom>
        <a:noFill/>
        <a:ln w="12700" cap="flat" cmpd="sng" algn="ctr">
          <a:solidFill>
            <a:schemeClr val="accent3">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968D47-09D2-0E48-BF8E-80B1E80A3B05}">
      <dsp:nvSpPr>
        <dsp:cNvPr id="0" name=""/>
        <dsp:cNvSpPr/>
      </dsp:nvSpPr>
      <dsp:spPr>
        <a:xfrm>
          <a:off x="5285981" y="636832"/>
          <a:ext cx="2423707" cy="703692"/>
        </a:xfrm>
        <a:custGeom>
          <a:avLst/>
          <a:gdLst/>
          <a:ahLst/>
          <a:cxnLst/>
          <a:rect l="0" t="0" r="0" b="0"/>
          <a:pathLst>
            <a:path>
              <a:moveTo>
                <a:pt x="0" y="0"/>
              </a:moveTo>
              <a:lnTo>
                <a:pt x="0" y="601929"/>
              </a:lnTo>
              <a:lnTo>
                <a:pt x="2423707" y="601929"/>
              </a:lnTo>
              <a:lnTo>
                <a:pt x="2423707" y="703692"/>
              </a:lnTo>
            </a:path>
          </a:pathLst>
        </a:custGeom>
        <a:noFill/>
        <a:ln w="12700" cap="flat" cmpd="sng" algn="ctr">
          <a:solidFill>
            <a:schemeClr val="accent3">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0B2F6A-AAE4-3A40-A1AC-69ABB6B16468}">
      <dsp:nvSpPr>
        <dsp:cNvPr id="0" name=""/>
        <dsp:cNvSpPr/>
      </dsp:nvSpPr>
      <dsp:spPr>
        <a:xfrm>
          <a:off x="4435376" y="1825112"/>
          <a:ext cx="1700825" cy="275259"/>
        </a:xfrm>
        <a:custGeom>
          <a:avLst/>
          <a:gdLst/>
          <a:ahLst/>
          <a:cxnLst/>
          <a:rect l="0" t="0" r="0" b="0"/>
          <a:pathLst>
            <a:path>
              <a:moveTo>
                <a:pt x="0" y="0"/>
              </a:moveTo>
              <a:lnTo>
                <a:pt x="0" y="173496"/>
              </a:lnTo>
              <a:lnTo>
                <a:pt x="1700825" y="173496"/>
              </a:lnTo>
              <a:lnTo>
                <a:pt x="1700825" y="275259"/>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7A89F6-7BFB-CD40-B908-8EF4F63091EA}">
      <dsp:nvSpPr>
        <dsp:cNvPr id="0" name=""/>
        <dsp:cNvSpPr/>
      </dsp:nvSpPr>
      <dsp:spPr>
        <a:xfrm>
          <a:off x="4435376" y="1825112"/>
          <a:ext cx="553091" cy="275259"/>
        </a:xfrm>
        <a:custGeom>
          <a:avLst/>
          <a:gdLst/>
          <a:ahLst/>
          <a:cxnLst/>
          <a:rect l="0" t="0" r="0" b="0"/>
          <a:pathLst>
            <a:path>
              <a:moveTo>
                <a:pt x="0" y="0"/>
              </a:moveTo>
              <a:lnTo>
                <a:pt x="0" y="173496"/>
              </a:lnTo>
              <a:lnTo>
                <a:pt x="553091" y="173496"/>
              </a:lnTo>
              <a:lnTo>
                <a:pt x="553091" y="275259"/>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45C1BB-F465-0E4B-A9DD-6858F62EB68E}">
      <dsp:nvSpPr>
        <dsp:cNvPr id="0" name=""/>
        <dsp:cNvSpPr/>
      </dsp:nvSpPr>
      <dsp:spPr>
        <a:xfrm>
          <a:off x="2384221" y="2750784"/>
          <a:ext cx="268335" cy="1899810"/>
        </a:xfrm>
        <a:custGeom>
          <a:avLst/>
          <a:gdLst/>
          <a:ahLst/>
          <a:cxnLst/>
          <a:rect l="0" t="0" r="0" b="0"/>
          <a:pathLst>
            <a:path>
              <a:moveTo>
                <a:pt x="0" y="0"/>
              </a:moveTo>
              <a:lnTo>
                <a:pt x="0" y="1899810"/>
              </a:lnTo>
              <a:lnTo>
                <a:pt x="268335" y="1899810"/>
              </a:lnTo>
            </a:path>
          </a:pathLst>
        </a:custGeom>
        <a:no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A261EB-7CF0-E34B-928D-EBA6A7273934}">
      <dsp:nvSpPr>
        <dsp:cNvPr id="0" name=""/>
        <dsp:cNvSpPr/>
      </dsp:nvSpPr>
      <dsp:spPr>
        <a:xfrm>
          <a:off x="2384221" y="2750784"/>
          <a:ext cx="268335" cy="1299147"/>
        </a:xfrm>
        <a:custGeom>
          <a:avLst/>
          <a:gdLst/>
          <a:ahLst/>
          <a:cxnLst/>
          <a:rect l="0" t="0" r="0" b="0"/>
          <a:pathLst>
            <a:path>
              <a:moveTo>
                <a:pt x="0" y="0"/>
              </a:moveTo>
              <a:lnTo>
                <a:pt x="0" y="1299147"/>
              </a:lnTo>
              <a:lnTo>
                <a:pt x="268335" y="1299147"/>
              </a:lnTo>
            </a:path>
          </a:pathLst>
        </a:custGeom>
        <a:no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1F4C7F-865A-0A49-8A1E-C375E3B66F75}">
      <dsp:nvSpPr>
        <dsp:cNvPr id="0" name=""/>
        <dsp:cNvSpPr/>
      </dsp:nvSpPr>
      <dsp:spPr>
        <a:xfrm>
          <a:off x="2384221" y="2750784"/>
          <a:ext cx="268335" cy="755809"/>
        </a:xfrm>
        <a:custGeom>
          <a:avLst/>
          <a:gdLst/>
          <a:ahLst/>
          <a:cxnLst/>
          <a:rect l="0" t="0" r="0" b="0"/>
          <a:pathLst>
            <a:path>
              <a:moveTo>
                <a:pt x="0" y="0"/>
              </a:moveTo>
              <a:lnTo>
                <a:pt x="0" y="755809"/>
              </a:lnTo>
              <a:lnTo>
                <a:pt x="268335" y="755809"/>
              </a:lnTo>
            </a:path>
          </a:pathLst>
        </a:custGeom>
        <a:no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A0F1F4B-6870-2743-BD7E-0E0D8FC11B8A}">
      <dsp:nvSpPr>
        <dsp:cNvPr id="0" name=""/>
        <dsp:cNvSpPr/>
      </dsp:nvSpPr>
      <dsp:spPr>
        <a:xfrm>
          <a:off x="2384221" y="2750784"/>
          <a:ext cx="268335" cy="248319"/>
        </a:xfrm>
        <a:custGeom>
          <a:avLst/>
          <a:gdLst/>
          <a:ahLst/>
          <a:cxnLst/>
          <a:rect l="0" t="0" r="0" b="0"/>
          <a:pathLst>
            <a:path>
              <a:moveTo>
                <a:pt x="0" y="0"/>
              </a:moveTo>
              <a:lnTo>
                <a:pt x="0" y="248319"/>
              </a:lnTo>
              <a:lnTo>
                <a:pt x="268335" y="248319"/>
              </a:lnTo>
            </a:path>
          </a:pathLst>
        </a:custGeom>
        <a:no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8E2C17A-B142-374F-9EF3-190F1BD8DC8D}">
      <dsp:nvSpPr>
        <dsp:cNvPr id="0" name=""/>
        <dsp:cNvSpPr/>
      </dsp:nvSpPr>
      <dsp:spPr>
        <a:xfrm>
          <a:off x="3081898" y="1825112"/>
          <a:ext cx="1353478" cy="308487"/>
        </a:xfrm>
        <a:custGeom>
          <a:avLst/>
          <a:gdLst/>
          <a:ahLst/>
          <a:cxnLst/>
          <a:rect l="0" t="0" r="0" b="0"/>
          <a:pathLst>
            <a:path>
              <a:moveTo>
                <a:pt x="1353478" y="0"/>
              </a:moveTo>
              <a:lnTo>
                <a:pt x="1353478" y="206724"/>
              </a:lnTo>
              <a:lnTo>
                <a:pt x="0" y="206724"/>
              </a:lnTo>
              <a:lnTo>
                <a:pt x="0" y="308487"/>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65F1AC-871D-5F4D-A2E1-46994C53F963}">
      <dsp:nvSpPr>
        <dsp:cNvPr id="0" name=""/>
        <dsp:cNvSpPr/>
      </dsp:nvSpPr>
      <dsp:spPr>
        <a:xfrm>
          <a:off x="4435376" y="636832"/>
          <a:ext cx="850604" cy="703692"/>
        </a:xfrm>
        <a:custGeom>
          <a:avLst/>
          <a:gdLst/>
          <a:ahLst/>
          <a:cxnLst/>
          <a:rect l="0" t="0" r="0" b="0"/>
          <a:pathLst>
            <a:path>
              <a:moveTo>
                <a:pt x="850604" y="0"/>
              </a:moveTo>
              <a:lnTo>
                <a:pt x="850604" y="601929"/>
              </a:lnTo>
              <a:lnTo>
                <a:pt x="0" y="601929"/>
              </a:lnTo>
              <a:lnTo>
                <a:pt x="0" y="703692"/>
              </a:lnTo>
            </a:path>
          </a:pathLst>
        </a:custGeom>
        <a:noFill/>
        <a:ln w="12700" cap="flat" cmpd="sng" algn="ctr">
          <a:solidFill>
            <a:schemeClr val="accent3">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983C80-A164-7A42-8106-E5448EAF8436}">
      <dsp:nvSpPr>
        <dsp:cNvPr id="0" name=""/>
        <dsp:cNvSpPr/>
      </dsp:nvSpPr>
      <dsp:spPr>
        <a:xfrm>
          <a:off x="204228" y="2588607"/>
          <a:ext cx="301458" cy="2094970"/>
        </a:xfrm>
        <a:custGeom>
          <a:avLst/>
          <a:gdLst/>
          <a:ahLst/>
          <a:cxnLst/>
          <a:rect l="0" t="0" r="0" b="0"/>
          <a:pathLst>
            <a:path>
              <a:moveTo>
                <a:pt x="0" y="0"/>
              </a:moveTo>
              <a:lnTo>
                <a:pt x="0" y="2094970"/>
              </a:lnTo>
              <a:lnTo>
                <a:pt x="301458" y="2094970"/>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92ED23B-BFCC-4541-87D0-2D0DDE84CE9C}">
      <dsp:nvSpPr>
        <dsp:cNvPr id="0" name=""/>
        <dsp:cNvSpPr/>
      </dsp:nvSpPr>
      <dsp:spPr>
        <a:xfrm>
          <a:off x="204228" y="2588607"/>
          <a:ext cx="301458" cy="1133932"/>
        </a:xfrm>
        <a:custGeom>
          <a:avLst/>
          <a:gdLst/>
          <a:ahLst/>
          <a:cxnLst/>
          <a:rect l="0" t="0" r="0" b="0"/>
          <a:pathLst>
            <a:path>
              <a:moveTo>
                <a:pt x="0" y="0"/>
              </a:moveTo>
              <a:lnTo>
                <a:pt x="0" y="1133932"/>
              </a:lnTo>
              <a:lnTo>
                <a:pt x="301458" y="1133932"/>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542074-CC1D-184D-AC23-9697DFFC6702}">
      <dsp:nvSpPr>
        <dsp:cNvPr id="0" name=""/>
        <dsp:cNvSpPr/>
      </dsp:nvSpPr>
      <dsp:spPr>
        <a:xfrm>
          <a:off x="204228" y="2588607"/>
          <a:ext cx="301458" cy="445819"/>
        </a:xfrm>
        <a:custGeom>
          <a:avLst/>
          <a:gdLst/>
          <a:ahLst/>
          <a:cxnLst/>
          <a:rect l="0" t="0" r="0" b="0"/>
          <a:pathLst>
            <a:path>
              <a:moveTo>
                <a:pt x="0" y="0"/>
              </a:moveTo>
              <a:lnTo>
                <a:pt x="0" y="445819"/>
              </a:lnTo>
              <a:lnTo>
                <a:pt x="301458" y="445819"/>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1BF6B3-72DF-9E4A-9E16-7C8E6EEB3C1D}">
      <dsp:nvSpPr>
        <dsp:cNvPr id="0" name=""/>
        <dsp:cNvSpPr/>
      </dsp:nvSpPr>
      <dsp:spPr>
        <a:xfrm>
          <a:off x="1008118" y="636832"/>
          <a:ext cx="4277862" cy="703692"/>
        </a:xfrm>
        <a:custGeom>
          <a:avLst/>
          <a:gdLst/>
          <a:ahLst/>
          <a:cxnLst/>
          <a:rect l="0" t="0" r="0" b="0"/>
          <a:pathLst>
            <a:path>
              <a:moveTo>
                <a:pt x="4277862" y="0"/>
              </a:moveTo>
              <a:lnTo>
                <a:pt x="4277862" y="601929"/>
              </a:lnTo>
              <a:lnTo>
                <a:pt x="0" y="601929"/>
              </a:lnTo>
              <a:lnTo>
                <a:pt x="0" y="703692"/>
              </a:lnTo>
            </a:path>
          </a:pathLst>
        </a:custGeom>
        <a:noFill/>
        <a:ln w="12700" cap="flat" cmpd="sng" algn="ctr">
          <a:solidFill>
            <a:schemeClr val="accent3">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25BDEC-42F5-A744-94A7-17CD6B8C5FBF}">
      <dsp:nvSpPr>
        <dsp:cNvPr id="0" name=""/>
        <dsp:cNvSpPr/>
      </dsp:nvSpPr>
      <dsp:spPr>
        <a:xfrm>
          <a:off x="4180217" y="16038"/>
          <a:ext cx="2211527" cy="620794"/>
        </a:xfrm>
        <a:prstGeom prst="rect">
          <a:avLst/>
        </a:prstGeom>
        <a:gradFill rotWithShape="0">
          <a:gsLst>
            <a:gs pos="0">
              <a:schemeClr val="accent3">
                <a:alpha val="80000"/>
                <a:hueOff val="0"/>
                <a:satOff val="0"/>
                <a:lumOff val="0"/>
                <a:alphaOff val="0"/>
                <a:lumMod val="110000"/>
                <a:satMod val="105000"/>
                <a:tint val="67000"/>
              </a:schemeClr>
            </a:gs>
            <a:gs pos="50000">
              <a:schemeClr val="accent3">
                <a:alpha val="80000"/>
                <a:hueOff val="0"/>
                <a:satOff val="0"/>
                <a:lumOff val="0"/>
                <a:alphaOff val="0"/>
                <a:lumMod val="105000"/>
                <a:satMod val="103000"/>
                <a:tint val="73000"/>
              </a:schemeClr>
            </a:gs>
            <a:gs pos="100000">
              <a:schemeClr val="accent3">
                <a:alpha val="8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a:latin typeface="Times New Roman" panose="02020603050405020304" pitchFamily="18" charset="0"/>
              <a:cs typeface="Times New Roman" panose="02020603050405020304" pitchFamily="18" charset="0"/>
            </a:rPr>
            <a:t>Cấu thành VPPL</a:t>
          </a:r>
          <a:endParaRPr lang="en-US" sz="2000" b="1" kern="1200" dirty="0">
            <a:latin typeface="Times New Roman" panose="02020603050405020304" pitchFamily="18" charset="0"/>
            <a:cs typeface="Times New Roman" panose="02020603050405020304" pitchFamily="18" charset="0"/>
          </a:endParaRPr>
        </a:p>
      </dsp:txBody>
      <dsp:txXfrm>
        <a:off x="4180217" y="16038"/>
        <a:ext cx="2211527" cy="620794"/>
      </dsp:txXfrm>
    </dsp:sp>
    <dsp:sp modelId="{7C5A92B5-D8F8-0546-8801-34F2F0D85795}">
      <dsp:nvSpPr>
        <dsp:cNvPr id="0" name=""/>
        <dsp:cNvSpPr/>
      </dsp:nvSpPr>
      <dsp:spPr>
        <a:xfrm>
          <a:off x="3255" y="1340525"/>
          <a:ext cx="2009726" cy="1248082"/>
        </a:xfrm>
        <a:prstGeom prst="rect">
          <a:avLst/>
        </a:prstGeom>
        <a:gradFill rotWithShape="0">
          <a:gsLst>
            <a:gs pos="0">
              <a:schemeClr val="accent3">
                <a:alpha val="70000"/>
                <a:hueOff val="0"/>
                <a:satOff val="0"/>
                <a:lumOff val="0"/>
                <a:alphaOff val="0"/>
                <a:lumMod val="110000"/>
                <a:satMod val="105000"/>
                <a:tint val="67000"/>
              </a:schemeClr>
            </a:gs>
            <a:gs pos="50000">
              <a:schemeClr val="accent3">
                <a:alpha val="70000"/>
                <a:hueOff val="0"/>
                <a:satOff val="0"/>
                <a:lumOff val="0"/>
                <a:alphaOff val="0"/>
                <a:lumMod val="105000"/>
                <a:satMod val="103000"/>
                <a:tint val="73000"/>
              </a:schemeClr>
            </a:gs>
            <a:gs pos="100000">
              <a:schemeClr val="accent3">
                <a:alpha val="7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err="1">
              <a:highlight>
                <a:srgbClr val="FFFF00"/>
              </a:highlight>
              <a:latin typeface="Times New Roman" panose="02020603050405020304" pitchFamily="18" charset="0"/>
              <a:cs typeface="Times New Roman" panose="02020603050405020304" pitchFamily="18" charset="0"/>
            </a:rPr>
            <a:t>Mặt</a:t>
          </a:r>
          <a:r>
            <a:rPr lang="en-US" sz="1800" kern="1200" dirty="0">
              <a:highlight>
                <a:srgbClr val="FFFF00"/>
              </a:highlight>
              <a:latin typeface="Times New Roman" panose="02020603050405020304" pitchFamily="18" charset="0"/>
              <a:cs typeface="Times New Roman" panose="02020603050405020304" pitchFamily="18" charset="0"/>
            </a:rPr>
            <a:t> </a:t>
          </a:r>
          <a:r>
            <a:rPr lang="en-US" sz="1800" kern="1200" dirty="0" err="1">
              <a:highlight>
                <a:srgbClr val="FFFF00"/>
              </a:highlight>
              <a:latin typeface="Times New Roman" panose="02020603050405020304" pitchFamily="18" charset="0"/>
              <a:cs typeface="Times New Roman" panose="02020603050405020304" pitchFamily="18" charset="0"/>
            </a:rPr>
            <a:t>khách</a:t>
          </a:r>
          <a:r>
            <a:rPr lang="en-US" sz="1800" kern="1200" dirty="0">
              <a:highlight>
                <a:srgbClr val="FFFF00"/>
              </a:highlight>
              <a:latin typeface="Times New Roman" panose="02020603050405020304" pitchFamily="18" charset="0"/>
              <a:cs typeface="Times New Roman" panose="02020603050405020304" pitchFamily="18" charset="0"/>
            </a:rPr>
            <a:t> </a:t>
          </a:r>
          <a:r>
            <a:rPr lang="en-US" sz="1800" kern="1200" dirty="0" err="1">
              <a:highlight>
                <a:srgbClr val="FFFF00"/>
              </a:highlight>
              <a:latin typeface="Times New Roman" panose="02020603050405020304" pitchFamily="18" charset="0"/>
              <a:cs typeface="Times New Roman" panose="02020603050405020304" pitchFamily="18" charset="0"/>
            </a:rPr>
            <a:t>quan</a:t>
          </a:r>
          <a:r>
            <a:rPr lang="en-US" sz="1800" kern="1200" dirty="0">
              <a:highlight>
                <a:srgbClr val="FFFF00"/>
              </a:highlight>
              <a:latin typeface="Times New Roman" panose="02020603050405020304" pitchFamily="18" charset="0"/>
              <a:cs typeface="Times New Roman" panose="02020603050405020304" pitchFamily="18" charset="0"/>
            </a:rPr>
            <a:t> </a:t>
          </a:r>
          <a:r>
            <a:rPr lang="en-US" sz="1800" kern="1200" dirty="0" err="1">
              <a:highlight>
                <a:srgbClr val="FFFF00"/>
              </a:highlight>
              <a:latin typeface="Times New Roman" panose="02020603050405020304" pitchFamily="18" charset="0"/>
              <a:cs typeface="Times New Roman" panose="02020603050405020304" pitchFamily="18" charset="0"/>
            </a:rPr>
            <a:t>của</a:t>
          </a:r>
          <a:r>
            <a:rPr lang="en-US" sz="1800" kern="1200" dirty="0">
              <a:highlight>
                <a:srgbClr val="FFFF00"/>
              </a:highlight>
              <a:latin typeface="Times New Roman" panose="02020603050405020304" pitchFamily="18" charset="0"/>
              <a:cs typeface="Times New Roman" panose="02020603050405020304" pitchFamily="18" charset="0"/>
            </a:rPr>
            <a:t> VPPL </a:t>
          </a:r>
        </a:p>
        <a:p>
          <a:pPr marL="0" lvl="0" indent="0" algn="ctr" defTabSz="8001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a:t>
          </a:r>
          <a:r>
            <a:rPr lang="en-US" sz="1400" kern="1200" dirty="0" err="1">
              <a:latin typeface="Times New Roman" panose="02020603050405020304" pitchFamily="18" charset="0"/>
              <a:cs typeface="Times New Roman" panose="02020603050405020304" pitchFamily="18" charset="0"/>
            </a:rPr>
            <a:t>là</a:t>
          </a:r>
          <a:r>
            <a:rPr lang="en-US" sz="1400" kern="1200" dirty="0">
              <a:latin typeface="Times New Roman" panose="02020603050405020304" pitchFamily="18" charset="0"/>
              <a:cs typeface="Times New Roman" panose="02020603050405020304" pitchFamily="18" charset="0"/>
            </a:rPr>
            <a:t> </a:t>
          </a:r>
          <a:r>
            <a:rPr lang="en-US" sz="1400" kern="1200" dirty="0" err="1">
              <a:latin typeface="Times New Roman" panose="02020603050405020304" pitchFamily="18" charset="0"/>
              <a:cs typeface="Times New Roman" panose="02020603050405020304" pitchFamily="18" charset="0"/>
            </a:rPr>
            <a:t>những</a:t>
          </a:r>
          <a:r>
            <a:rPr lang="en-US" sz="1400" kern="1200" dirty="0">
              <a:latin typeface="Times New Roman" panose="02020603050405020304" pitchFamily="18" charset="0"/>
              <a:cs typeface="Times New Roman" panose="02020603050405020304" pitchFamily="18" charset="0"/>
            </a:rPr>
            <a:t> </a:t>
          </a:r>
          <a:r>
            <a:rPr lang="en-US" sz="1400" kern="1200" dirty="0" err="1">
              <a:latin typeface="Times New Roman" panose="02020603050405020304" pitchFamily="18" charset="0"/>
              <a:cs typeface="Times New Roman" panose="02020603050405020304" pitchFamily="18" charset="0"/>
            </a:rPr>
            <a:t>biểu</a:t>
          </a:r>
          <a:r>
            <a:rPr lang="en-US" sz="1400" kern="1200" dirty="0">
              <a:latin typeface="Times New Roman" panose="02020603050405020304" pitchFamily="18" charset="0"/>
              <a:cs typeface="Times New Roman" panose="02020603050405020304" pitchFamily="18" charset="0"/>
            </a:rPr>
            <a:t> </a:t>
          </a:r>
          <a:r>
            <a:rPr lang="en-US" sz="1400" kern="1200" dirty="0" err="1">
              <a:latin typeface="Times New Roman" panose="02020603050405020304" pitchFamily="18" charset="0"/>
              <a:cs typeface="Times New Roman" panose="02020603050405020304" pitchFamily="18" charset="0"/>
            </a:rPr>
            <a:t>hiện</a:t>
          </a:r>
          <a:r>
            <a:rPr lang="en-US" sz="1400" kern="1200" dirty="0">
              <a:latin typeface="Times New Roman" panose="02020603050405020304" pitchFamily="18" charset="0"/>
              <a:cs typeface="Times New Roman" panose="02020603050405020304" pitchFamily="18" charset="0"/>
            </a:rPr>
            <a:t> </a:t>
          </a:r>
          <a:r>
            <a:rPr lang="en-US" sz="1400" kern="1200" dirty="0" err="1">
              <a:latin typeface="Times New Roman" panose="02020603050405020304" pitchFamily="18" charset="0"/>
              <a:cs typeface="Times New Roman" panose="02020603050405020304" pitchFamily="18" charset="0"/>
            </a:rPr>
            <a:t>ra</a:t>
          </a:r>
          <a:r>
            <a:rPr lang="en-US" sz="1400" kern="1200" dirty="0">
              <a:latin typeface="Times New Roman" panose="02020603050405020304" pitchFamily="18" charset="0"/>
              <a:cs typeface="Times New Roman" panose="02020603050405020304" pitchFamily="18" charset="0"/>
            </a:rPr>
            <a:t> </a:t>
          </a:r>
          <a:r>
            <a:rPr lang="en-US" sz="1400" kern="1200" dirty="0" err="1">
              <a:latin typeface="Times New Roman" panose="02020603050405020304" pitchFamily="18" charset="0"/>
              <a:cs typeface="Times New Roman" panose="02020603050405020304" pitchFamily="18" charset="0"/>
            </a:rPr>
            <a:t>bên</a:t>
          </a:r>
          <a:r>
            <a:rPr lang="en-US" sz="1400" kern="1200" dirty="0">
              <a:latin typeface="Times New Roman" panose="02020603050405020304" pitchFamily="18" charset="0"/>
              <a:cs typeface="Times New Roman" panose="02020603050405020304" pitchFamily="18" charset="0"/>
            </a:rPr>
            <a:t> </a:t>
          </a:r>
          <a:r>
            <a:rPr lang="en-US" sz="1400" kern="1200" dirty="0" err="1">
              <a:latin typeface="Times New Roman" panose="02020603050405020304" pitchFamily="18" charset="0"/>
              <a:cs typeface="Times New Roman" panose="02020603050405020304" pitchFamily="18" charset="0"/>
            </a:rPr>
            <a:t>ngoài</a:t>
          </a:r>
          <a:r>
            <a:rPr lang="en-US" sz="1400" kern="1200" dirty="0">
              <a:latin typeface="Times New Roman" panose="02020603050405020304" pitchFamily="18" charset="0"/>
              <a:cs typeface="Times New Roman" panose="02020603050405020304" pitchFamily="18" charset="0"/>
            </a:rPr>
            <a:t> </a:t>
          </a:r>
          <a:r>
            <a:rPr lang="en-US" sz="1400" kern="1200" dirty="0" err="1">
              <a:latin typeface="Times New Roman" panose="02020603050405020304" pitchFamily="18" charset="0"/>
              <a:cs typeface="Times New Roman" panose="02020603050405020304" pitchFamily="18" charset="0"/>
            </a:rPr>
            <a:t>của</a:t>
          </a:r>
          <a:r>
            <a:rPr lang="en-US" sz="1400" kern="1200" dirty="0">
              <a:latin typeface="Times New Roman" panose="02020603050405020304" pitchFamily="18" charset="0"/>
              <a:cs typeface="Times New Roman" panose="02020603050405020304" pitchFamily="18" charset="0"/>
            </a:rPr>
            <a:t> </a:t>
          </a:r>
          <a:r>
            <a:rPr lang="en-US" sz="1400" kern="1200" dirty="0" err="1">
              <a:latin typeface="Times New Roman" panose="02020603050405020304" pitchFamily="18" charset="0"/>
              <a:cs typeface="Times New Roman" panose="02020603050405020304" pitchFamily="18" charset="0"/>
            </a:rPr>
            <a:t>một</a:t>
          </a:r>
          <a:r>
            <a:rPr lang="en-US" sz="1400" kern="1200" dirty="0">
              <a:latin typeface="Times New Roman" panose="02020603050405020304" pitchFamily="18" charset="0"/>
              <a:cs typeface="Times New Roman" panose="02020603050405020304" pitchFamily="18" charset="0"/>
            </a:rPr>
            <a:t> VPPL)</a:t>
          </a:r>
        </a:p>
      </dsp:txBody>
      <dsp:txXfrm>
        <a:off x="3255" y="1340525"/>
        <a:ext cx="2009726" cy="1248082"/>
      </dsp:txXfrm>
    </dsp:sp>
    <dsp:sp modelId="{F289D222-3894-9448-A4F2-806DDC98C19F}">
      <dsp:nvSpPr>
        <dsp:cNvPr id="0" name=""/>
        <dsp:cNvSpPr/>
      </dsp:nvSpPr>
      <dsp:spPr>
        <a:xfrm>
          <a:off x="505687" y="2792134"/>
          <a:ext cx="969173" cy="484586"/>
        </a:xfrm>
        <a:prstGeom prst="rect">
          <a:avLst/>
        </a:prstGeom>
        <a:gradFill rotWithShape="0">
          <a:gsLst>
            <a:gs pos="0">
              <a:schemeClr val="accent3">
                <a:alpha val="50000"/>
                <a:hueOff val="0"/>
                <a:satOff val="0"/>
                <a:lumOff val="0"/>
                <a:alphaOff val="0"/>
                <a:lumMod val="110000"/>
                <a:satMod val="105000"/>
                <a:tint val="67000"/>
              </a:schemeClr>
            </a:gs>
            <a:gs pos="50000">
              <a:schemeClr val="accent3">
                <a:alpha val="50000"/>
                <a:hueOff val="0"/>
                <a:satOff val="0"/>
                <a:lumOff val="0"/>
                <a:alphaOff val="0"/>
                <a:lumMod val="105000"/>
                <a:satMod val="103000"/>
                <a:tint val="73000"/>
              </a:schemeClr>
            </a:gs>
            <a:gs pos="100000">
              <a:schemeClr val="accent3">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err="1">
              <a:latin typeface="Times New Roman" panose="02020603050405020304" pitchFamily="18" charset="0"/>
              <a:cs typeface="Times New Roman" panose="02020603050405020304" pitchFamily="18" charset="0"/>
            </a:rPr>
            <a:t>Hành</a:t>
          </a:r>
          <a:r>
            <a:rPr lang="en-US" sz="1600" kern="1200" dirty="0">
              <a:latin typeface="Times New Roman" panose="02020603050405020304" pitchFamily="18" charset="0"/>
              <a:cs typeface="Times New Roman" panose="02020603050405020304" pitchFamily="18" charset="0"/>
            </a:rPr>
            <a:t> vi </a:t>
          </a:r>
          <a:r>
            <a:rPr lang="en-US" sz="1600" kern="1200" dirty="0" err="1">
              <a:latin typeface="Times New Roman" panose="02020603050405020304" pitchFamily="18" charset="0"/>
              <a:cs typeface="Times New Roman" panose="02020603050405020304" pitchFamily="18" charset="0"/>
            </a:rPr>
            <a:t>trái</a:t>
          </a:r>
          <a:r>
            <a:rPr lang="en-US" sz="1600" kern="1200" dirty="0">
              <a:latin typeface="Times New Roman" panose="02020603050405020304" pitchFamily="18" charset="0"/>
              <a:cs typeface="Times New Roman" panose="02020603050405020304" pitchFamily="18" charset="0"/>
            </a:rPr>
            <a:t> PL</a:t>
          </a:r>
        </a:p>
      </dsp:txBody>
      <dsp:txXfrm>
        <a:off x="505687" y="2792134"/>
        <a:ext cx="969173" cy="484586"/>
      </dsp:txXfrm>
    </dsp:sp>
    <dsp:sp modelId="{72499966-37B3-6041-8134-A71497E588BB}">
      <dsp:nvSpPr>
        <dsp:cNvPr id="0" name=""/>
        <dsp:cNvSpPr/>
      </dsp:nvSpPr>
      <dsp:spPr>
        <a:xfrm>
          <a:off x="505687" y="3480247"/>
          <a:ext cx="969173" cy="484586"/>
        </a:xfrm>
        <a:prstGeom prst="rect">
          <a:avLst/>
        </a:prstGeom>
        <a:gradFill rotWithShape="0">
          <a:gsLst>
            <a:gs pos="0">
              <a:schemeClr val="accent3">
                <a:alpha val="50000"/>
                <a:hueOff val="0"/>
                <a:satOff val="0"/>
                <a:lumOff val="0"/>
                <a:alphaOff val="0"/>
                <a:lumMod val="110000"/>
                <a:satMod val="105000"/>
                <a:tint val="67000"/>
              </a:schemeClr>
            </a:gs>
            <a:gs pos="50000">
              <a:schemeClr val="accent3">
                <a:alpha val="50000"/>
                <a:hueOff val="0"/>
                <a:satOff val="0"/>
                <a:lumOff val="0"/>
                <a:alphaOff val="0"/>
                <a:lumMod val="105000"/>
                <a:satMod val="103000"/>
                <a:tint val="73000"/>
              </a:schemeClr>
            </a:gs>
            <a:gs pos="100000">
              <a:schemeClr val="accent3">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err="1">
              <a:latin typeface="Times New Roman" panose="02020603050405020304" pitchFamily="18" charset="0"/>
              <a:cs typeface="Times New Roman" panose="02020603050405020304" pitchFamily="18" charset="0"/>
            </a:rPr>
            <a:t>Sự</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thiệt</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hại</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của</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xã</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hội</a:t>
          </a:r>
          <a:endParaRPr lang="en-US" sz="1600" kern="1200" dirty="0">
            <a:latin typeface="Times New Roman" panose="02020603050405020304" pitchFamily="18" charset="0"/>
            <a:cs typeface="Times New Roman" panose="02020603050405020304" pitchFamily="18" charset="0"/>
          </a:endParaRPr>
        </a:p>
      </dsp:txBody>
      <dsp:txXfrm>
        <a:off x="505687" y="3480247"/>
        <a:ext cx="969173" cy="484586"/>
      </dsp:txXfrm>
    </dsp:sp>
    <dsp:sp modelId="{EAE285E9-BCC2-EB4D-88E4-9AC4AD73FDE0}">
      <dsp:nvSpPr>
        <dsp:cNvPr id="0" name=""/>
        <dsp:cNvSpPr/>
      </dsp:nvSpPr>
      <dsp:spPr>
        <a:xfrm>
          <a:off x="505687" y="4168360"/>
          <a:ext cx="1829450" cy="1030434"/>
        </a:xfrm>
        <a:prstGeom prst="rect">
          <a:avLst/>
        </a:prstGeom>
        <a:gradFill rotWithShape="0">
          <a:gsLst>
            <a:gs pos="0">
              <a:schemeClr val="accent3">
                <a:alpha val="50000"/>
                <a:hueOff val="0"/>
                <a:satOff val="0"/>
                <a:lumOff val="0"/>
                <a:alphaOff val="0"/>
                <a:lumMod val="110000"/>
                <a:satMod val="105000"/>
                <a:tint val="67000"/>
              </a:schemeClr>
            </a:gs>
            <a:gs pos="50000">
              <a:schemeClr val="accent3">
                <a:alpha val="50000"/>
                <a:hueOff val="0"/>
                <a:satOff val="0"/>
                <a:lumOff val="0"/>
                <a:alphaOff val="0"/>
                <a:lumMod val="105000"/>
                <a:satMod val="103000"/>
                <a:tint val="73000"/>
              </a:schemeClr>
            </a:gs>
            <a:gs pos="100000">
              <a:schemeClr val="accent3">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err="1">
              <a:latin typeface="Times New Roman" panose="02020603050405020304" pitchFamily="18" charset="0"/>
              <a:cs typeface="Times New Roman" panose="02020603050405020304" pitchFamily="18" charset="0"/>
            </a:rPr>
            <a:t>Mối</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quan</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hệ</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nhân</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quả</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giữa</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hành</a:t>
          </a:r>
          <a:r>
            <a:rPr lang="en-US" sz="1600" kern="1200" dirty="0">
              <a:latin typeface="Times New Roman" panose="02020603050405020304" pitchFamily="18" charset="0"/>
              <a:cs typeface="Times New Roman" panose="02020603050405020304" pitchFamily="18" charset="0"/>
            </a:rPr>
            <a:t> vi </a:t>
          </a:r>
          <a:r>
            <a:rPr lang="en-US" sz="1600" kern="1200" dirty="0" err="1">
              <a:latin typeface="Times New Roman" panose="02020603050405020304" pitchFamily="18" charset="0"/>
              <a:cs typeface="Times New Roman" panose="02020603050405020304" pitchFamily="18" charset="0"/>
            </a:rPr>
            <a:t>trái</a:t>
          </a:r>
          <a:r>
            <a:rPr lang="en-US" sz="1600" kern="1200" dirty="0">
              <a:latin typeface="Times New Roman" panose="02020603050405020304" pitchFamily="18" charset="0"/>
              <a:cs typeface="Times New Roman" panose="02020603050405020304" pitchFamily="18" charset="0"/>
            </a:rPr>
            <a:t> PL </a:t>
          </a:r>
          <a:r>
            <a:rPr lang="en-US" sz="1600" kern="1200" dirty="0" err="1">
              <a:latin typeface="Times New Roman" panose="02020603050405020304" pitchFamily="18" charset="0"/>
              <a:cs typeface="Times New Roman" panose="02020603050405020304" pitchFamily="18" charset="0"/>
            </a:rPr>
            <a:t>và</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sự</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thiệt</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hại</a:t>
          </a:r>
          <a:r>
            <a:rPr lang="en-US" sz="1600" kern="1200" dirty="0">
              <a:latin typeface="Times New Roman" panose="02020603050405020304" pitchFamily="18" charset="0"/>
              <a:cs typeface="Times New Roman" panose="02020603050405020304" pitchFamily="18" charset="0"/>
            </a:rPr>
            <a:t> </a:t>
          </a:r>
          <a:r>
            <a:rPr lang="en-US" sz="1600" kern="1200" dirty="0" err="1">
              <a:latin typeface="Times New Roman" panose="02020603050405020304" pitchFamily="18" charset="0"/>
              <a:cs typeface="Times New Roman" panose="02020603050405020304" pitchFamily="18" charset="0"/>
            </a:rPr>
            <a:t>của</a:t>
          </a:r>
          <a:r>
            <a:rPr lang="en-US" sz="1600" kern="1200" dirty="0">
              <a:latin typeface="Times New Roman" panose="02020603050405020304" pitchFamily="18" charset="0"/>
              <a:cs typeface="Times New Roman" panose="02020603050405020304" pitchFamily="18" charset="0"/>
            </a:rPr>
            <a:t> XH</a:t>
          </a:r>
        </a:p>
      </dsp:txBody>
      <dsp:txXfrm>
        <a:off x="505687" y="4168360"/>
        <a:ext cx="1829450" cy="1030434"/>
      </dsp:txXfrm>
    </dsp:sp>
    <dsp:sp modelId="{7A33CCEF-2DC7-9340-A69E-A1B6B324B422}">
      <dsp:nvSpPr>
        <dsp:cNvPr id="0" name=""/>
        <dsp:cNvSpPr/>
      </dsp:nvSpPr>
      <dsp:spPr>
        <a:xfrm>
          <a:off x="3403623" y="1340525"/>
          <a:ext cx="2063506" cy="484586"/>
        </a:xfrm>
        <a:prstGeom prst="rect">
          <a:avLst/>
        </a:prstGeom>
        <a:gradFill rotWithShape="0">
          <a:gsLst>
            <a:gs pos="0">
              <a:schemeClr val="accent3">
                <a:alpha val="70000"/>
                <a:hueOff val="0"/>
                <a:satOff val="0"/>
                <a:lumOff val="0"/>
                <a:alphaOff val="0"/>
                <a:lumMod val="110000"/>
                <a:satMod val="105000"/>
                <a:tint val="67000"/>
              </a:schemeClr>
            </a:gs>
            <a:gs pos="50000">
              <a:schemeClr val="accent3">
                <a:alpha val="70000"/>
                <a:hueOff val="0"/>
                <a:satOff val="0"/>
                <a:lumOff val="0"/>
                <a:alphaOff val="0"/>
                <a:lumMod val="105000"/>
                <a:satMod val="103000"/>
                <a:tint val="73000"/>
              </a:schemeClr>
            </a:gs>
            <a:gs pos="100000">
              <a:schemeClr val="accent3">
                <a:alpha val="7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err="1">
              <a:highlight>
                <a:srgbClr val="FFFF00"/>
              </a:highlight>
              <a:latin typeface="Times New Roman" panose="02020603050405020304" pitchFamily="18" charset="0"/>
              <a:cs typeface="Times New Roman" panose="02020603050405020304" pitchFamily="18" charset="0"/>
            </a:rPr>
            <a:t>Mặt</a:t>
          </a:r>
          <a:r>
            <a:rPr lang="en-US" sz="1800" kern="1200" dirty="0">
              <a:highlight>
                <a:srgbClr val="FFFF00"/>
              </a:highlight>
              <a:latin typeface="Times New Roman" panose="02020603050405020304" pitchFamily="18" charset="0"/>
              <a:cs typeface="Times New Roman" panose="02020603050405020304" pitchFamily="18" charset="0"/>
            </a:rPr>
            <a:t> </a:t>
          </a:r>
          <a:r>
            <a:rPr lang="en-US" sz="1800" kern="1200" dirty="0" err="1">
              <a:highlight>
                <a:srgbClr val="FFFF00"/>
              </a:highlight>
              <a:latin typeface="Times New Roman" panose="02020603050405020304" pitchFamily="18" charset="0"/>
              <a:cs typeface="Times New Roman" panose="02020603050405020304" pitchFamily="18" charset="0"/>
            </a:rPr>
            <a:t>chủ</a:t>
          </a:r>
          <a:r>
            <a:rPr lang="en-US" sz="1800" kern="1200" dirty="0">
              <a:highlight>
                <a:srgbClr val="FFFF00"/>
              </a:highlight>
              <a:latin typeface="Times New Roman" panose="02020603050405020304" pitchFamily="18" charset="0"/>
              <a:cs typeface="Times New Roman" panose="02020603050405020304" pitchFamily="18" charset="0"/>
            </a:rPr>
            <a:t> </a:t>
          </a:r>
          <a:r>
            <a:rPr lang="en-US" sz="1800" kern="1200" dirty="0" err="1">
              <a:highlight>
                <a:srgbClr val="FFFF00"/>
              </a:highlight>
              <a:latin typeface="Times New Roman" panose="02020603050405020304" pitchFamily="18" charset="0"/>
              <a:cs typeface="Times New Roman" panose="02020603050405020304" pitchFamily="18" charset="0"/>
            </a:rPr>
            <a:t>quan</a:t>
          </a:r>
          <a:r>
            <a:rPr lang="en-US" sz="1800" kern="1200" dirty="0">
              <a:highlight>
                <a:srgbClr val="FFFF00"/>
              </a:highlight>
              <a:latin typeface="Times New Roman" panose="02020603050405020304" pitchFamily="18" charset="0"/>
              <a:cs typeface="Times New Roman" panose="02020603050405020304" pitchFamily="18" charset="0"/>
            </a:rPr>
            <a:t> </a:t>
          </a:r>
          <a:r>
            <a:rPr lang="en-US" sz="1800" kern="1200" dirty="0" err="1">
              <a:highlight>
                <a:srgbClr val="FFFF00"/>
              </a:highlight>
              <a:latin typeface="Times New Roman" panose="02020603050405020304" pitchFamily="18" charset="0"/>
              <a:cs typeface="Times New Roman" panose="02020603050405020304" pitchFamily="18" charset="0"/>
            </a:rPr>
            <a:t>của</a:t>
          </a:r>
          <a:r>
            <a:rPr lang="en-US" sz="1800" kern="1200" dirty="0">
              <a:highlight>
                <a:srgbClr val="FFFF00"/>
              </a:highlight>
              <a:latin typeface="Times New Roman" panose="02020603050405020304" pitchFamily="18" charset="0"/>
              <a:cs typeface="Times New Roman" panose="02020603050405020304" pitchFamily="18" charset="0"/>
            </a:rPr>
            <a:t> VPPL</a:t>
          </a:r>
        </a:p>
      </dsp:txBody>
      <dsp:txXfrm>
        <a:off x="3403623" y="1340525"/>
        <a:ext cx="2063506" cy="484586"/>
      </dsp:txXfrm>
    </dsp:sp>
    <dsp:sp modelId="{F06AA4DA-4C16-9F4C-822B-44ABBAAC91CC}">
      <dsp:nvSpPr>
        <dsp:cNvPr id="0" name=""/>
        <dsp:cNvSpPr/>
      </dsp:nvSpPr>
      <dsp:spPr>
        <a:xfrm>
          <a:off x="2209801" y="2133600"/>
          <a:ext cx="1744192" cy="617184"/>
        </a:xfrm>
        <a:prstGeom prst="rect">
          <a:avLst/>
        </a:prstGeom>
        <a:gradFill rotWithShape="0">
          <a:gsLst>
            <a:gs pos="0">
              <a:schemeClr val="accent3">
                <a:alpha val="50000"/>
                <a:hueOff val="0"/>
                <a:satOff val="0"/>
                <a:lumOff val="0"/>
                <a:alphaOff val="0"/>
                <a:lumMod val="110000"/>
                <a:satMod val="105000"/>
                <a:tint val="67000"/>
              </a:schemeClr>
            </a:gs>
            <a:gs pos="50000">
              <a:schemeClr val="accent3">
                <a:alpha val="50000"/>
                <a:hueOff val="0"/>
                <a:satOff val="0"/>
                <a:lumOff val="0"/>
                <a:alphaOff val="0"/>
                <a:lumMod val="105000"/>
                <a:satMod val="103000"/>
                <a:tint val="73000"/>
              </a:schemeClr>
            </a:gs>
            <a:gs pos="100000">
              <a:schemeClr val="accent3">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u="none" kern="1200" dirty="0" err="1">
              <a:latin typeface="Times New Roman" panose="02020603050405020304" pitchFamily="18" charset="0"/>
              <a:cs typeface="Times New Roman" panose="02020603050405020304" pitchFamily="18" charset="0"/>
            </a:rPr>
            <a:t>Lỗi</a:t>
          </a:r>
          <a:r>
            <a:rPr lang="en-US" sz="1200" u="none" kern="1200" dirty="0">
              <a:latin typeface="Times New Roman" panose="02020603050405020304" pitchFamily="18" charset="0"/>
              <a:cs typeface="Times New Roman" panose="02020603050405020304" pitchFamily="18" charset="0"/>
            </a:rPr>
            <a:t> </a:t>
          </a:r>
        </a:p>
      </dsp:txBody>
      <dsp:txXfrm>
        <a:off x="2209801" y="2133600"/>
        <a:ext cx="1744192" cy="617184"/>
      </dsp:txXfrm>
    </dsp:sp>
    <dsp:sp modelId="{A5D97F8F-5544-884D-8AC2-607CFCCD174F}">
      <dsp:nvSpPr>
        <dsp:cNvPr id="0" name=""/>
        <dsp:cNvSpPr/>
      </dsp:nvSpPr>
      <dsp:spPr>
        <a:xfrm>
          <a:off x="2652556" y="2849349"/>
          <a:ext cx="1656288" cy="299508"/>
        </a:xfrm>
        <a:prstGeom prst="rect">
          <a:avLst/>
        </a:prstGeom>
        <a:gradFill rotWithShape="0">
          <a:gsLst>
            <a:gs pos="0">
              <a:schemeClr val="accent3">
                <a:alpha val="30000"/>
                <a:hueOff val="0"/>
                <a:satOff val="0"/>
                <a:lumOff val="0"/>
                <a:alphaOff val="0"/>
                <a:lumMod val="110000"/>
                <a:satMod val="105000"/>
                <a:tint val="67000"/>
              </a:schemeClr>
            </a:gs>
            <a:gs pos="50000">
              <a:schemeClr val="accent3">
                <a:alpha val="30000"/>
                <a:hueOff val="0"/>
                <a:satOff val="0"/>
                <a:lumOff val="0"/>
                <a:alphaOff val="0"/>
                <a:lumMod val="105000"/>
                <a:satMod val="103000"/>
                <a:tint val="73000"/>
              </a:schemeClr>
            </a:gs>
            <a:gs pos="100000">
              <a:schemeClr val="accent3">
                <a:alpha val="3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0" kern="1200" dirty="0" err="1">
              <a:solidFill>
                <a:schemeClr val="tx1"/>
              </a:solidFill>
              <a:latin typeface="Times New Roman" panose="02020603050405020304" pitchFamily="18" charset="0"/>
              <a:cs typeface="Times New Roman" panose="02020603050405020304" pitchFamily="18" charset="0"/>
            </a:rPr>
            <a:t>Lỗi</a:t>
          </a:r>
          <a:r>
            <a:rPr lang="en-US" sz="1400" b="0" kern="1200" dirty="0">
              <a:solidFill>
                <a:schemeClr val="tx1"/>
              </a:solidFill>
              <a:latin typeface="Times New Roman" panose="02020603050405020304" pitchFamily="18" charset="0"/>
              <a:cs typeface="Times New Roman" panose="02020603050405020304" pitchFamily="18" charset="0"/>
            </a:rPr>
            <a:t> </a:t>
          </a:r>
          <a:r>
            <a:rPr lang="en-US" sz="1400" b="0" kern="1200" dirty="0" err="1">
              <a:solidFill>
                <a:schemeClr val="tx1"/>
              </a:solidFill>
              <a:latin typeface="Times New Roman" panose="02020603050405020304" pitchFamily="18" charset="0"/>
              <a:cs typeface="Times New Roman" panose="02020603050405020304" pitchFamily="18" charset="0"/>
            </a:rPr>
            <a:t>cố</a:t>
          </a:r>
          <a:r>
            <a:rPr lang="en-US" sz="1400" b="0" kern="1200" dirty="0">
              <a:solidFill>
                <a:schemeClr val="tx1"/>
              </a:solidFill>
              <a:latin typeface="Times New Roman" panose="02020603050405020304" pitchFamily="18" charset="0"/>
              <a:cs typeface="Times New Roman" panose="02020603050405020304" pitchFamily="18" charset="0"/>
            </a:rPr>
            <a:t> </a:t>
          </a:r>
          <a:r>
            <a:rPr lang="en-US" sz="1400" b="0" kern="1200" dirty="0" err="1">
              <a:solidFill>
                <a:schemeClr val="tx1"/>
              </a:solidFill>
              <a:latin typeface="Times New Roman" panose="02020603050405020304" pitchFamily="18" charset="0"/>
              <a:cs typeface="Times New Roman" panose="02020603050405020304" pitchFamily="18" charset="0"/>
            </a:rPr>
            <a:t>ý</a:t>
          </a:r>
          <a:r>
            <a:rPr lang="en-US" sz="1400" b="0" kern="1200" dirty="0">
              <a:solidFill>
                <a:schemeClr val="tx1"/>
              </a:solidFill>
              <a:latin typeface="Times New Roman" panose="02020603050405020304" pitchFamily="18" charset="0"/>
              <a:cs typeface="Times New Roman" panose="02020603050405020304" pitchFamily="18" charset="0"/>
            </a:rPr>
            <a:t> </a:t>
          </a:r>
          <a:r>
            <a:rPr lang="en-US" sz="1400" b="0" kern="1200" dirty="0" err="1">
              <a:solidFill>
                <a:schemeClr val="tx1"/>
              </a:solidFill>
              <a:latin typeface="Times New Roman" panose="02020603050405020304" pitchFamily="18" charset="0"/>
              <a:cs typeface="Times New Roman" panose="02020603050405020304" pitchFamily="18" charset="0"/>
            </a:rPr>
            <a:t>trực</a:t>
          </a:r>
          <a:r>
            <a:rPr lang="en-US" sz="1400" b="0" kern="1200" dirty="0">
              <a:solidFill>
                <a:schemeClr val="tx1"/>
              </a:solidFill>
              <a:latin typeface="Times New Roman" panose="02020603050405020304" pitchFamily="18" charset="0"/>
              <a:cs typeface="Times New Roman" panose="02020603050405020304" pitchFamily="18" charset="0"/>
            </a:rPr>
            <a:t> </a:t>
          </a:r>
          <a:r>
            <a:rPr lang="en-US" sz="1400" b="0" kern="1200" dirty="0" err="1">
              <a:solidFill>
                <a:schemeClr val="tx1"/>
              </a:solidFill>
              <a:latin typeface="Times New Roman" panose="02020603050405020304" pitchFamily="18" charset="0"/>
              <a:cs typeface="Times New Roman" panose="02020603050405020304" pitchFamily="18" charset="0"/>
            </a:rPr>
            <a:t>tiếp</a:t>
          </a:r>
          <a:endParaRPr lang="en-US" sz="1400" b="0" kern="1200" dirty="0">
            <a:solidFill>
              <a:schemeClr val="tx1"/>
            </a:solidFill>
            <a:latin typeface="Times New Roman" panose="02020603050405020304" pitchFamily="18" charset="0"/>
            <a:cs typeface="Times New Roman" panose="02020603050405020304" pitchFamily="18" charset="0"/>
          </a:endParaRPr>
        </a:p>
      </dsp:txBody>
      <dsp:txXfrm>
        <a:off x="2652556" y="2849349"/>
        <a:ext cx="1656288" cy="299508"/>
      </dsp:txXfrm>
    </dsp:sp>
    <dsp:sp modelId="{C42217D6-FD36-6341-B685-A95305479BA2}">
      <dsp:nvSpPr>
        <dsp:cNvPr id="0" name=""/>
        <dsp:cNvSpPr/>
      </dsp:nvSpPr>
      <dsp:spPr>
        <a:xfrm>
          <a:off x="2652556" y="3352384"/>
          <a:ext cx="1656288" cy="308420"/>
        </a:xfrm>
        <a:prstGeom prst="rect">
          <a:avLst/>
        </a:prstGeom>
        <a:gradFill rotWithShape="0">
          <a:gsLst>
            <a:gs pos="0">
              <a:schemeClr val="accent3">
                <a:alpha val="30000"/>
                <a:hueOff val="0"/>
                <a:satOff val="0"/>
                <a:lumOff val="0"/>
                <a:alphaOff val="0"/>
                <a:lumMod val="110000"/>
                <a:satMod val="105000"/>
                <a:tint val="67000"/>
              </a:schemeClr>
            </a:gs>
            <a:gs pos="50000">
              <a:schemeClr val="accent3">
                <a:alpha val="30000"/>
                <a:hueOff val="0"/>
                <a:satOff val="0"/>
                <a:lumOff val="0"/>
                <a:alphaOff val="0"/>
                <a:lumMod val="105000"/>
                <a:satMod val="103000"/>
                <a:tint val="73000"/>
              </a:schemeClr>
            </a:gs>
            <a:gs pos="100000">
              <a:schemeClr val="accent3">
                <a:alpha val="3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0" kern="1200" dirty="0" err="1">
              <a:solidFill>
                <a:schemeClr val="tx1"/>
              </a:solidFill>
              <a:latin typeface="Times New Roman" panose="02020603050405020304" pitchFamily="18" charset="0"/>
              <a:cs typeface="Times New Roman" panose="02020603050405020304" pitchFamily="18" charset="0"/>
            </a:rPr>
            <a:t>Lỗi</a:t>
          </a:r>
          <a:r>
            <a:rPr lang="en-US" sz="1400" b="0" kern="1200" dirty="0">
              <a:solidFill>
                <a:schemeClr val="tx1"/>
              </a:solidFill>
              <a:latin typeface="Times New Roman" panose="02020603050405020304" pitchFamily="18" charset="0"/>
              <a:cs typeface="Times New Roman" panose="02020603050405020304" pitchFamily="18" charset="0"/>
            </a:rPr>
            <a:t> </a:t>
          </a:r>
          <a:r>
            <a:rPr lang="en-US" sz="1400" b="0" kern="1200" dirty="0" err="1">
              <a:solidFill>
                <a:schemeClr val="tx1"/>
              </a:solidFill>
              <a:latin typeface="Times New Roman" panose="02020603050405020304" pitchFamily="18" charset="0"/>
              <a:cs typeface="Times New Roman" panose="02020603050405020304" pitchFamily="18" charset="0"/>
            </a:rPr>
            <a:t>cố</a:t>
          </a:r>
          <a:r>
            <a:rPr lang="en-US" sz="1400" b="0" kern="1200" dirty="0">
              <a:solidFill>
                <a:schemeClr val="tx1"/>
              </a:solidFill>
              <a:latin typeface="Times New Roman" panose="02020603050405020304" pitchFamily="18" charset="0"/>
              <a:cs typeface="Times New Roman" panose="02020603050405020304" pitchFamily="18" charset="0"/>
            </a:rPr>
            <a:t> </a:t>
          </a:r>
          <a:r>
            <a:rPr lang="en-US" sz="1400" b="0" kern="1200" dirty="0" err="1">
              <a:solidFill>
                <a:schemeClr val="tx1"/>
              </a:solidFill>
              <a:latin typeface="Times New Roman" panose="02020603050405020304" pitchFamily="18" charset="0"/>
              <a:cs typeface="Times New Roman" panose="02020603050405020304" pitchFamily="18" charset="0"/>
            </a:rPr>
            <a:t>ý</a:t>
          </a:r>
          <a:r>
            <a:rPr lang="en-US" sz="1400" b="0" kern="1200" dirty="0">
              <a:solidFill>
                <a:schemeClr val="tx1"/>
              </a:solidFill>
              <a:latin typeface="Times New Roman" panose="02020603050405020304" pitchFamily="18" charset="0"/>
              <a:cs typeface="Times New Roman" panose="02020603050405020304" pitchFamily="18" charset="0"/>
            </a:rPr>
            <a:t> </a:t>
          </a:r>
          <a:r>
            <a:rPr lang="en-US" sz="1400" b="0" kern="1200" dirty="0" err="1">
              <a:solidFill>
                <a:schemeClr val="tx1"/>
              </a:solidFill>
              <a:latin typeface="Times New Roman" panose="02020603050405020304" pitchFamily="18" charset="0"/>
              <a:cs typeface="Times New Roman" panose="02020603050405020304" pitchFamily="18" charset="0"/>
            </a:rPr>
            <a:t>gián</a:t>
          </a:r>
          <a:r>
            <a:rPr lang="en-US" sz="1400" b="0" kern="1200" dirty="0">
              <a:solidFill>
                <a:schemeClr val="tx1"/>
              </a:solidFill>
              <a:latin typeface="Times New Roman" panose="02020603050405020304" pitchFamily="18" charset="0"/>
              <a:cs typeface="Times New Roman" panose="02020603050405020304" pitchFamily="18" charset="0"/>
            </a:rPr>
            <a:t> </a:t>
          </a:r>
          <a:r>
            <a:rPr lang="en-US" sz="1400" b="0" kern="1200" dirty="0" err="1">
              <a:solidFill>
                <a:schemeClr val="tx1"/>
              </a:solidFill>
              <a:latin typeface="Times New Roman" panose="02020603050405020304" pitchFamily="18" charset="0"/>
              <a:cs typeface="Times New Roman" panose="02020603050405020304" pitchFamily="18" charset="0"/>
            </a:rPr>
            <a:t>tiếp</a:t>
          </a:r>
          <a:endParaRPr lang="en-US" sz="1400" b="0" kern="1200" dirty="0">
            <a:solidFill>
              <a:schemeClr val="tx1"/>
            </a:solidFill>
            <a:latin typeface="Times New Roman" panose="02020603050405020304" pitchFamily="18" charset="0"/>
            <a:cs typeface="Times New Roman" panose="02020603050405020304" pitchFamily="18" charset="0"/>
          </a:endParaRPr>
        </a:p>
      </dsp:txBody>
      <dsp:txXfrm>
        <a:off x="2652556" y="3352384"/>
        <a:ext cx="1656288" cy="308420"/>
      </dsp:txXfrm>
    </dsp:sp>
    <dsp:sp modelId="{FCD2F5DD-CFDD-F641-AAB9-FB468DE3811D}">
      <dsp:nvSpPr>
        <dsp:cNvPr id="0" name=""/>
        <dsp:cNvSpPr/>
      </dsp:nvSpPr>
      <dsp:spPr>
        <a:xfrm>
          <a:off x="2652556" y="3864330"/>
          <a:ext cx="1604602" cy="371203"/>
        </a:xfrm>
        <a:prstGeom prst="rect">
          <a:avLst/>
        </a:prstGeom>
        <a:gradFill rotWithShape="0">
          <a:gsLst>
            <a:gs pos="0">
              <a:schemeClr val="accent3">
                <a:alpha val="30000"/>
                <a:hueOff val="0"/>
                <a:satOff val="0"/>
                <a:lumOff val="0"/>
                <a:alphaOff val="0"/>
                <a:lumMod val="110000"/>
                <a:satMod val="105000"/>
                <a:tint val="67000"/>
              </a:schemeClr>
            </a:gs>
            <a:gs pos="50000">
              <a:schemeClr val="accent3">
                <a:alpha val="30000"/>
                <a:hueOff val="0"/>
                <a:satOff val="0"/>
                <a:lumOff val="0"/>
                <a:alphaOff val="0"/>
                <a:lumMod val="105000"/>
                <a:satMod val="103000"/>
                <a:tint val="73000"/>
              </a:schemeClr>
            </a:gs>
            <a:gs pos="100000">
              <a:schemeClr val="accent3">
                <a:alpha val="3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0" kern="1200" dirty="0" err="1">
              <a:solidFill>
                <a:schemeClr val="tx1"/>
              </a:solidFill>
              <a:latin typeface="Times New Roman" panose="02020603050405020304" pitchFamily="18" charset="0"/>
              <a:cs typeface="Times New Roman" panose="02020603050405020304" pitchFamily="18" charset="0"/>
            </a:rPr>
            <a:t>Lỗi</a:t>
          </a:r>
          <a:r>
            <a:rPr lang="en-US" sz="1400" b="0" kern="1200" dirty="0">
              <a:solidFill>
                <a:schemeClr val="tx1"/>
              </a:solidFill>
              <a:latin typeface="Times New Roman" panose="02020603050405020304" pitchFamily="18" charset="0"/>
              <a:cs typeface="Times New Roman" panose="02020603050405020304" pitchFamily="18" charset="0"/>
            </a:rPr>
            <a:t> </a:t>
          </a:r>
          <a:r>
            <a:rPr lang="en-US" sz="1400" b="0" kern="1200" dirty="0" err="1">
              <a:solidFill>
                <a:schemeClr val="tx1"/>
              </a:solidFill>
              <a:latin typeface="Times New Roman" panose="02020603050405020304" pitchFamily="18" charset="0"/>
              <a:cs typeface="Times New Roman" panose="02020603050405020304" pitchFamily="18" charset="0"/>
            </a:rPr>
            <a:t>vô</a:t>
          </a:r>
          <a:r>
            <a:rPr lang="en-US" sz="1400" b="0" kern="1200" dirty="0">
              <a:solidFill>
                <a:schemeClr val="tx1"/>
              </a:solidFill>
              <a:latin typeface="Times New Roman" panose="02020603050405020304" pitchFamily="18" charset="0"/>
              <a:cs typeface="Times New Roman" panose="02020603050405020304" pitchFamily="18" charset="0"/>
            </a:rPr>
            <a:t> </a:t>
          </a:r>
          <a:r>
            <a:rPr lang="en-US" sz="1400" b="0" kern="1200" dirty="0" err="1">
              <a:solidFill>
                <a:schemeClr val="tx1"/>
              </a:solidFill>
              <a:latin typeface="Times New Roman" panose="02020603050405020304" pitchFamily="18" charset="0"/>
              <a:cs typeface="Times New Roman" panose="02020603050405020304" pitchFamily="18" charset="0"/>
            </a:rPr>
            <a:t>ý</a:t>
          </a:r>
          <a:r>
            <a:rPr lang="en-US" sz="1400" b="0" kern="1200" dirty="0">
              <a:solidFill>
                <a:schemeClr val="tx1"/>
              </a:solidFill>
              <a:latin typeface="Times New Roman" panose="02020603050405020304" pitchFamily="18" charset="0"/>
              <a:cs typeface="Times New Roman" panose="02020603050405020304" pitchFamily="18" charset="0"/>
            </a:rPr>
            <a:t> </a:t>
          </a:r>
          <a:r>
            <a:rPr lang="en-US" sz="1400" b="0" kern="1200" dirty="0" err="1">
              <a:solidFill>
                <a:schemeClr val="tx1"/>
              </a:solidFill>
              <a:latin typeface="Times New Roman" panose="02020603050405020304" pitchFamily="18" charset="0"/>
              <a:cs typeface="Times New Roman" panose="02020603050405020304" pitchFamily="18" charset="0"/>
            </a:rPr>
            <a:t>vì</a:t>
          </a:r>
          <a:r>
            <a:rPr lang="en-US" sz="1400" b="0" kern="1200" dirty="0">
              <a:solidFill>
                <a:schemeClr val="tx1"/>
              </a:solidFill>
              <a:latin typeface="Times New Roman" panose="02020603050405020304" pitchFamily="18" charset="0"/>
              <a:cs typeface="Times New Roman" panose="02020603050405020304" pitchFamily="18" charset="0"/>
            </a:rPr>
            <a:t> </a:t>
          </a:r>
          <a:r>
            <a:rPr lang="en-US" sz="1400" b="0" kern="1200" dirty="0" err="1">
              <a:solidFill>
                <a:schemeClr val="tx1"/>
              </a:solidFill>
              <a:latin typeface="Times New Roman" panose="02020603050405020304" pitchFamily="18" charset="0"/>
              <a:cs typeface="Times New Roman" panose="02020603050405020304" pitchFamily="18" charset="0"/>
            </a:rPr>
            <a:t>quá</a:t>
          </a:r>
          <a:r>
            <a:rPr lang="en-US" sz="1400" b="0" kern="1200" dirty="0">
              <a:solidFill>
                <a:schemeClr val="tx1"/>
              </a:solidFill>
              <a:latin typeface="Times New Roman" panose="02020603050405020304" pitchFamily="18" charset="0"/>
              <a:cs typeface="Times New Roman" panose="02020603050405020304" pitchFamily="18" charset="0"/>
            </a:rPr>
            <a:t> </a:t>
          </a:r>
          <a:r>
            <a:rPr lang="en-US" sz="1400" b="0" kern="1200" dirty="0" err="1">
              <a:solidFill>
                <a:schemeClr val="tx1"/>
              </a:solidFill>
              <a:latin typeface="Times New Roman" panose="02020603050405020304" pitchFamily="18" charset="0"/>
              <a:cs typeface="Times New Roman" panose="02020603050405020304" pitchFamily="18" charset="0"/>
            </a:rPr>
            <a:t>tự</a:t>
          </a:r>
          <a:r>
            <a:rPr lang="en-US" sz="1400" b="0" kern="1200" dirty="0">
              <a:solidFill>
                <a:schemeClr val="tx1"/>
              </a:solidFill>
              <a:latin typeface="Times New Roman" panose="02020603050405020304" pitchFamily="18" charset="0"/>
              <a:cs typeface="Times New Roman" panose="02020603050405020304" pitchFamily="18" charset="0"/>
            </a:rPr>
            <a:t> tin</a:t>
          </a:r>
        </a:p>
      </dsp:txBody>
      <dsp:txXfrm>
        <a:off x="2652556" y="3864330"/>
        <a:ext cx="1604602" cy="371203"/>
      </dsp:txXfrm>
    </dsp:sp>
    <dsp:sp modelId="{25CBA82E-EDDB-9448-B8D3-E741286AD31D}">
      <dsp:nvSpPr>
        <dsp:cNvPr id="0" name=""/>
        <dsp:cNvSpPr/>
      </dsp:nvSpPr>
      <dsp:spPr>
        <a:xfrm>
          <a:off x="2652556" y="4439060"/>
          <a:ext cx="1604592" cy="423068"/>
        </a:xfrm>
        <a:prstGeom prst="rect">
          <a:avLst/>
        </a:prstGeom>
        <a:gradFill rotWithShape="0">
          <a:gsLst>
            <a:gs pos="0">
              <a:schemeClr val="accent3">
                <a:alpha val="30000"/>
                <a:hueOff val="0"/>
                <a:satOff val="0"/>
                <a:lumOff val="0"/>
                <a:alphaOff val="0"/>
                <a:lumMod val="110000"/>
                <a:satMod val="105000"/>
                <a:tint val="67000"/>
              </a:schemeClr>
            </a:gs>
            <a:gs pos="50000">
              <a:schemeClr val="accent3">
                <a:alpha val="30000"/>
                <a:hueOff val="0"/>
                <a:satOff val="0"/>
                <a:lumOff val="0"/>
                <a:alphaOff val="0"/>
                <a:lumMod val="105000"/>
                <a:satMod val="103000"/>
                <a:tint val="73000"/>
              </a:schemeClr>
            </a:gs>
            <a:gs pos="100000">
              <a:schemeClr val="accent3">
                <a:alpha val="3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0" kern="1200" dirty="0" err="1">
              <a:solidFill>
                <a:schemeClr val="tx1"/>
              </a:solidFill>
              <a:latin typeface="Times New Roman" panose="02020603050405020304" pitchFamily="18" charset="0"/>
              <a:cs typeface="Times New Roman" panose="02020603050405020304" pitchFamily="18" charset="0"/>
            </a:rPr>
            <a:t>Lỗi</a:t>
          </a:r>
          <a:r>
            <a:rPr lang="en-US" sz="1400" b="0" kern="1200" dirty="0">
              <a:solidFill>
                <a:schemeClr val="tx1"/>
              </a:solidFill>
              <a:latin typeface="Times New Roman" panose="02020603050405020304" pitchFamily="18" charset="0"/>
              <a:cs typeface="Times New Roman" panose="02020603050405020304" pitchFamily="18" charset="0"/>
            </a:rPr>
            <a:t> </a:t>
          </a:r>
          <a:r>
            <a:rPr lang="en-US" sz="1400" b="0" kern="1200" dirty="0" err="1">
              <a:solidFill>
                <a:schemeClr val="tx1"/>
              </a:solidFill>
              <a:latin typeface="Times New Roman" panose="02020603050405020304" pitchFamily="18" charset="0"/>
              <a:cs typeface="Times New Roman" panose="02020603050405020304" pitchFamily="18" charset="0"/>
            </a:rPr>
            <a:t>vô</a:t>
          </a:r>
          <a:r>
            <a:rPr lang="en-US" sz="1400" b="0" kern="1200" dirty="0">
              <a:solidFill>
                <a:schemeClr val="tx1"/>
              </a:solidFill>
              <a:latin typeface="Times New Roman" panose="02020603050405020304" pitchFamily="18" charset="0"/>
              <a:cs typeface="Times New Roman" panose="02020603050405020304" pitchFamily="18" charset="0"/>
            </a:rPr>
            <a:t> </a:t>
          </a:r>
          <a:r>
            <a:rPr lang="en-US" sz="1400" b="0" kern="1200" dirty="0" err="1">
              <a:solidFill>
                <a:schemeClr val="tx1"/>
              </a:solidFill>
              <a:latin typeface="Times New Roman" panose="02020603050405020304" pitchFamily="18" charset="0"/>
              <a:cs typeface="Times New Roman" panose="02020603050405020304" pitchFamily="18" charset="0"/>
            </a:rPr>
            <a:t>ý</a:t>
          </a:r>
          <a:r>
            <a:rPr lang="en-US" sz="1400" b="0" kern="1200" dirty="0">
              <a:solidFill>
                <a:schemeClr val="tx1"/>
              </a:solidFill>
              <a:latin typeface="Times New Roman" panose="02020603050405020304" pitchFamily="18" charset="0"/>
              <a:cs typeface="Times New Roman" panose="02020603050405020304" pitchFamily="18" charset="0"/>
            </a:rPr>
            <a:t> do </a:t>
          </a:r>
          <a:r>
            <a:rPr lang="en-US" sz="1400" b="0" kern="1200" dirty="0" err="1">
              <a:solidFill>
                <a:schemeClr val="tx1"/>
              </a:solidFill>
              <a:latin typeface="Times New Roman" panose="02020603050405020304" pitchFamily="18" charset="0"/>
              <a:cs typeface="Times New Roman" panose="02020603050405020304" pitchFamily="18" charset="0"/>
            </a:rPr>
            <a:t>cẩu</a:t>
          </a:r>
          <a:r>
            <a:rPr lang="en-US" sz="1400" b="0" kern="1200" dirty="0">
              <a:solidFill>
                <a:schemeClr val="tx1"/>
              </a:solidFill>
              <a:latin typeface="Times New Roman" panose="02020603050405020304" pitchFamily="18" charset="0"/>
              <a:cs typeface="Times New Roman" panose="02020603050405020304" pitchFamily="18" charset="0"/>
            </a:rPr>
            <a:t> </a:t>
          </a:r>
          <a:r>
            <a:rPr lang="en-US" sz="1400" b="0" kern="1200" dirty="0" err="1">
              <a:solidFill>
                <a:schemeClr val="tx1"/>
              </a:solidFill>
              <a:latin typeface="Times New Roman" panose="02020603050405020304" pitchFamily="18" charset="0"/>
              <a:cs typeface="Times New Roman" panose="02020603050405020304" pitchFamily="18" charset="0"/>
            </a:rPr>
            <a:t>thả</a:t>
          </a:r>
          <a:r>
            <a:rPr lang="en-US" sz="1200" kern="1200" dirty="0">
              <a:latin typeface="Times New Roman" panose="02020603050405020304" pitchFamily="18" charset="0"/>
              <a:cs typeface="Times New Roman" panose="02020603050405020304" pitchFamily="18" charset="0"/>
            </a:rPr>
            <a:t>.</a:t>
          </a:r>
        </a:p>
      </dsp:txBody>
      <dsp:txXfrm>
        <a:off x="2652556" y="4439060"/>
        <a:ext cx="1604592" cy="423068"/>
      </dsp:txXfrm>
    </dsp:sp>
    <dsp:sp modelId="{F51C3A5B-EE23-DD47-879C-D25DDDBF3855}">
      <dsp:nvSpPr>
        <dsp:cNvPr id="0" name=""/>
        <dsp:cNvSpPr/>
      </dsp:nvSpPr>
      <dsp:spPr>
        <a:xfrm>
          <a:off x="4503881" y="2100371"/>
          <a:ext cx="969173" cy="1573487"/>
        </a:xfrm>
        <a:prstGeom prst="rect">
          <a:avLst/>
        </a:prstGeom>
        <a:gradFill rotWithShape="0">
          <a:gsLst>
            <a:gs pos="0">
              <a:schemeClr val="accent3">
                <a:alpha val="50000"/>
                <a:hueOff val="0"/>
                <a:satOff val="0"/>
                <a:lumOff val="0"/>
                <a:alphaOff val="0"/>
                <a:lumMod val="110000"/>
                <a:satMod val="105000"/>
                <a:tint val="67000"/>
              </a:schemeClr>
            </a:gs>
            <a:gs pos="50000">
              <a:schemeClr val="accent3">
                <a:alpha val="50000"/>
                <a:hueOff val="0"/>
                <a:satOff val="0"/>
                <a:lumOff val="0"/>
                <a:alphaOff val="0"/>
                <a:lumMod val="105000"/>
                <a:satMod val="103000"/>
                <a:tint val="73000"/>
              </a:schemeClr>
            </a:gs>
            <a:gs pos="100000">
              <a:schemeClr val="accent3">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u="none" kern="1200" dirty="0" err="1">
              <a:latin typeface="Times New Roman" panose="02020603050405020304" pitchFamily="18" charset="0"/>
              <a:cs typeface="Times New Roman" panose="02020603050405020304" pitchFamily="18" charset="0"/>
            </a:rPr>
            <a:t>Động</a:t>
          </a:r>
          <a:r>
            <a:rPr lang="en-US" sz="1800" u="none" kern="1200" dirty="0">
              <a:latin typeface="Times New Roman" panose="02020603050405020304" pitchFamily="18" charset="0"/>
              <a:cs typeface="Times New Roman" panose="02020603050405020304" pitchFamily="18" charset="0"/>
            </a:rPr>
            <a:t> </a:t>
          </a:r>
          <a:r>
            <a:rPr lang="en-US" sz="1800" u="none" kern="1200" dirty="0" err="1">
              <a:latin typeface="Times New Roman" panose="02020603050405020304" pitchFamily="18" charset="0"/>
              <a:cs typeface="Times New Roman" panose="02020603050405020304" pitchFamily="18" charset="0"/>
            </a:rPr>
            <a:t>cơ</a:t>
          </a:r>
          <a:r>
            <a:rPr lang="en-US" sz="1800" u="none" kern="1200" dirty="0">
              <a:latin typeface="Times New Roman" panose="02020603050405020304" pitchFamily="18" charset="0"/>
              <a:cs typeface="Times New Roman" panose="02020603050405020304" pitchFamily="18" charset="0"/>
            </a:rPr>
            <a:t> vi </a:t>
          </a:r>
          <a:r>
            <a:rPr lang="en-US" sz="1800" u="none" kern="1200" dirty="0" err="1">
              <a:latin typeface="Times New Roman" panose="02020603050405020304" pitchFamily="18" charset="0"/>
              <a:cs typeface="Times New Roman" panose="02020603050405020304" pitchFamily="18" charset="0"/>
            </a:rPr>
            <a:t>phạm</a:t>
          </a:r>
          <a:r>
            <a:rPr lang="en-US" sz="1800" u="none" kern="1200" dirty="0">
              <a:latin typeface="Times New Roman" panose="02020603050405020304" pitchFamily="18" charset="0"/>
              <a:cs typeface="Times New Roman" panose="02020603050405020304" pitchFamily="18" charset="0"/>
            </a:rPr>
            <a:t> </a:t>
          </a:r>
        </a:p>
      </dsp:txBody>
      <dsp:txXfrm>
        <a:off x="4503881" y="2100371"/>
        <a:ext cx="969173" cy="1573487"/>
      </dsp:txXfrm>
    </dsp:sp>
    <dsp:sp modelId="{957F9D3B-C275-EE4E-B894-3A02A35DB752}">
      <dsp:nvSpPr>
        <dsp:cNvPr id="0" name=""/>
        <dsp:cNvSpPr/>
      </dsp:nvSpPr>
      <dsp:spPr>
        <a:xfrm>
          <a:off x="5651615" y="2100371"/>
          <a:ext cx="969173" cy="1965391"/>
        </a:xfrm>
        <a:prstGeom prst="rect">
          <a:avLst/>
        </a:prstGeom>
        <a:gradFill rotWithShape="0">
          <a:gsLst>
            <a:gs pos="0">
              <a:schemeClr val="accent3">
                <a:alpha val="50000"/>
                <a:hueOff val="0"/>
                <a:satOff val="0"/>
                <a:lumOff val="0"/>
                <a:alphaOff val="0"/>
                <a:lumMod val="110000"/>
                <a:satMod val="105000"/>
                <a:tint val="67000"/>
              </a:schemeClr>
            </a:gs>
            <a:gs pos="50000">
              <a:schemeClr val="accent3">
                <a:alpha val="50000"/>
                <a:hueOff val="0"/>
                <a:satOff val="0"/>
                <a:lumOff val="0"/>
                <a:alphaOff val="0"/>
                <a:lumMod val="105000"/>
                <a:satMod val="103000"/>
                <a:tint val="73000"/>
              </a:schemeClr>
            </a:gs>
            <a:gs pos="100000">
              <a:schemeClr val="accent3">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u="none" kern="1200" dirty="0" err="1">
              <a:latin typeface="Times New Roman" panose="02020603050405020304" pitchFamily="18" charset="0"/>
              <a:cs typeface="Times New Roman" panose="02020603050405020304" pitchFamily="18" charset="0"/>
            </a:rPr>
            <a:t>Mục</a:t>
          </a:r>
          <a:r>
            <a:rPr lang="en-US" sz="1800" u="none" kern="1200" dirty="0">
              <a:latin typeface="Times New Roman" panose="02020603050405020304" pitchFamily="18" charset="0"/>
              <a:cs typeface="Times New Roman" panose="02020603050405020304" pitchFamily="18" charset="0"/>
            </a:rPr>
            <a:t> </a:t>
          </a:r>
          <a:r>
            <a:rPr lang="en-US" sz="1800" u="none" kern="1200" dirty="0" err="1">
              <a:latin typeface="Times New Roman" panose="02020603050405020304" pitchFamily="18" charset="0"/>
              <a:cs typeface="Times New Roman" panose="02020603050405020304" pitchFamily="18" charset="0"/>
            </a:rPr>
            <a:t>đích</a:t>
          </a:r>
          <a:r>
            <a:rPr lang="en-US" sz="1800" u="none" kern="1200" dirty="0">
              <a:latin typeface="Times New Roman" panose="02020603050405020304" pitchFamily="18" charset="0"/>
              <a:cs typeface="Times New Roman" panose="02020603050405020304" pitchFamily="18" charset="0"/>
            </a:rPr>
            <a:t> </a:t>
          </a:r>
        </a:p>
      </dsp:txBody>
      <dsp:txXfrm>
        <a:off x="5651615" y="2100371"/>
        <a:ext cx="969173" cy="1965391"/>
      </dsp:txXfrm>
    </dsp:sp>
    <dsp:sp modelId="{1BE66474-D8B4-5549-A20E-9D127B75FE85}">
      <dsp:nvSpPr>
        <dsp:cNvPr id="0" name=""/>
        <dsp:cNvSpPr/>
      </dsp:nvSpPr>
      <dsp:spPr>
        <a:xfrm>
          <a:off x="6857771" y="1340525"/>
          <a:ext cx="1703836" cy="1077711"/>
        </a:xfrm>
        <a:prstGeom prst="rect">
          <a:avLst/>
        </a:prstGeom>
        <a:gradFill rotWithShape="0">
          <a:gsLst>
            <a:gs pos="0">
              <a:schemeClr val="accent3">
                <a:alpha val="70000"/>
                <a:hueOff val="0"/>
                <a:satOff val="0"/>
                <a:lumOff val="0"/>
                <a:alphaOff val="0"/>
                <a:lumMod val="110000"/>
                <a:satMod val="105000"/>
                <a:tint val="67000"/>
              </a:schemeClr>
            </a:gs>
            <a:gs pos="50000">
              <a:schemeClr val="accent3">
                <a:alpha val="70000"/>
                <a:hueOff val="0"/>
                <a:satOff val="0"/>
                <a:lumOff val="0"/>
                <a:alphaOff val="0"/>
                <a:lumMod val="105000"/>
                <a:satMod val="103000"/>
                <a:tint val="73000"/>
              </a:schemeClr>
            </a:gs>
            <a:gs pos="100000">
              <a:schemeClr val="accent3">
                <a:alpha val="7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err="1">
              <a:highlight>
                <a:srgbClr val="FFFF00"/>
              </a:highlight>
              <a:latin typeface="Times New Roman" panose="02020603050405020304" pitchFamily="18" charset="0"/>
              <a:cs typeface="Times New Roman" panose="02020603050405020304" pitchFamily="18" charset="0"/>
            </a:rPr>
            <a:t>Chủ</a:t>
          </a:r>
          <a:r>
            <a:rPr lang="en-US" sz="1800" kern="1200" dirty="0">
              <a:highlight>
                <a:srgbClr val="FFFF00"/>
              </a:highlight>
              <a:latin typeface="Times New Roman" panose="02020603050405020304" pitchFamily="18" charset="0"/>
              <a:cs typeface="Times New Roman" panose="02020603050405020304" pitchFamily="18" charset="0"/>
            </a:rPr>
            <a:t> </a:t>
          </a:r>
          <a:r>
            <a:rPr lang="en-US" sz="1800" kern="1200" dirty="0" err="1">
              <a:highlight>
                <a:srgbClr val="FFFF00"/>
              </a:highlight>
              <a:latin typeface="Times New Roman" panose="02020603050405020304" pitchFamily="18" charset="0"/>
              <a:cs typeface="Times New Roman" panose="02020603050405020304" pitchFamily="18" charset="0"/>
            </a:rPr>
            <a:t>thể</a:t>
          </a:r>
          <a:r>
            <a:rPr lang="en-US" sz="1800" kern="1200" dirty="0">
              <a:highlight>
                <a:srgbClr val="FFFF00"/>
              </a:highlight>
              <a:latin typeface="Times New Roman" panose="02020603050405020304" pitchFamily="18" charset="0"/>
              <a:cs typeface="Times New Roman" panose="02020603050405020304" pitchFamily="18" charset="0"/>
            </a:rPr>
            <a:t> VPPL </a:t>
          </a:r>
        </a:p>
      </dsp:txBody>
      <dsp:txXfrm>
        <a:off x="6857771" y="1340525"/>
        <a:ext cx="1703836" cy="1077711"/>
      </dsp:txXfrm>
    </dsp:sp>
    <dsp:sp modelId="{4BCC879E-2921-1D42-A941-5E0F444E93FF}">
      <dsp:nvSpPr>
        <dsp:cNvPr id="0" name=""/>
        <dsp:cNvSpPr/>
      </dsp:nvSpPr>
      <dsp:spPr>
        <a:xfrm>
          <a:off x="8765133" y="1340525"/>
          <a:ext cx="2052011" cy="1035280"/>
        </a:xfrm>
        <a:prstGeom prst="rect">
          <a:avLst/>
        </a:prstGeom>
        <a:gradFill rotWithShape="0">
          <a:gsLst>
            <a:gs pos="0">
              <a:schemeClr val="accent3">
                <a:alpha val="70000"/>
                <a:hueOff val="0"/>
                <a:satOff val="0"/>
                <a:lumOff val="0"/>
                <a:alphaOff val="0"/>
                <a:lumMod val="110000"/>
                <a:satMod val="105000"/>
                <a:tint val="67000"/>
              </a:schemeClr>
            </a:gs>
            <a:gs pos="50000">
              <a:schemeClr val="accent3">
                <a:alpha val="70000"/>
                <a:hueOff val="0"/>
                <a:satOff val="0"/>
                <a:lumOff val="0"/>
                <a:alphaOff val="0"/>
                <a:lumMod val="105000"/>
                <a:satMod val="103000"/>
                <a:tint val="73000"/>
              </a:schemeClr>
            </a:gs>
            <a:gs pos="100000">
              <a:schemeClr val="accent3">
                <a:alpha val="7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err="1">
              <a:highlight>
                <a:srgbClr val="FFFF00"/>
              </a:highlight>
              <a:latin typeface="Times New Roman" panose="02020603050405020304" pitchFamily="18" charset="0"/>
              <a:cs typeface="Times New Roman" panose="02020603050405020304" pitchFamily="18" charset="0"/>
            </a:rPr>
            <a:t>Khách</a:t>
          </a:r>
          <a:r>
            <a:rPr lang="en-US" sz="1800" kern="1200" dirty="0">
              <a:highlight>
                <a:srgbClr val="FFFF00"/>
              </a:highlight>
              <a:latin typeface="Times New Roman" panose="02020603050405020304" pitchFamily="18" charset="0"/>
              <a:cs typeface="Times New Roman" panose="02020603050405020304" pitchFamily="18" charset="0"/>
            </a:rPr>
            <a:t> </a:t>
          </a:r>
          <a:r>
            <a:rPr lang="en-US" sz="1800" kern="1200" dirty="0" err="1">
              <a:highlight>
                <a:srgbClr val="FFFF00"/>
              </a:highlight>
              <a:latin typeface="Times New Roman" panose="02020603050405020304" pitchFamily="18" charset="0"/>
              <a:cs typeface="Times New Roman" panose="02020603050405020304" pitchFamily="18" charset="0"/>
            </a:rPr>
            <a:t>thể</a:t>
          </a:r>
          <a:r>
            <a:rPr lang="en-US" sz="1800" kern="1200" dirty="0">
              <a:highlight>
                <a:srgbClr val="FFFF00"/>
              </a:highlight>
              <a:latin typeface="Times New Roman" panose="02020603050405020304" pitchFamily="18" charset="0"/>
              <a:cs typeface="Times New Roman" panose="02020603050405020304" pitchFamily="18" charset="0"/>
            </a:rPr>
            <a:t> </a:t>
          </a:r>
          <a:r>
            <a:rPr lang="en-US" sz="1800" kern="1200" dirty="0" err="1">
              <a:highlight>
                <a:srgbClr val="FFFF00"/>
              </a:highlight>
              <a:latin typeface="Times New Roman" panose="02020603050405020304" pitchFamily="18" charset="0"/>
              <a:cs typeface="Times New Roman" panose="02020603050405020304" pitchFamily="18" charset="0"/>
            </a:rPr>
            <a:t>của</a:t>
          </a:r>
          <a:r>
            <a:rPr lang="en-US" sz="1800" kern="1200" dirty="0">
              <a:highlight>
                <a:srgbClr val="FFFF00"/>
              </a:highlight>
              <a:latin typeface="Times New Roman" panose="02020603050405020304" pitchFamily="18" charset="0"/>
              <a:cs typeface="Times New Roman" panose="02020603050405020304" pitchFamily="18" charset="0"/>
            </a:rPr>
            <a:t> VPPL </a:t>
          </a:r>
        </a:p>
        <a:p>
          <a:pPr marL="0" lvl="0" indent="0" algn="ctr" defTabSz="8001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a:t>
          </a:r>
          <a:r>
            <a:rPr lang="en-US" sz="1400" kern="1200" dirty="0" err="1">
              <a:latin typeface="Times New Roman" panose="02020603050405020304" pitchFamily="18" charset="0"/>
              <a:cs typeface="Times New Roman" panose="02020603050405020304" pitchFamily="18" charset="0"/>
            </a:rPr>
            <a:t>là</a:t>
          </a:r>
          <a:r>
            <a:rPr lang="en-US" sz="1400" kern="1200" dirty="0">
              <a:latin typeface="Times New Roman" panose="02020603050405020304" pitchFamily="18" charset="0"/>
              <a:cs typeface="Times New Roman" panose="02020603050405020304" pitchFamily="18" charset="0"/>
            </a:rPr>
            <a:t> </a:t>
          </a:r>
          <a:r>
            <a:rPr lang="en-US" sz="1400" kern="1200" dirty="0" err="1">
              <a:latin typeface="Times New Roman" panose="02020603050405020304" pitchFamily="18" charset="0"/>
              <a:cs typeface="Times New Roman" panose="02020603050405020304" pitchFamily="18" charset="0"/>
            </a:rPr>
            <a:t>những</a:t>
          </a:r>
          <a:r>
            <a:rPr lang="en-US" sz="1400" kern="1200" dirty="0">
              <a:latin typeface="Times New Roman" panose="02020603050405020304" pitchFamily="18" charset="0"/>
              <a:cs typeface="Times New Roman" panose="02020603050405020304" pitchFamily="18" charset="0"/>
            </a:rPr>
            <a:t> QHXH </a:t>
          </a:r>
          <a:r>
            <a:rPr lang="en-US" sz="1400" kern="1200" dirty="0" err="1">
              <a:latin typeface="Times New Roman" panose="02020603050405020304" pitchFamily="18" charset="0"/>
              <a:cs typeface="Times New Roman" panose="02020603050405020304" pitchFamily="18" charset="0"/>
            </a:rPr>
            <a:t>được</a:t>
          </a:r>
          <a:r>
            <a:rPr lang="en-US" sz="1400" kern="1200" dirty="0">
              <a:latin typeface="Times New Roman" panose="02020603050405020304" pitchFamily="18" charset="0"/>
              <a:cs typeface="Times New Roman" panose="02020603050405020304" pitchFamily="18" charset="0"/>
            </a:rPr>
            <a:t> PL </a:t>
          </a:r>
          <a:r>
            <a:rPr lang="en-US" sz="1400" kern="1200" dirty="0" err="1">
              <a:latin typeface="Times New Roman" panose="02020603050405020304" pitchFamily="18" charset="0"/>
              <a:cs typeface="Times New Roman" panose="02020603050405020304" pitchFamily="18" charset="0"/>
            </a:rPr>
            <a:t>bảo</a:t>
          </a:r>
          <a:r>
            <a:rPr lang="en-US" sz="1400" kern="1200" dirty="0">
              <a:latin typeface="Times New Roman" panose="02020603050405020304" pitchFamily="18" charset="0"/>
              <a:cs typeface="Times New Roman" panose="02020603050405020304" pitchFamily="18" charset="0"/>
            </a:rPr>
            <a:t> </a:t>
          </a:r>
          <a:r>
            <a:rPr lang="en-US" sz="1400" kern="1200" dirty="0" err="1">
              <a:latin typeface="Times New Roman" panose="02020603050405020304" pitchFamily="18" charset="0"/>
              <a:cs typeface="Times New Roman" panose="02020603050405020304" pitchFamily="18" charset="0"/>
            </a:rPr>
            <a:t>vệ</a:t>
          </a:r>
          <a:r>
            <a:rPr lang="en-US" sz="1400" kern="1200" dirty="0">
              <a:latin typeface="Times New Roman" panose="02020603050405020304" pitchFamily="18" charset="0"/>
              <a:cs typeface="Times New Roman" panose="02020603050405020304" pitchFamily="18" charset="0"/>
            </a:rPr>
            <a:t> </a:t>
          </a:r>
          <a:r>
            <a:rPr lang="en-US" sz="1400" kern="1200" dirty="0" err="1">
              <a:latin typeface="Times New Roman" panose="02020603050405020304" pitchFamily="18" charset="0"/>
              <a:cs typeface="Times New Roman" panose="02020603050405020304" pitchFamily="18" charset="0"/>
            </a:rPr>
            <a:t>nhưng</a:t>
          </a:r>
          <a:r>
            <a:rPr lang="en-US" sz="1400" kern="1200" dirty="0">
              <a:latin typeface="Times New Roman" panose="02020603050405020304" pitchFamily="18" charset="0"/>
              <a:cs typeface="Times New Roman" panose="02020603050405020304" pitchFamily="18" charset="0"/>
            </a:rPr>
            <a:t> </a:t>
          </a:r>
          <a:r>
            <a:rPr lang="en-US" sz="1400" kern="1200" dirty="0" err="1">
              <a:latin typeface="Times New Roman" panose="02020603050405020304" pitchFamily="18" charset="0"/>
              <a:cs typeface="Times New Roman" panose="02020603050405020304" pitchFamily="18" charset="0"/>
            </a:rPr>
            <a:t>bị</a:t>
          </a:r>
          <a:r>
            <a:rPr lang="en-US" sz="1400" kern="1200" dirty="0">
              <a:latin typeface="Times New Roman" panose="02020603050405020304" pitchFamily="18" charset="0"/>
              <a:cs typeface="Times New Roman" panose="02020603050405020304" pitchFamily="18" charset="0"/>
            </a:rPr>
            <a:t> </a:t>
          </a:r>
          <a:r>
            <a:rPr lang="en-US" sz="1400" kern="1200" dirty="0" err="1">
              <a:latin typeface="Times New Roman" panose="02020603050405020304" pitchFamily="18" charset="0"/>
              <a:cs typeface="Times New Roman" panose="02020603050405020304" pitchFamily="18" charset="0"/>
            </a:rPr>
            <a:t>hành</a:t>
          </a:r>
          <a:r>
            <a:rPr lang="en-US" sz="1400" kern="1200" dirty="0">
              <a:latin typeface="Times New Roman" panose="02020603050405020304" pitchFamily="18" charset="0"/>
              <a:cs typeface="Times New Roman" panose="02020603050405020304" pitchFamily="18" charset="0"/>
            </a:rPr>
            <a:t> vi VPPL </a:t>
          </a:r>
          <a:r>
            <a:rPr lang="en-US" sz="1400" kern="1200" dirty="0" err="1">
              <a:latin typeface="Times New Roman" panose="02020603050405020304" pitchFamily="18" charset="0"/>
              <a:cs typeface="Times New Roman" panose="02020603050405020304" pitchFamily="18" charset="0"/>
            </a:rPr>
            <a:t>xâm</a:t>
          </a:r>
          <a:r>
            <a:rPr lang="en-US" sz="1400" kern="1200" dirty="0">
              <a:latin typeface="Times New Roman" panose="02020603050405020304" pitchFamily="18" charset="0"/>
              <a:cs typeface="Times New Roman" panose="02020603050405020304" pitchFamily="18" charset="0"/>
            </a:rPr>
            <a:t> </a:t>
          </a:r>
          <a:r>
            <a:rPr lang="en-US" sz="1400" kern="1200" dirty="0" err="1">
              <a:latin typeface="Times New Roman" panose="02020603050405020304" pitchFamily="18" charset="0"/>
              <a:cs typeface="Times New Roman" panose="02020603050405020304" pitchFamily="18" charset="0"/>
            </a:rPr>
            <a:t>hại</a:t>
          </a:r>
          <a:r>
            <a:rPr lang="en-US" sz="1400" kern="1200" dirty="0">
              <a:latin typeface="Times New Roman" panose="02020603050405020304" pitchFamily="18" charset="0"/>
              <a:cs typeface="Times New Roman" panose="02020603050405020304" pitchFamily="18" charset="0"/>
            </a:rPr>
            <a:t> </a:t>
          </a:r>
          <a:r>
            <a:rPr lang="en-US" sz="1400" kern="1200" dirty="0" err="1">
              <a:latin typeface="Times New Roman" panose="02020603050405020304" pitchFamily="18" charset="0"/>
              <a:cs typeface="Times New Roman" panose="02020603050405020304" pitchFamily="18" charset="0"/>
            </a:rPr>
            <a:t>tới</a:t>
          </a:r>
          <a:r>
            <a:rPr lang="en-US" sz="1400" kern="1200" dirty="0">
              <a:latin typeface="Times New Roman" panose="02020603050405020304" pitchFamily="18" charset="0"/>
              <a:cs typeface="Times New Roman" panose="02020603050405020304" pitchFamily="18" charset="0"/>
            </a:rPr>
            <a:t>)</a:t>
          </a:r>
        </a:p>
      </dsp:txBody>
      <dsp:txXfrm>
        <a:off x="8765133" y="1340525"/>
        <a:ext cx="2052011" cy="103528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98493B-CA03-BC4E-B0CF-029EDC039520}">
      <dsp:nvSpPr>
        <dsp:cNvPr id="0" name=""/>
        <dsp:cNvSpPr/>
      </dsp:nvSpPr>
      <dsp:spPr>
        <a:xfrm>
          <a:off x="0" y="0"/>
          <a:ext cx="8778240" cy="1009332"/>
        </a:xfrm>
        <a:prstGeom prst="roundRect">
          <a:avLst>
            <a:gd name="adj" fmla="val 10000"/>
          </a:avLst>
        </a:prstGeom>
        <a:gradFill rotWithShape="0">
          <a:gsLst>
            <a:gs pos="0">
              <a:schemeClr val="accent1">
                <a:shade val="80000"/>
                <a:hueOff val="0"/>
                <a:satOff val="0"/>
                <a:lumOff val="0"/>
                <a:alphaOff val="0"/>
                <a:lumMod val="110000"/>
                <a:satMod val="105000"/>
                <a:tint val="67000"/>
              </a:schemeClr>
            </a:gs>
            <a:gs pos="50000">
              <a:schemeClr val="accent1">
                <a:shade val="80000"/>
                <a:hueOff val="0"/>
                <a:satOff val="0"/>
                <a:lumOff val="0"/>
                <a:alphaOff val="0"/>
                <a:lumMod val="105000"/>
                <a:satMod val="103000"/>
                <a:tint val="73000"/>
              </a:schemeClr>
            </a:gs>
            <a:gs pos="100000">
              <a:schemeClr val="accent1">
                <a:shade val="8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err="1">
              <a:latin typeface="Arial" panose="020B0604020202020204" pitchFamily="34" charset="0"/>
              <a:cs typeface="Arial" panose="020B0604020202020204" pitchFamily="34" charset="0"/>
            </a:rPr>
            <a:t>Trừng</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phạt</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chủ</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thể</a:t>
          </a:r>
          <a:r>
            <a:rPr lang="en-US" sz="1600" kern="1200" dirty="0">
              <a:latin typeface="Arial" panose="020B0604020202020204" pitchFamily="34" charset="0"/>
              <a:cs typeface="Arial" panose="020B0604020202020204" pitchFamily="34" charset="0"/>
            </a:rPr>
            <a:t> VPPL, </a:t>
          </a:r>
          <a:r>
            <a:rPr lang="en-US" sz="1600" kern="1200" dirty="0" err="1">
              <a:latin typeface="Arial" panose="020B0604020202020204" pitchFamily="34" charset="0"/>
              <a:cs typeface="Arial" panose="020B0604020202020204" pitchFamily="34" charset="0"/>
            </a:rPr>
            <a:t>đảm</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bảo</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cho</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quá</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trình</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điều</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chỉnh</a:t>
          </a:r>
          <a:r>
            <a:rPr lang="en-US" sz="1600" kern="1200" dirty="0">
              <a:latin typeface="Arial" panose="020B0604020202020204" pitchFamily="34" charset="0"/>
              <a:cs typeface="Arial" panose="020B0604020202020204" pitchFamily="34" charset="0"/>
            </a:rPr>
            <a:t> PL </a:t>
          </a:r>
          <a:r>
            <a:rPr lang="en-US" sz="1600" kern="1200" dirty="0" err="1">
              <a:latin typeface="Arial" panose="020B0604020202020204" pitchFamily="34" charset="0"/>
              <a:cs typeface="Arial" panose="020B0604020202020204" pitchFamily="34" charset="0"/>
            </a:rPr>
            <a:t>được</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tiến</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hành</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có</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hiệu</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quả</a:t>
          </a:r>
          <a:r>
            <a:rPr lang="en-US" sz="1600" kern="1200" dirty="0">
              <a:latin typeface="Arial" panose="020B0604020202020204" pitchFamily="34" charset="0"/>
              <a:cs typeface="Arial" panose="020B0604020202020204" pitchFamily="34" charset="0"/>
            </a:rPr>
            <a:t>.</a:t>
          </a:r>
          <a:endParaRPr lang="en-US" kern="1200" dirty="0"/>
        </a:p>
      </dsp:txBody>
      <dsp:txXfrm>
        <a:off x="29562" y="29562"/>
        <a:ext cx="7603804" cy="950208"/>
      </dsp:txXfrm>
    </dsp:sp>
    <dsp:sp modelId="{67DD2A97-4122-6940-93BD-DCFD8907B7C4}">
      <dsp:nvSpPr>
        <dsp:cNvPr id="0" name=""/>
        <dsp:cNvSpPr/>
      </dsp:nvSpPr>
      <dsp:spPr>
        <a:xfrm>
          <a:off x="735177" y="1192847"/>
          <a:ext cx="8778240" cy="1009332"/>
        </a:xfrm>
        <a:prstGeom prst="roundRect">
          <a:avLst>
            <a:gd name="adj" fmla="val 10000"/>
          </a:avLst>
        </a:prstGeom>
        <a:gradFill rotWithShape="0">
          <a:gsLst>
            <a:gs pos="0">
              <a:schemeClr val="accent1">
                <a:shade val="80000"/>
                <a:hueOff val="115436"/>
                <a:satOff val="-6263"/>
                <a:lumOff val="9785"/>
                <a:alphaOff val="0"/>
                <a:lumMod val="110000"/>
                <a:satMod val="105000"/>
                <a:tint val="67000"/>
              </a:schemeClr>
            </a:gs>
            <a:gs pos="50000">
              <a:schemeClr val="accent1">
                <a:shade val="80000"/>
                <a:hueOff val="115436"/>
                <a:satOff val="-6263"/>
                <a:lumOff val="9785"/>
                <a:alphaOff val="0"/>
                <a:lumMod val="105000"/>
                <a:satMod val="103000"/>
                <a:tint val="73000"/>
              </a:schemeClr>
            </a:gs>
            <a:gs pos="100000">
              <a:schemeClr val="accent1">
                <a:shade val="80000"/>
                <a:hueOff val="115436"/>
                <a:satOff val="-6263"/>
                <a:lumOff val="978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err="1">
              <a:latin typeface="Arial" panose="020B0604020202020204" pitchFamily="34" charset="0"/>
              <a:cs typeface="Arial" panose="020B0604020202020204" pitchFamily="34" charset="0"/>
            </a:rPr>
            <a:t>Phòng</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ngừa</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cải</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tạo</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giáo</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dục</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những</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chủ</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thể</a:t>
          </a:r>
          <a:r>
            <a:rPr lang="en-US" sz="1600" kern="1200" dirty="0">
              <a:latin typeface="Arial" panose="020B0604020202020204" pitchFamily="34" charset="0"/>
              <a:cs typeface="Arial" panose="020B0604020202020204" pitchFamily="34" charset="0"/>
            </a:rPr>
            <a:t> VPPL </a:t>
          </a:r>
          <a:r>
            <a:rPr lang="en-US" sz="1600" kern="1200" dirty="0" err="1">
              <a:latin typeface="Arial" panose="020B0604020202020204" pitchFamily="34" charset="0"/>
              <a:cs typeface="Arial" panose="020B0604020202020204" pitchFamily="34" charset="0"/>
            </a:rPr>
            <a:t>để</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ngăn</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ngừa</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sự</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tiếp</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tục</a:t>
          </a:r>
          <a:r>
            <a:rPr lang="en-US" sz="1600" kern="1200" dirty="0">
              <a:latin typeface="Arial" panose="020B0604020202020204" pitchFamily="34" charset="0"/>
              <a:cs typeface="Arial" panose="020B0604020202020204" pitchFamily="34" charset="0"/>
            </a:rPr>
            <a:t> vi </a:t>
          </a:r>
          <a:r>
            <a:rPr lang="en-US" sz="1600" kern="1200" dirty="0" err="1">
              <a:latin typeface="Arial" panose="020B0604020202020204" pitchFamily="34" charset="0"/>
              <a:cs typeface="Arial" panose="020B0604020202020204" pitchFamily="34" charset="0"/>
            </a:rPr>
            <a:t>phạm</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pháp</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luật</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của</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họ</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và</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giáo</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dục</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họ</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ý</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thức</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tôn</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trọng</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và</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thực</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hiện</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pháp</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luật</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nghiêm</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minh</a:t>
          </a:r>
          <a:r>
            <a:rPr lang="en-US" sz="1600" kern="1200" dirty="0">
              <a:latin typeface="Arial" panose="020B0604020202020204" pitchFamily="34" charset="0"/>
              <a:cs typeface="Arial" panose="020B0604020202020204" pitchFamily="34" charset="0"/>
            </a:rPr>
            <a:t>.</a:t>
          </a:r>
          <a:endParaRPr lang="en-US" kern="1200" dirty="0"/>
        </a:p>
      </dsp:txBody>
      <dsp:txXfrm>
        <a:off x="764739" y="1222409"/>
        <a:ext cx="7327873" cy="950208"/>
      </dsp:txXfrm>
    </dsp:sp>
    <dsp:sp modelId="{5CF05914-6478-5646-AB18-6EC34E7E3A67}">
      <dsp:nvSpPr>
        <dsp:cNvPr id="0" name=""/>
        <dsp:cNvSpPr/>
      </dsp:nvSpPr>
      <dsp:spPr>
        <a:xfrm>
          <a:off x="1459382" y="2385695"/>
          <a:ext cx="8778240" cy="1009332"/>
        </a:xfrm>
        <a:prstGeom prst="roundRect">
          <a:avLst>
            <a:gd name="adj" fmla="val 10000"/>
          </a:avLst>
        </a:prstGeom>
        <a:gradFill rotWithShape="0">
          <a:gsLst>
            <a:gs pos="0">
              <a:schemeClr val="accent1">
                <a:shade val="80000"/>
                <a:hueOff val="230872"/>
                <a:satOff val="-12527"/>
                <a:lumOff val="19569"/>
                <a:alphaOff val="0"/>
                <a:lumMod val="110000"/>
                <a:satMod val="105000"/>
                <a:tint val="67000"/>
              </a:schemeClr>
            </a:gs>
            <a:gs pos="50000">
              <a:schemeClr val="accent1">
                <a:shade val="80000"/>
                <a:hueOff val="230872"/>
                <a:satOff val="-12527"/>
                <a:lumOff val="19569"/>
                <a:alphaOff val="0"/>
                <a:lumMod val="105000"/>
                <a:satMod val="103000"/>
                <a:tint val="73000"/>
              </a:schemeClr>
            </a:gs>
            <a:gs pos="100000">
              <a:schemeClr val="accent1">
                <a:shade val="80000"/>
                <a:hueOff val="230872"/>
                <a:satOff val="-12527"/>
                <a:lumOff val="19569"/>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err="1">
              <a:latin typeface="Arial" panose="020B0604020202020204" pitchFamily="34" charset="0"/>
              <a:cs typeface="Arial" panose="020B0604020202020204" pitchFamily="34" charset="0"/>
            </a:rPr>
            <a:t>Răn</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đe</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mọi</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người</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phải</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kiềm</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chế</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giữ</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mình</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không</a:t>
          </a:r>
          <a:r>
            <a:rPr lang="en-US" sz="1600" kern="1200" dirty="0">
              <a:latin typeface="Arial" panose="020B0604020202020204" pitchFamily="34" charset="0"/>
              <a:cs typeface="Arial" panose="020B0604020202020204" pitchFamily="34" charset="0"/>
            </a:rPr>
            <a:t> vi </a:t>
          </a:r>
          <a:r>
            <a:rPr lang="en-US" sz="1600" kern="1200" dirty="0" err="1">
              <a:latin typeface="Arial" panose="020B0604020202020204" pitchFamily="34" charset="0"/>
              <a:cs typeface="Arial" panose="020B0604020202020204" pitchFamily="34" charset="0"/>
            </a:rPr>
            <a:t>phạm</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pháp</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luật</a:t>
          </a:r>
          <a:r>
            <a:rPr lang="en-US" sz="1600" kern="1200" dirty="0">
              <a:latin typeface="Arial" panose="020B0604020202020204" pitchFamily="34" charset="0"/>
              <a:cs typeface="Arial" panose="020B0604020202020204" pitchFamily="34" charset="0"/>
            </a:rPr>
            <a:t>.</a:t>
          </a:r>
          <a:endParaRPr lang="en-US" kern="1200" dirty="0"/>
        </a:p>
      </dsp:txBody>
      <dsp:txXfrm>
        <a:off x="1488944" y="2415257"/>
        <a:ext cx="7338845" cy="950208"/>
      </dsp:txXfrm>
    </dsp:sp>
    <dsp:sp modelId="{590C60F3-1A7B-0C4D-8182-972A0EF052C5}">
      <dsp:nvSpPr>
        <dsp:cNvPr id="0" name=""/>
        <dsp:cNvSpPr/>
      </dsp:nvSpPr>
      <dsp:spPr>
        <a:xfrm>
          <a:off x="2194560" y="3578542"/>
          <a:ext cx="8778240" cy="1009332"/>
        </a:xfrm>
        <a:prstGeom prst="roundRect">
          <a:avLst>
            <a:gd name="adj" fmla="val 10000"/>
          </a:avLst>
        </a:prstGeom>
        <a:gradFill rotWithShape="0">
          <a:gsLst>
            <a:gs pos="0">
              <a:schemeClr val="accent1">
                <a:shade val="80000"/>
                <a:hueOff val="346308"/>
                <a:satOff val="-18790"/>
                <a:lumOff val="29354"/>
                <a:alphaOff val="0"/>
                <a:lumMod val="110000"/>
                <a:satMod val="105000"/>
                <a:tint val="67000"/>
              </a:schemeClr>
            </a:gs>
            <a:gs pos="50000">
              <a:schemeClr val="accent1">
                <a:shade val="80000"/>
                <a:hueOff val="346308"/>
                <a:satOff val="-18790"/>
                <a:lumOff val="29354"/>
                <a:alphaOff val="0"/>
                <a:lumMod val="105000"/>
                <a:satMod val="103000"/>
                <a:tint val="73000"/>
              </a:schemeClr>
            </a:gs>
            <a:gs pos="100000">
              <a:schemeClr val="accent1">
                <a:shade val="80000"/>
                <a:hueOff val="346308"/>
                <a:satOff val="-18790"/>
                <a:lumOff val="2935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err="1">
              <a:latin typeface="Arial" panose="020B0604020202020204" pitchFamily="34" charset="0"/>
              <a:cs typeface="Arial" panose="020B0604020202020204" pitchFamily="34" charset="0"/>
            </a:rPr>
            <a:t>Khiến</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moị</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người</a:t>
          </a:r>
          <a:r>
            <a:rPr lang="en-US" sz="1600" kern="1200" dirty="0">
              <a:latin typeface="Arial" panose="020B0604020202020204" pitchFamily="34" charset="0"/>
              <a:cs typeface="Arial" panose="020B0604020202020204" pitchFamily="34" charset="0"/>
            </a:rPr>
            <a:t> tin </a:t>
          </a:r>
          <a:r>
            <a:rPr lang="en-US" sz="1600" kern="1200" dirty="0" err="1">
              <a:latin typeface="Arial" panose="020B0604020202020204" pitchFamily="34" charset="0"/>
              <a:cs typeface="Arial" panose="020B0604020202020204" pitchFamily="34" charset="0"/>
            </a:rPr>
            <a:t>tưởng</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vào</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công</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lý</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tích</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cực</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đấu</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tranh</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phòng</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chống</a:t>
          </a:r>
          <a:r>
            <a:rPr lang="en-US" sz="1600" kern="1200" dirty="0">
              <a:latin typeface="Arial" panose="020B0604020202020204" pitchFamily="34" charset="0"/>
              <a:cs typeface="Arial" panose="020B0604020202020204" pitchFamily="34" charset="0"/>
            </a:rPr>
            <a:t> vi </a:t>
          </a:r>
          <a:r>
            <a:rPr lang="en-US" sz="1600" kern="1200" dirty="0" err="1">
              <a:latin typeface="Arial" panose="020B0604020202020204" pitchFamily="34" charset="0"/>
              <a:cs typeface="Arial" panose="020B0604020202020204" pitchFamily="34" charset="0"/>
            </a:rPr>
            <a:t>phạm</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pháp</a:t>
          </a:r>
          <a:r>
            <a:rPr lang="en-US" sz="1600" kern="1200" dirty="0">
              <a:latin typeface="Arial" panose="020B0604020202020204" pitchFamily="34" charset="0"/>
              <a:cs typeface="Arial" panose="020B0604020202020204" pitchFamily="34" charset="0"/>
            </a:rPr>
            <a:t> </a:t>
          </a:r>
          <a:r>
            <a:rPr lang="en-US" sz="1600" kern="1200" dirty="0" err="1">
              <a:latin typeface="Arial" panose="020B0604020202020204" pitchFamily="34" charset="0"/>
              <a:cs typeface="Arial" panose="020B0604020202020204" pitchFamily="34" charset="0"/>
            </a:rPr>
            <a:t>luật</a:t>
          </a:r>
          <a:endParaRPr lang="en-US" kern="1200" dirty="0"/>
        </a:p>
      </dsp:txBody>
      <dsp:txXfrm>
        <a:off x="2224122" y="3608104"/>
        <a:ext cx="7327873" cy="950208"/>
      </dsp:txXfrm>
    </dsp:sp>
    <dsp:sp modelId="{D9134B17-0CCF-3549-954A-DCD91EAAE26F}">
      <dsp:nvSpPr>
        <dsp:cNvPr id="0" name=""/>
        <dsp:cNvSpPr/>
      </dsp:nvSpPr>
      <dsp:spPr>
        <a:xfrm>
          <a:off x="8122174" y="773056"/>
          <a:ext cx="656066" cy="656066"/>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a:off x="8269789" y="773056"/>
        <a:ext cx="360836" cy="493690"/>
      </dsp:txXfrm>
    </dsp:sp>
    <dsp:sp modelId="{0FC37BD9-957D-274F-B4D5-FDBBE656DFB0}">
      <dsp:nvSpPr>
        <dsp:cNvPr id="0" name=""/>
        <dsp:cNvSpPr/>
      </dsp:nvSpPr>
      <dsp:spPr>
        <a:xfrm>
          <a:off x="8857352" y="1965904"/>
          <a:ext cx="656066" cy="656066"/>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a:off x="9004967" y="1965904"/>
        <a:ext cx="360836" cy="493690"/>
      </dsp:txXfrm>
    </dsp:sp>
    <dsp:sp modelId="{E7B24DCE-02B3-4B49-BB9B-C0A26C69EB0E}">
      <dsp:nvSpPr>
        <dsp:cNvPr id="0" name=""/>
        <dsp:cNvSpPr/>
      </dsp:nvSpPr>
      <dsp:spPr>
        <a:xfrm>
          <a:off x="9581557" y="3158751"/>
          <a:ext cx="656066" cy="656066"/>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a:off x="9729172" y="3158751"/>
        <a:ext cx="360836" cy="49369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1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solidFill>
                <a:schemeClr val="tx2"/>
              </a:solidFil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973C59C-4E16-4A64-A766-34DB213E11B3}" type="datetimeFigureOut">
              <a:rPr lang="en-US">
                <a:solidFill>
                  <a:schemeClr val="tx2"/>
                </a:solidFill>
              </a:rPr>
              <a:t>8/12/25</a:t>
            </a:fld>
            <a:endParaRPr>
              <a:solidFill>
                <a:schemeClr val="tx2"/>
              </a:solidFil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solidFill>
                <a:schemeClr val="tx2"/>
              </a:solidFil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D77566-CD65-4859-9FA1-43956DC85B8C}" type="slidenum">
              <a:rPr>
                <a:solidFill>
                  <a:schemeClr val="tx2"/>
                </a:solidFill>
              </a:rPr>
              <a:t>‹#›</a:t>
            </a:fld>
            <a:endParaRPr>
              <a:solidFill>
                <a:schemeClr val="tx2"/>
              </a:solidFill>
            </a:endParaRPr>
          </a:p>
        </p:txBody>
      </p:sp>
    </p:spTree>
    <p:extLst>
      <p:ext uri="{BB962C8B-B14F-4D97-AF65-F5344CB8AC3E}">
        <p14:creationId xmlns:p14="http://schemas.microsoft.com/office/powerpoint/2010/main" val="2708798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2"/>
                </a:solidFill>
              </a:defRPr>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2"/>
                </a:solidFill>
              </a:defRPr>
            </a:lvl1pPr>
          </a:lstStyle>
          <a:p>
            <a:fld id="{F95CF31C-F757-429C-A789-86504F04C3BE}" type="datetimeFigureOut">
              <a:rPr lang="en-US"/>
              <a:pPr/>
              <a:t>8/12/25</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2"/>
                </a:solidFill>
              </a:defRPr>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2"/>
                </a:solidFill>
              </a:defRPr>
            </a:lvl1pPr>
          </a:lstStyle>
          <a:p>
            <a:fld id="{B8796F01-7154-41E0-B48B-A6921757531A}" type="slidenum">
              <a:rPr/>
              <a:pPr/>
              <a:t>‹#›</a:t>
            </a:fld>
            <a:endParaRPr/>
          </a:p>
        </p:txBody>
      </p:sp>
    </p:spTree>
    <p:extLst>
      <p:ext uri="{BB962C8B-B14F-4D97-AF65-F5344CB8AC3E}">
        <p14:creationId xmlns:p14="http://schemas.microsoft.com/office/powerpoint/2010/main" val="44077566"/>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2"/>
        </a:solidFill>
        <a:latin typeface="+mn-lt"/>
        <a:ea typeface="+mn-ea"/>
        <a:cs typeface="+mn-cs"/>
      </a:defRPr>
    </a:lvl1pPr>
    <a:lvl2pPr marL="609493" algn="l" defTabSz="1218987" rtl="0" eaLnBrk="1" latinLnBrk="0" hangingPunct="1">
      <a:defRPr sz="1600" kern="1200">
        <a:solidFill>
          <a:schemeClr val="tx2"/>
        </a:solidFill>
        <a:latin typeface="+mn-lt"/>
        <a:ea typeface="+mn-ea"/>
        <a:cs typeface="+mn-cs"/>
      </a:defRPr>
    </a:lvl2pPr>
    <a:lvl3pPr marL="1218987" algn="l" defTabSz="1218987" rtl="0" eaLnBrk="1" latinLnBrk="0" hangingPunct="1">
      <a:defRPr sz="1600" kern="1200">
        <a:solidFill>
          <a:schemeClr val="tx2"/>
        </a:solidFill>
        <a:latin typeface="+mn-lt"/>
        <a:ea typeface="+mn-ea"/>
        <a:cs typeface="+mn-cs"/>
      </a:defRPr>
    </a:lvl3pPr>
    <a:lvl4pPr marL="1828480" algn="l" defTabSz="1218987" rtl="0" eaLnBrk="1" latinLnBrk="0" hangingPunct="1">
      <a:defRPr sz="1600" kern="1200">
        <a:solidFill>
          <a:schemeClr val="tx2"/>
        </a:solidFill>
        <a:latin typeface="+mn-lt"/>
        <a:ea typeface="+mn-ea"/>
        <a:cs typeface="+mn-cs"/>
      </a:defRPr>
    </a:lvl4pPr>
    <a:lvl5pPr marL="2437973" algn="l" defTabSz="1218987" rtl="0" eaLnBrk="1" latinLnBrk="0" hangingPunct="1">
      <a:defRPr sz="1600" kern="1200">
        <a:solidFill>
          <a:schemeClr val="tx2"/>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6" name="Rectangle 15"/>
          <p:cNvSpPr/>
          <p:nvPr/>
        </p:nvSpPr>
        <p:spPr>
          <a:xfrm>
            <a:off x="1" y="0"/>
            <a:ext cx="12188825" cy="6858000"/>
          </a:xfrm>
          <a:prstGeom prst="rect">
            <a:avLst/>
          </a:prstGeom>
          <a:blipFill dpi="0" rotWithShape="1">
            <a:blip r:embed="rId2">
              <a:alphaModFix amt="40000"/>
              <a:duotone>
                <a:schemeClr val="accent1">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529" y="1267730"/>
            <a:ext cx="9573768"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424" y="1411615"/>
            <a:ext cx="9293979"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4543" y="1267730"/>
            <a:ext cx="19197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48813" y="1267731"/>
            <a:ext cx="1691199"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301" y="2091263"/>
            <a:ext cx="9066224" cy="2590800"/>
          </a:xfrm>
        </p:spPr>
        <p:txBody>
          <a:bodyPr tIns="45720" bIns="45720" anchor="ctr">
            <a:noAutofit/>
          </a:bodyPr>
          <a:lstStyle>
            <a:lvl1pPr algn="ctr">
              <a:lnSpc>
                <a:spcPct val="83000"/>
              </a:lnSpc>
              <a:defRPr lang="en-US" sz="7198"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1693" y="4682063"/>
            <a:ext cx="9068486" cy="457201"/>
          </a:xfrm>
        </p:spPr>
        <p:txBody>
          <a:bodyPr>
            <a:normAutofit/>
          </a:bodyPr>
          <a:lstStyle>
            <a:lvl1pPr marL="0" indent="0" algn="ctr">
              <a:spcBef>
                <a:spcPts val="0"/>
              </a:spcBef>
              <a:buNone/>
              <a:defRPr sz="1600" spc="80" baseline="0">
                <a:solidFill>
                  <a:schemeClr val="tx2">
                    <a:lumMod val="75000"/>
                  </a:schemeClr>
                </a:solidFill>
              </a:defRPr>
            </a:lvl1pPr>
            <a:lvl2pPr marL="457063" indent="0" algn="ctr">
              <a:buNone/>
              <a:defRPr sz="1600"/>
            </a:lvl2pPr>
            <a:lvl3pPr marL="914126" indent="0" algn="ctr">
              <a:buNone/>
              <a:defRPr sz="1600"/>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7375" y="1341256"/>
            <a:ext cx="1554075" cy="527213"/>
          </a:xfrm>
        </p:spPr>
        <p:txBody>
          <a:bodyPr/>
          <a:lstStyle>
            <a:lvl1pPr algn="ctr">
              <a:defRPr sz="1300" spc="0" baseline="0">
                <a:solidFill>
                  <a:srgbClr val="FFFFFF"/>
                </a:solidFill>
                <a:latin typeface="+mn-lt"/>
              </a:defRPr>
            </a:lvl1pPr>
          </a:lstStyle>
          <a:p>
            <a:fld id="{BB02557A-7053-4340-A874-8AB926A8EDA1}" type="datetimeFigureOut">
              <a:rPr lang="en-US" smtClean="0"/>
              <a:t>8/12/25</a:t>
            </a:fld>
            <a:endParaRPr lang="en-US" dirty="0"/>
          </a:p>
        </p:txBody>
      </p:sp>
      <p:sp>
        <p:nvSpPr>
          <p:cNvPr id="21" name="Footer Placeholder 20"/>
          <p:cNvSpPr>
            <a:spLocks noGrp="1"/>
          </p:cNvSpPr>
          <p:nvPr>
            <p:ph type="ftr" sz="quarter" idx="11"/>
          </p:nvPr>
        </p:nvSpPr>
        <p:spPr>
          <a:xfrm>
            <a:off x="1453517" y="5212080"/>
            <a:ext cx="5903962"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4678" y="5212080"/>
            <a:ext cx="2111331" cy="228600"/>
          </a:xfrm>
        </p:spPr>
        <p:txBody>
          <a:bodyPr/>
          <a:lstStyle>
            <a:lvl1pPr>
              <a:defRPr>
                <a:solidFill>
                  <a:schemeClr val="tx1">
                    <a:lumMod val="75000"/>
                    <a:lumOff val="25000"/>
                  </a:schemeClr>
                </a:solidFill>
              </a:defRPr>
            </a:lvl1p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4387516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5A30F4-0B4E-4E4B-BC36-C30CD13F4E17}" type="datetimeFigureOut">
              <a:rPr lang="en-US" smtClean="0"/>
              <a:t>8/12/25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60BA0E-20D0-4E7C-B286-26C960A6788F}" type="slidenum">
              <a:rPr lang="en-US" smtClean="0"/>
              <a:t>‹#›</a:t>
            </a:fld>
            <a:endParaRPr lang="en-US"/>
          </a:p>
        </p:txBody>
      </p:sp>
    </p:spTree>
    <p:extLst>
      <p:ext uri="{BB962C8B-B14F-4D97-AF65-F5344CB8AC3E}">
        <p14:creationId xmlns:p14="http://schemas.microsoft.com/office/powerpoint/2010/main" val="2445926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16" name="Rectangle 15"/>
          <p:cNvSpPr/>
          <p:nvPr/>
        </p:nvSpPr>
        <p:spPr>
          <a:xfrm>
            <a:off x="11781" y="0"/>
            <a:ext cx="12188825" cy="6858000"/>
          </a:xfrm>
          <a:prstGeom prst="rect">
            <a:avLst/>
          </a:prstGeom>
          <a:blipFill dpi="0" rotWithShape="1">
            <a:blip r:embed="rId2">
              <a:alphaModFix amt="40000"/>
              <a:duotone>
                <a:schemeClr val="accent2">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529" y="1267730"/>
            <a:ext cx="9573768"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424" y="1411615"/>
            <a:ext cx="9293979"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4543" y="1267730"/>
            <a:ext cx="19197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48813" y="1267731"/>
            <a:ext cx="1691199"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216" y="2094309"/>
            <a:ext cx="9068486" cy="2587752"/>
          </a:xfrm>
        </p:spPr>
        <p:txBody>
          <a:bodyPr anchor="ctr">
            <a:noAutofit/>
          </a:bodyPr>
          <a:lstStyle>
            <a:lvl1pPr algn="ctr">
              <a:lnSpc>
                <a:spcPct val="83000"/>
              </a:lnSpc>
              <a:defRPr lang="en-US" sz="7198"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217" y="4682062"/>
            <a:ext cx="9068486" cy="457200"/>
          </a:xfrm>
        </p:spPr>
        <p:txBody>
          <a:bodyPr anchor="t">
            <a:normAutofit/>
          </a:bodyPr>
          <a:lstStyle>
            <a:lvl1pPr marL="0" indent="0" algn="ctr">
              <a:buNone/>
              <a:tabLst>
                <a:tab pos="2632873" algn="l"/>
              </a:tabLst>
              <a:defRPr sz="1600">
                <a:solidFill>
                  <a:schemeClr val="tx2"/>
                </a:solidFill>
                <a:effectLst/>
              </a:defRPr>
            </a:lvl1pPr>
            <a:lvl2pPr marL="457063" indent="0">
              <a:buNone/>
              <a:defRPr sz="1600">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0422" y="1344502"/>
            <a:ext cx="1554075" cy="530352"/>
          </a:xfrm>
        </p:spPr>
        <p:txBody>
          <a:bodyPr/>
          <a:lstStyle>
            <a:lvl1pPr algn="ctr">
              <a:defRPr lang="en-US" sz="1300" kern="1200" spc="0" baseline="0">
                <a:solidFill>
                  <a:srgbClr val="FFFFFF"/>
                </a:solidFill>
                <a:latin typeface="+mn-lt"/>
                <a:ea typeface="+mn-ea"/>
                <a:cs typeface="+mn-cs"/>
              </a:defRPr>
            </a:lvl1pPr>
          </a:lstStyle>
          <a:p>
            <a:fld id="{BB02557A-7053-4340-A874-8AB926A8EDA1}" type="datetimeFigureOut">
              <a:rPr lang="en-US" smtClean="0"/>
              <a:pPr/>
              <a:t>8/12/25</a:t>
            </a:fld>
            <a:endParaRPr lang="en-US" dirty="0"/>
          </a:p>
        </p:txBody>
      </p:sp>
      <p:sp>
        <p:nvSpPr>
          <p:cNvPr id="5" name="Footer Placeholder 4"/>
          <p:cNvSpPr>
            <a:spLocks noGrp="1"/>
          </p:cNvSpPr>
          <p:nvPr>
            <p:ph type="ftr" sz="quarter" idx="11"/>
          </p:nvPr>
        </p:nvSpPr>
        <p:spPr>
          <a:xfrm>
            <a:off x="1453517" y="5212080"/>
            <a:ext cx="5905486"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2263" y="5212080"/>
            <a:ext cx="2111714" cy="228600"/>
          </a:xfrm>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339287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522" y="2103120"/>
            <a:ext cx="4753642" cy="3749040"/>
          </a:xfrm>
        </p:spPr>
        <p:txBody>
          <a:bodyPr/>
          <a:lstStyle>
            <a:lvl1pPr>
              <a:defRPr sz="1799"/>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8661" y="2103120"/>
            <a:ext cx="4753642" cy="3749040"/>
          </a:xfrm>
        </p:spPr>
        <p:txBody>
          <a:bodyPr/>
          <a:lstStyle>
            <a:lvl1pPr>
              <a:defRPr sz="1799"/>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D204D1-F9BD-4643-8480-6EA41EB484F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756862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569" y="2074334"/>
            <a:ext cx="4753642" cy="640080"/>
          </a:xfrm>
        </p:spPr>
        <p:txBody>
          <a:bodyPr anchor="ctr">
            <a:normAutofit/>
          </a:bodyPr>
          <a:lstStyle>
            <a:lvl1pPr marL="0" indent="0" algn="ctr">
              <a:spcBef>
                <a:spcPts val="0"/>
              </a:spcBef>
              <a:buNone/>
              <a:defRPr sz="1799" b="0">
                <a:solidFill>
                  <a:schemeClr val="tx2"/>
                </a:solidFill>
                <a:latin typeface="+mn-lt"/>
              </a:defRPr>
            </a:lvl1pPr>
            <a:lvl2pPr marL="457063" indent="0">
              <a:buNone/>
              <a:defRPr sz="17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569" y="2755898"/>
            <a:ext cx="4753642" cy="3200400"/>
          </a:xfrm>
        </p:spPr>
        <p:txBody>
          <a:bodyPr/>
          <a:lstStyle>
            <a:lvl1pPr>
              <a:defRPr sz="1799"/>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1708" y="2074334"/>
            <a:ext cx="4753642" cy="640080"/>
          </a:xfrm>
        </p:spPr>
        <p:txBody>
          <a:bodyPr anchor="ctr">
            <a:normAutofit/>
          </a:bodyPr>
          <a:lstStyle>
            <a:lvl1pPr marL="0" indent="0" algn="ctr">
              <a:spcBef>
                <a:spcPts val="0"/>
              </a:spcBef>
              <a:buNone/>
              <a:defRPr sz="1799" b="0">
                <a:solidFill>
                  <a:schemeClr val="tx2"/>
                </a:solidFill>
              </a:defRPr>
            </a:lvl1pPr>
            <a:lvl2pPr marL="457063" indent="0">
              <a:buNone/>
              <a:defRPr sz="17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1708" y="2756581"/>
            <a:ext cx="4753642" cy="3200400"/>
          </a:xfrm>
        </p:spPr>
        <p:txBody>
          <a:bodyPr/>
          <a:lstStyle>
            <a:lvl1pPr>
              <a:defRPr sz="1799"/>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D204D1-F9BD-4643-8480-6EA41EB484F1}" type="datetimeFigureOut">
              <a:rPr lang="en-US" smtClean="0"/>
              <a:t>8/12/25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1598237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D204D1-F9BD-4643-8480-6EA41EB484F1}" type="datetimeFigureOut">
              <a:rPr lang="en-US" smtClean="0"/>
              <a:t>8/12/25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63162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D204D1-F9BD-4643-8480-6EA41EB484F1}" type="datetimeFigureOut">
              <a:rPr lang="en-US" smtClean="0"/>
              <a:t>8/12/25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3177532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ectangle 14"/>
          <p:cNvSpPr/>
          <p:nvPr/>
        </p:nvSpPr>
        <p:spPr>
          <a:xfrm>
            <a:off x="9018037" y="237744"/>
            <a:ext cx="2925318"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3979" y="607392"/>
            <a:ext cx="2430147" cy="1645920"/>
          </a:xfrm>
        </p:spPr>
        <p:txBody>
          <a:bodyPr anchor="b">
            <a:normAutofit/>
          </a:bodyPr>
          <a:lstStyle>
            <a:lvl1pPr algn="l" defTabSz="914126" rtl="0" eaLnBrk="1" latinLnBrk="0" hangingPunct="1">
              <a:lnSpc>
                <a:spcPct val="90000"/>
              </a:lnSpc>
              <a:spcBef>
                <a:spcPct val="0"/>
              </a:spcBef>
              <a:buNone/>
              <a:defRPr lang="en-US" sz="2799"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621" y="609600"/>
            <a:ext cx="7770376" cy="5334000"/>
          </a:xfrm>
        </p:spPr>
        <p:txBody>
          <a:bodyPr/>
          <a:lstStyle>
            <a:lvl1pPr>
              <a:defRPr sz="1899"/>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3979" y="2286000"/>
            <a:ext cx="2430147" cy="3505200"/>
          </a:xfrm>
        </p:spPr>
        <p:txBody>
          <a:bodyPr>
            <a:normAutofit/>
          </a:bodyPr>
          <a:lstStyle>
            <a:lvl1pPr marL="0" indent="0">
              <a:lnSpc>
                <a:spcPct val="110000"/>
              </a:lnSpc>
              <a:spcBef>
                <a:spcPts val="800"/>
              </a:spcBef>
              <a:buNone/>
              <a:defRPr sz="1400">
                <a:solidFill>
                  <a:schemeClr val="tx1"/>
                </a:solidFill>
              </a:defRPr>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26BF754-515F-40B9-8D24-D54D5825B3D0}" type="datetimeFigureOut">
              <a:rPr lang="en-US" smtClean="0"/>
              <a:t>8/12/25</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10394021" y="6227064"/>
            <a:ext cx="1462659" cy="256032"/>
          </a:xfrm>
        </p:spPr>
        <p:txBody>
          <a:bodyPr/>
          <a:lstStyle/>
          <a:p>
            <a:fld id="{2DFBB78A-01B4-41F2-96B0-677A4A282832}" type="slidenum">
              <a:rPr lang="en-US" smtClean="0"/>
              <a:t>‹#›</a:t>
            </a:fld>
            <a:endParaRPr lang="en-US"/>
          </a:p>
        </p:txBody>
      </p:sp>
      <p:sp>
        <p:nvSpPr>
          <p:cNvPr id="12" name="Rectangle 11"/>
          <p:cNvSpPr/>
          <p:nvPr/>
        </p:nvSpPr>
        <p:spPr>
          <a:xfrm>
            <a:off x="9155161" y="374904"/>
            <a:ext cx="2651069"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3728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18037" y="237744"/>
            <a:ext cx="2925318"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3979" y="603504"/>
            <a:ext cx="2431671" cy="1645920"/>
          </a:xfrm>
        </p:spPr>
        <p:txBody>
          <a:bodyPr anchor="b">
            <a:noAutofit/>
          </a:bodyPr>
          <a:lstStyle>
            <a:lvl1pPr algn="l">
              <a:defRPr sz="2799"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40" y="237744"/>
            <a:ext cx="8529130" cy="6382512"/>
          </a:xfrm>
          <a:solidFill>
            <a:schemeClr val="accent6">
              <a:lumMod val="60000"/>
              <a:lumOff val="40000"/>
            </a:schemeClr>
          </a:solidFill>
          <a:ln>
            <a:noFill/>
          </a:ln>
        </p:spPr>
        <p:txBody>
          <a:bodyPr anchor="t"/>
          <a:lstStyle>
            <a:lvl1pPr marL="0" indent="0">
              <a:buNone/>
              <a:defRPr sz="31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r>
              <a:rPr lang="en-US"/>
              <a:t>Click icon to add picture</a:t>
            </a:r>
            <a:endParaRPr lang="en-US" dirty="0"/>
          </a:p>
        </p:txBody>
      </p:sp>
      <p:sp>
        <p:nvSpPr>
          <p:cNvPr id="4" name="Text Placeholder 3"/>
          <p:cNvSpPr>
            <a:spLocks noGrp="1"/>
          </p:cNvSpPr>
          <p:nvPr>
            <p:ph type="body" sz="half" idx="2"/>
          </p:nvPr>
        </p:nvSpPr>
        <p:spPr>
          <a:xfrm>
            <a:off x="9293979" y="2286000"/>
            <a:ext cx="2431671" cy="3502152"/>
          </a:xfrm>
        </p:spPr>
        <p:txBody>
          <a:bodyPr>
            <a:normAutofit/>
          </a:bodyPr>
          <a:lstStyle>
            <a:lvl1pPr marL="0" indent="0" algn="l">
              <a:lnSpc>
                <a:spcPct val="110000"/>
              </a:lnSpc>
              <a:spcBef>
                <a:spcPts val="800"/>
              </a:spcBef>
              <a:buNone/>
              <a:defRPr sz="1400">
                <a:solidFill>
                  <a:schemeClr val="tx1"/>
                </a:solidFill>
              </a:defRPr>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126BF754-515F-40B9-8D24-D54D5825B3D0}" type="datetimeFigureOut">
              <a:rPr lang="en-US" smtClean="0"/>
              <a:t>8/12/25</a:t>
            </a:fld>
            <a:endParaRPr lang="en-US"/>
          </a:p>
        </p:txBody>
      </p:sp>
      <p:sp>
        <p:nvSpPr>
          <p:cNvPr id="6" name="Footer Placeholder 5"/>
          <p:cNvSpPr>
            <a:spLocks noGrp="1"/>
          </p:cNvSpPr>
          <p:nvPr>
            <p:ph type="ftr" sz="quarter" idx="11"/>
          </p:nvPr>
        </p:nvSpPr>
        <p:spPr/>
        <p:txBody>
          <a:bodyPr/>
          <a:lstStyle>
            <a:lvl1pPr marL="0" algn="r" defTabSz="914126"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10394021" y="6227064"/>
            <a:ext cx="1462659" cy="256032"/>
          </a:xfrm>
        </p:spPr>
        <p:txBody>
          <a:bodyPr/>
          <a:lstStyle/>
          <a:p>
            <a:fld id="{2DFBB78A-01B4-41F2-96B0-677A4A282832}" type="slidenum">
              <a:rPr lang="en-US" smtClean="0"/>
              <a:t>‹#›</a:t>
            </a:fld>
            <a:endParaRPr lang="en-US"/>
          </a:p>
        </p:txBody>
      </p:sp>
      <p:sp>
        <p:nvSpPr>
          <p:cNvPr id="10" name="Rectangle 9"/>
          <p:cNvSpPr/>
          <p:nvPr/>
        </p:nvSpPr>
        <p:spPr>
          <a:xfrm>
            <a:off x="9155161" y="374904"/>
            <a:ext cx="2651069"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67528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ECB6C2-1084-4AED-A74A-DF028B0094EA}"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1961328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9258" y="762000"/>
            <a:ext cx="2361585"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7982" y="762000"/>
            <a:ext cx="8075097"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ECB6C2-1084-4AED-A74A-DF028B0094EA}"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1682223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35" y="237744"/>
            <a:ext cx="11719555"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522" y="642594"/>
            <a:ext cx="10055781"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522" y="2103120"/>
            <a:ext cx="10055781"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362" y="6214535"/>
            <a:ext cx="2742486"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2DD204D1-F9BD-4643-8480-6EA41EB484F1}" type="datetimeFigureOut">
              <a:rPr lang="en-US" smtClean="0"/>
              <a:pPr/>
              <a:t>8/12/25</a:t>
            </a:fld>
            <a:endParaRPr lang="en-US"/>
          </a:p>
        </p:txBody>
      </p:sp>
      <p:sp>
        <p:nvSpPr>
          <p:cNvPr id="5" name="Footer Placeholder 4"/>
          <p:cNvSpPr>
            <a:spLocks noGrp="1"/>
          </p:cNvSpPr>
          <p:nvPr>
            <p:ph type="ftr" sz="quarter" idx="3"/>
          </p:nvPr>
        </p:nvSpPr>
        <p:spPr>
          <a:xfrm>
            <a:off x="3489051" y="6214535"/>
            <a:ext cx="5210723"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345840" y="6214535"/>
            <a:ext cx="1462659"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EB37DED6-D4C7-42EE-AB49-D2E39E64FDE4}" type="slidenum">
              <a:rPr lang="en-US" smtClean="0"/>
              <a:pPr/>
              <a:t>‹#›</a:t>
            </a:fld>
            <a:endParaRPr lang="en-US"/>
          </a:p>
        </p:txBody>
      </p:sp>
      <p:sp>
        <p:nvSpPr>
          <p:cNvPr id="8" name="Rectangle 7"/>
          <p:cNvSpPr/>
          <p:nvPr/>
        </p:nvSpPr>
        <p:spPr>
          <a:xfrm>
            <a:off x="371759" y="374904"/>
            <a:ext cx="11445307" cy="6108192"/>
          </a:xfrm>
          <a:prstGeom prst="rect">
            <a:avLst/>
          </a:prstGeom>
          <a:noFill/>
          <a:ln w="6350" cap="sq" cmpd="sng" algn="ctr">
            <a:solidFill>
              <a:schemeClr val="tx1">
                <a:lumMod val="75000"/>
                <a:lumOff val="25000"/>
              </a:schemeClr>
            </a:solidFill>
            <a:prstDash val="solid"/>
            <a:miter lim="800000"/>
          </a:ln>
          <a:effectLst/>
        </p:spPr>
      </p:sp>
    </p:spTree>
    <p:extLst>
      <p:ext uri="{BB962C8B-B14F-4D97-AF65-F5344CB8AC3E}">
        <p14:creationId xmlns:p14="http://schemas.microsoft.com/office/powerpoint/2010/main" val="937030136"/>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126" rtl="0" eaLnBrk="1" latinLnBrk="0" hangingPunct="1">
        <a:lnSpc>
          <a:spcPct val="90000"/>
        </a:lnSpc>
        <a:spcBef>
          <a:spcPct val="0"/>
        </a:spcBef>
        <a:buNone/>
        <a:defRPr lang="en-US" sz="4799" kern="1200" cap="none" spc="0" baseline="0" dirty="0">
          <a:solidFill>
            <a:schemeClr val="tx1">
              <a:lumMod val="85000"/>
              <a:lumOff val="15000"/>
            </a:schemeClr>
          </a:solidFill>
          <a:effectLst/>
          <a:latin typeface="+mj-lt"/>
          <a:ea typeface="+mn-ea"/>
          <a:cs typeface="+mn-cs"/>
        </a:defRPr>
      </a:lvl1pPr>
    </p:titleStyle>
    <p:bodyStyle>
      <a:lvl1pPr marL="182825" indent="-182825" algn="l" defTabSz="914126"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799" kern="1200">
          <a:solidFill>
            <a:schemeClr val="tx1"/>
          </a:solidFill>
          <a:latin typeface="+mn-lt"/>
          <a:ea typeface="+mn-ea"/>
          <a:cs typeface="+mn-cs"/>
        </a:defRPr>
      </a:lvl1pPr>
      <a:lvl2pPr marL="457063" indent="-182825" algn="l" defTabSz="914126"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301" indent="-182825" algn="l" defTabSz="914126"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538" indent="-182825" algn="l" defTabSz="914126"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79776" indent="-182825" algn="l" defTabSz="914126"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599520" indent="-228531" algn="l" defTabSz="914126"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899430" indent="-228531" algn="l" defTabSz="914126"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199340" indent="-228531" algn="l" defTabSz="914126"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499250" indent="-228531" algn="l" defTabSz="914126"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136" y="1600200"/>
            <a:ext cx="9753599" cy="2590800"/>
          </a:xfrm>
        </p:spPr>
        <p:txBody>
          <a:bodyPr/>
          <a:lstStyle/>
          <a:p>
            <a:r>
              <a:rPr lang="vi-VN" sz="4000" dirty="0">
                <a:solidFill>
                  <a:schemeClr val="accent1">
                    <a:lumMod val="50000"/>
                  </a:schemeClr>
                </a:solidFill>
              </a:rPr>
              <a:t>Pháp luật đại cương</a:t>
            </a:r>
            <a:endParaRPr lang="en-US" sz="4000" dirty="0">
              <a:solidFill>
                <a:schemeClr val="accent1">
                  <a:lumMod val="50000"/>
                </a:schemeClr>
              </a:solidFill>
            </a:endParaRPr>
          </a:p>
        </p:txBody>
      </p:sp>
      <p:sp>
        <p:nvSpPr>
          <p:cNvPr id="3" name="Subtitle 2"/>
          <p:cNvSpPr>
            <a:spLocks noGrp="1"/>
          </p:cNvSpPr>
          <p:nvPr>
            <p:ph type="subTitle" idx="1"/>
          </p:nvPr>
        </p:nvSpPr>
        <p:spPr>
          <a:xfrm>
            <a:off x="1560169" y="3581400"/>
            <a:ext cx="9068486" cy="1523999"/>
          </a:xfrm>
        </p:spPr>
        <p:txBody>
          <a:bodyPr>
            <a:normAutofit fontScale="92500" lnSpcReduction="10000"/>
          </a:bodyPr>
          <a:lstStyle/>
          <a:p>
            <a:r>
              <a:rPr lang="vi-VN" sz="2000" b="1" dirty="0"/>
              <a:t>Ths. Phạm Thu Giang</a:t>
            </a:r>
          </a:p>
          <a:p>
            <a:r>
              <a:rPr lang="vi-VN" sz="2000" dirty="0"/>
              <a:t>Bộ môn cơ sở kinh tế và quản lý, Khoa Vận tải Kinh tế</a:t>
            </a:r>
          </a:p>
          <a:p>
            <a:endParaRPr lang="vi-VN" dirty="0"/>
          </a:p>
          <a:p>
            <a:endParaRPr lang="vi-VN" dirty="0"/>
          </a:p>
          <a:p>
            <a:r>
              <a:rPr lang="vi-VN" sz="1800" dirty="0">
                <a:solidFill>
                  <a:schemeClr val="tx1"/>
                </a:solidFill>
              </a:rPr>
              <a:t>Tel: 0915862929</a:t>
            </a:r>
          </a:p>
          <a:p>
            <a:r>
              <a:rPr lang="vi-VN" sz="1800" dirty="0">
                <a:solidFill>
                  <a:schemeClr val="tx1"/>
                </a:solidFill>
              </a:rPr>
              <a:t>Email: phamthugiang@utc.edu.vn</a:t>
            </a:r>
            <a:endParaRPr lang="en-US" sz="1800" dirty="0">
              <a:solidFill>
                <a:schemeClr val="tx1"/>
              </a:solidFill>
            </a:endParaRPr>
          </a:p>
        </p:txBody>
      </p:sp>
    </p:spTree>
    <p:extLst>
      <p:ext uri="{BB962C8B-B14F-4D97-AF65-F5344CB8AC3E}">
        <p14:creationId xmlns:p14="http://schemas.microsoft.com/office/powerpoint/2010/main" val="3650340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C9A13-45BD-FC46-8612-42734AF7116E}"/>
              </a:ext>
            </a:extLst>
          </p:cNvPr>
          <p:cNvSpPr>
            <a:spLocks noGrp="1"/>
          </p:cNvSpPr>
          <p:nvPr>
            <p:ph type="title"/>
          </p:nvPr>
        </p:nvSpPr>
        <p:spPr>
          <a:xfrm>
            <a:off x="912812" y="304800"/>
            <a:ext cx="10055781" cy="1371600"/>
          </a:xfrm>
        </p:spPr>
        <p:txBody>
          <a:bodyPr>
            <a:normAutofit/>
          </a:bodyPr>
          <a:lstStyle/>
          <a:p>
            <a:pPr algn="ctr"/>
            <a:r>
              <a:rPr lang="en-US" sz="3200" dirty="0" err="1">
                <a:solidFill>
                  <a:srgbClr val="C00000"/>
                </a:solidFill>
                <a:latin typeface="Arial" panose="020B0604020202020204" pitchFamily="34" charset="0"/>
                <a:cs typeface="Arial" panose="020B0604020202020204" pitchFamily="34" charset="0"/>
              </a:rPr>
              <a:t>Nội</a:t>
            </a:r>
            <a:r>
              <a:rPr lang="en-US" sz="3200" dirty="0">
                <a:solidFill>
                  <a:srgbClr val="C00000"/>
                </a:solidFill>
                <a:latin typeface="Arial" panose="020B0604020202020204" pitchFamily="34" charset="0"/>
                <a:cs typeface="Arial" panose="020B0604020202020204" pitchFamily="34" charset="0"/>
              </a:rPr>
              <a:t> dung </a:t>
            </a:r>
            <a:r>
              <a:rPr lang="en-US" sz="3200" dirty="0" err="1">
                <a:solidFill>
                  <a:srgbClr val="C00000"/>
                </a:solidFill>
                <a:latin typeface="Arial" panose="020B0604020202020204" pitchFamily="34" charset="0"/>
                <a:cs typeface="Arial" panose="020B0604020202020204" pitchFamily="34" charset="0"/>
              </a:rPr>
              <a:t>môn</a:t>
            </a:r>
            <a:r>
              <a:rPr lang="en-US" sz="3200" dirty="0">
                <a:solidFill>
                  <a:srgbClr val="C00000"/>
                </a:solidFill>
                <a:latin typeface="Arial" panose="020B0604020202020204" pitchFamily="34" charset="0"/>
                <a:cs typeface="Arial" panose="020B0604020202020204" pitchFamily="34" charset="0"/>
              </a:rPr>
              <a:t> </a:t>
            </a:r>
            <a:r>
              <a:rPr lang="en-US" sz="3200">
                <a:solidFill>
                  <a:srgbClr val="C00000"/>
                </a:solidFill>
                <a:latin typeface="Arial" panose="020B0604020202020204" pitchFamily="34" charset="0"/>
                <a:cs typeface="Arial" panose="020B0604020202020204" pitchFamily="34" charset="0"/>
              </a:rPr>
              <a:t>học</a:t>
            </a:r>
            <a:endParaRPr lang="en-US" sz="3200" dirty="0">
              <a:solidFill>
                <a:srgbClr val="C0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1FA123F-BE38-A44A-BD64-F07AA327BB18}"/>
              </a:ext>
            </a:extLst>
          </p:cNvPr>
          <p:cNvSpPr>
            <a:spLocks noGrp="1"/>
          </p:cNvSpPr>
          <p:nvPr>
            <p:ph idx="1"/>
          </p:nvPr>
        </p:nvSpPr>
        <p:spPr>
          <a:xfrm>
            <a:off x="1141412" y="1371600"/>
            <a:ext cx="10134601" cy="4663440"/>
          </a:xfrm>
        </p:spPr>
        <p:txBody>
          <a:bodyPr/>
          <a:lstStyle/>
          <a:p>
            <a:pPr>
              <a:lnSpc>
                <a:spcPct val="150000"/>
              </a:lnSpc>
              <a:spcBef>
                <a:spcPts val="0"/>
              </a:spcBef>
            </a:pPr>
            <a:r>
              <a:rPr lang="en-US" sz="2000" b="1" dirty="0">
                <a:latin typeface="Arial" panose="020B0604020202020204" pitchFamily="34" charset="0"/>
                <a:cs typeface="Arial" panose="020B0604020202020204" pitchFamily="34" charset="0"/>
              </a:rPr>
              <a:t>I. </a:t>
            </a:r>
            <a:r>
              <a:rPr lang="en-US" sz="2000" b="1" dirty="0" err="1">
                <a:latin typeface="Arial" panose="020B0604020202020204" pitchFamily="34" charset="0"/>
                <a:cs typeface="Arial" panose="020B0604020202020204" pitchFamily="34" charset="0"/>
              </a:rPr>
              <a:t>Định</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nghĩa</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pháp</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luật</a:t>
            </a:r>
            <a:r>
              <a:rPr lang="en-US" sz="2000" b="1" dirty="0">
                <a:latin typeface="Arial" panose="020B0604020202020204" pitchFamily="34" charset="0"/>
                <a:cs typeface="Arial" panose="020B0604020202020204" pitchFamily="34" charset="0"/>
              </a:rPr>
              <a:t> – </a:t>
            </a:r>
            <a:r>
              <a:rPr lang="en-US" sz="2000" b="1" dirty="0" err="1">
                <a:latin typeface="Arial" panose="020B0604020202020204" pitchFamily="34" charset="0"/>
                <a:cs typeface="Arial" panose="020B0604020202020204" pitchFamily="34" charset="0"/>
              </a:rPr>
              <a:t>Đặc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trưng</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cơ</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bản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của</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pháp</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luật</a:t>
            </a:r>
            <a:endParaRPr lang="en-US" sz="2000" b="1" dirty="0">
              <a:latin typeface="Arial" panose="020B0604020202020204" pitchFamily="34" charset="0"/>
              <a:cs typeface="Arial" panose="020B0604020202020204" pitchFamily="34" charset="0"/>
            </a:endParaRPr>
          </a:p>
          <a:p>
            <a:pPr>
              <a:lnSpc>
                <a:spcPct val="150000"/>
              </a:lnSpc>
              <a:spcBef>
                <a:spcPts val="0"/>
              </a:spcBef>
            </a:pPr>
            <a:r>
              <a:rPr lang="en-US" sz="2000" b="1" dirty="0">
                <a:latin typeface="Arial" panose="020B0604020202020204" pitchFamily="34" charset="0"/>
                <a:cs typeface="Arial" panose="020B0604020202020204" pitchFamily="34" charset="0"/>
              </a:rPr>
              <a:t>II. </a:t>
            </a:r>
            <a:r>
              <a:rPr lang="en-US" sz="2000" b="1" dirty="0" err="1">
                <a:latin typeface="Arial" panose="020B0604020202020204" pitchFamily="34" charset="0"/>
                <a:cs typeface="Arial" panose="020B0604020202020204" pitchFamily="34" charset="0"/>
              </a:rPr>
              <a:t>Văn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bản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quy</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phạm</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pháp</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luật</a:t>
            </a:r>
            <a:endParaRPr lang="en-US" sz="2000" b="1" dirty="0">
              <a:latin typeface="Arial" panose="020B0604020202020204" pitchFamily="34" charset="0"/>
              <a:cs typeface="Arial" panose="020B0604020202020204" pitchFamily="34" charset="0"/>
            </a:endParaRPr>
          </a:p>
          <a:p>
            <a:pPr>
              <a:lnSpc>
                <a:spcPct val="150000"/>
              </a:lnSpc>
              <a:spcBef>
                <a:spcPts val="0"/>
              </a:spcBef>
            </a:pPr>
            <a:r>
              <a:rPr lang="en-US" sz="2000" b="1" dirty="0">
                <a:latin typeface="Arial" panose="020B0604020202020204" pitchFamily="34" charset="0"/>
                <a:cs typeface="Arial" panose="020B0604020202020204" pitchFamily="34" charset="0"/>
              </a:rPr>
              <a:t>III. </a:t>
            </a:r>
            <a:r>
              <a:rPr lang="en-US" sz="2000" b="1" dirty="0" err="1">
                <a:latin typeface="Arial" panose="020B0604020202020204" pitchFamily="34" charset="0"/>
                <a:cs typeface="Arial" panose="020B0604020202020204" pitchFamily="34" charset="0"/>
              </a:rPr>
              <a:t>Quy</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phạm</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pháp</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luật</a:t>
            </a:r>
            <a:endParaRPr lang="en-US" sz="2000" b="1" dirty="0">
              <a:latin typeface="Arial" panose="020B0604020202020204" pitchFamily="34" charset="0"/>
              <a:cs typeface="Arial" panose="020B0604020202020204" pitchFamily="34" charset="0"/>
            </a:endParaRPr>
          </a:p>
          <a:p>
            <a:pPr>
              <a:lnSpc>
                <a:spcPct val="150000"/>
              </a:lnSpc>
              <a:spcBef>
                <a:spcPts val="0"/>
              </a:spcBef>
            </a:pPr>
            <a:r>
              <a:rPr lang="en-US" sz="2000" b="1" dirty="0">
                <a:latin typeface="Arial" panose="020B0604020202020204" pitchFamily="34" charset="0"/>
                <a:cs typeface="Arial" panose="020B0604020202020204" pitchFamily="34" charset="0"/>
              </a:rPr>
              <a:t>IV. Quan </a:t>
            </a:r>
            <a:r>
              <a:rPr lang="en-US" sz="2000" b="1" dirty="0" err="1">
                <a:latin typeface="Arial" panose="020B0604020202020204" pitchFamily="34" charset="0"/>
                <a:cs typeface="Arial" panose="020B0604020202020204" pitchFamily="34" charset="0"/>
              </a:rPr>
              <a:t>hệ</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pháp</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luật</a:t>
            </a:r>
            <a:endParaRPr lang="en-US" sz="2000" b="1" dirty="0">
              <a:latin typeface="Arial" panose="020B0604020202020204" pitchFamily="34" charset="0"/>
              <a:cs typeface="Arial" panose="020B0604020202020204" pitchFamily="34" charset="0"/>
            </a:endParaRPr>
          </a:p>
          <a:p>
            <a:pPr>
              <a:lnSpc>
                <a:spcPct val="150000"/>
              </a:lnSpc>
              <a:spcBef>
                <a:spcPts val="0"/>
              </a:spcBef>
            </a:pPr>
            <a:r>
              <a:rPr lang="en-US" sz="2000" b="1" dirty="0">
                <a:latin typeface="Arial" panose="020B0604020202020204" pitchFamily="34" charset="0"/>
                <a:cs typeface="Arial" panose="020B0604020202020204" pitchFamily="34" charset="0"/>
              </a:rPr>
              <a:t>V. </a:t>
            </a:r>
            <a:r>
              <a:rPr lang="en-US" sz="2000" b="1" dirty="0" err="1">
                <a:latin typeface="Arial" panose="020B0604020202020204" pitchFamily="34" charset="0"/>
                <a:cs typeface="Arial" panose="020B0604020202020204" pitchFamily="34" charset="0"/>
              </a:rPr>
              <a:t>Thực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hiện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pháp</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luật</a:t>
            </a:r>
            <a:r>
              <a:rPr lang="en-US" sz="2000" b="1" dirty="0">
                <a:latin typeface="Arial" panose="020B0604020202020204" pitchFamily="34" charset="0"/>
                <a:cs typeface="Arial" panose="020B0604020202020204" pitchFamily="34" charset="0"/>
              </a:rPr>
              <a:t> – </a:t>
            </a:r>
            <a:r>
              <a:rPr lang="en-US" sz="2000" b="1" dirty="0" err="1">
                <a:latin typeface="Arial" panose="020B0604020202020204" pitchFamily="34" charset="0"/>
                <a:cs typeface="Arial" panose="020B0604020202020204" pitchFamily="34" charset="0"/>
              </a:rPr>
              <a:t>Áp</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dụng</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pháp</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luật</a:t>
            </a:r>
            <a:endParaRPr lang="en-US" sz="2000" b="1" dirty="0">
              <a:latin typeface="Arial" panose="020B0604020202020204" pitchFamily="34" charset="0"/>
              <a:cs typeface="Arial" panose="020B0604020202020204" pitchFamily="34" charset="0"/>
            </a:endParaRPr>
          </a:p>
          <a:p>
            <a:pPr>
              <a:lnSpc>
                <a:spcPct val="150000"/>
              </a:lnSpc>
              <a:spcBef>
                <a:spcPts val="0"/>
              </a:spcBef>
            </a:pPr>
            <a:r>
              <a:rPr lang="en-US" sz="2000" b="1" dirty="0">
                <a:latin typeface="Arial" panose="020B0604020202020204" pitchFamily="34" charset="0"/>
                <a:cs typeface="Arial" panose="020B0604020202020204" pitchFamily="34" charset="0"/>
              </a:rPr>
              <a:t>VI. Vi </a:t>
            </a:r>
            <a:r>
              <a:rPr lang="en-US" sz="2000" b="1" dirty="0" err="1">
                <a:latin typeface="Arial" panose="020B0604020202020204" pitchFamily="34" charset="0"/>
                <a:cs typeface="Arial" panose="020B0604020202020204" pitchFamily="34" charset="0"/>
              </a:rPr>
              <a:t>phạm</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pháp</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luật</a:t>
            </a:r>
            <a:r>
              <a:rPr lang="en-US" sz="2000" b="1" dirty="0">
                <a:latin typeface="Arial" panose="020B0604020202020204" pitchFamily="34" charset="0"/>
                <a:cs typeface="Arial" panose="020B0604020202020204" pitchFamily="34" charset="0"/>
              </a:rPr>
              <a:t> </a:t>
            </a:r>
          </a:p>
          <a:p>
            <a:pPr>
              <a:lnSpc>
                <a:spcPct val="150000"/>
              </a:lnSpc>
              <a:spcBef>
                <a:spcPts val="0"/>
              </a:spcBef>
            </a:pPr>
            <a:r>
              <a:rPr lang="en-US" sz="2000" b="1" dirty="0">
                <a:latin typeface="Arial" panose="020B0604020202020204" pitchFamily="34" charset="0"/>
                <a:cs typeface="Arial" panose="020B0604020202020204" pitchFamily="34" charset="0"/>
              </a:rPr>
              <a:t>VII. </a:t>
            </a:r>
            <a:r>
              <a:rPr lang="en-US" sz="2000" b="1" dirty="0" err="1">
                <a:latin typeface="Arial" panose="020B0604020202020204" pitchFamily="34" charset="0"/>
                <a:cs typeface="Arial" panose="020B0604020202020204" pitchFamily="34" charset="0"/>
              </a:rPr>
              <a:t>Trách</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nhiệm</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pháp</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lý</a:t>
            </a:r>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0478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522" y="762000"/>
            <a:ext cx="10055781" cy="1033806"/>
          </a:xfrm>
        </p:spPr>
        <p:txBody>
          <a:bodyPr>
            <a:normAutofit/>
          </a:bodyPr>
          <a:lstStyle/>
          <a:p>
            <a:r>
              <a:rPr lang="en-US" sz="2800" dirty="0">
                <a:latin typeface="Arial" panose="020B0604020202020204" pitchFamily="34" charset="0"/>
                <a:cs typeface="Arial" panose="020B0604020202020204" pitchFamily="34" charset="0"/>
              </a:rPr>
              <a:t>I. </a:t>
            </a:r>
            <a:r>
              <a:rPr lang="en-US" sz="2800" dirty="0" err="1">
                <a:latin typeface="Arial" panose="020B0604020202020204" pitchFamily="34" charset="0"/>
                <a:cs typeface="Arial" panose="020B0604020202020204" pitchFamily="34" charset="0"/>
              </a:rPr>
              <a:t>Định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nghĩa</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pháp</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luật</a:t>
            </a:r>
            <a:r>
              <a:rPr lang="en-US" sz="2800" dirty="0">
                <a:latin typeface="Arial" panose="020B0604020202020204" pitchFamily="34" charset="0"/>
                <a:cs typeface="Arial" panose="020B0604020202020204" pitchFamily="34" charset="0"/>
              </a:rPr>
              <a:t> – </a:t>
            </a:r>
            <a:r>
              <a:rPr lang="en-US" sz="2800" dirty="0" err="1">
                <a:latin typeface="Arial" panose="020B0604020202020204" pitchFamily="34" charset="0"/>
                <a:cs typeface="Arial" panose="020B0604020202020204" pitchFamily="34" charset="0"/>
              </a:rPr>
              <a:t>Đặc</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trưng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cơ</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bản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của</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pháp</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luật</a:t>
            </a:r>
            <a:endParaRPr lang="en-US" sz="28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217612" y="2209800"/>
            <a:ext cx="5638799" cy="3825240"/>
          </a:xfrm>
        </p:spPr>
        <p:txBody>
          <a:bodyPr/>
          <a:lstStyle/>
          <a:p>
            <a:r>
              <a:rPr lang="en-US" sz="2000" u="sng" dirty="0">
                <a:latin typeface="Arial" panose="020B0604020202020204" pitchFamily="34" charset="0"/>
                <a:cs typeface="Arial" panose="020B0604020202020204" pitchFamily="34" charset="0"/>
              </a:rPr>
              <a:t>1. </a:t>
            </a:r>
            <a:r>
              <a:rPr lang="en-US" sz="2000" u="sng" dirty="0" err="1">
                <a:latin typeface="Arial" panose="020B0604020202020204" pitchFamily="34" charset="0"/>
                <a:cs typeface="Arial" panose="020B0604020202020204" pitchFamily="34" charset="0"/>
              </a:rPr>
              <a:t>Định</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nghĩa</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pháp</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luật</a:t>
            </a:r>
            <a:r>
              <a:rPr lang="en-US" sz="2000" u="sng" dirty="0">
                <a:latin typeface="Arial" panose="020B0604020202020204" pitchFamily="34" charset="0"/>
                <a:cs typeface="Arial" panose="020B0604020202020204" pitchFamily="34" charset="0"/>
              </a:rPr>
              <a:t>:</a:t>
            </a:r>
          </a:p>
          <a:p>
            <a:pPr marL="0" indent="0">
              <a:buNone/>
            </a:pPr>
            <a:endParaRPr lang="en-US" dirty="0">
              <a:latin typeface="Arial" panose="020B0604020202020204" pitchFamily="34" charset="0"/>
              <a:cs typeface="Arial" panose="020B0604020202020204" pitchFamily="34" charset="0"/>
            </a:endParaRPr>
          </a:p>
          <a:p>
            <a:pPr marL="0" indent="0">
              <a:buNone/>
            </a:pP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Pháp</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luật</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là</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hệ</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thống</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các</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quy</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tắc</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xử</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sự</a:t>
            </a:r>
            <a:r>
              <a:rPr lang="en-US" b="1" i="1" dirty="0">
                <a:latin typeface="Arial" panose="020B0604020202020204" pitchFamily="34" charset="0"/>
                <a:cs typeface="Arial" panose="020B0604020202020204" pitchFamily="34" charset="0"/>
              </a:rPr>
              <a:t> do </a:t>
            </a:r>
            <a:r>
              <a:rPr lang="en-US" b="1" i="1" dirty="0" err="1">
                <a:latin typeface="Arial" panose="020B0604020202020204" pitchFamily="34" charset="0"/>
                <a:cs typeface="Arial" panose="020B0604020202020204" pitchFamily="34" charset="0"/>
              </a:rPr>
              <a:t>nhà</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nước</a:t>
            </a:r>
            <a:r>
              <a:rPr lang="en-US" b="1" i="1" dirty="0">
                <a:latin typeface="Arial" panose="020B0604020202020204" pitchFamily="34" charset="0"/>
                <a:cs typeface="Arial" panose="020B0604020202020204" pitchFamily="34" charset="0"/>
              </a:rPr>
              <a:t> ban </a:t>
            </a:r>
            <a:r>
              <a:rPr lang="en-US" b="1" i="1" dirty="0" err="1">
                <a:latin typeface="Arial" panose="020B0604020202020204" pitchFamily="34" charset="0"/>
                <a:cs typeface="Arial" panose="020B0604020202020204" pitchFamily="34" charset="0"/>
              </a:rPr>
              <a:t>hành</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và</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bảo</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đảm</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thực</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hiện</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thể</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hiện</a:t>
            </a:r>
            <a:r>
              <a:rPr lang="en-US" b="1" i="1" dirty="0">
                <a:latin typeface="Arial" panose="020B0604020202020204" pitchFamily="34" charset="0"/>
                <a:cs typeface="Arial" panose="020B0604020202020204" pitchFamily="34" charset="0"/>
              </a:rPr>
              <a:t> ý </a:t>
            </a:r>
            <a:r>
              <a:rPr lang="en-US" b="1" i="1" dirty="0" err="1">
                <a:latin typeface="Arial" panose="020B0604020202020204" pitchFamily="34" charset="0"/>
                <a:cs typeface="Arial" panose="020B0604020202020204" pitchFamily="34" charset="0"/>
              </a:rPr>
              <a:t>chí</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của</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giai</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cấp</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thống</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trị</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trong</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xã</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hội</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là</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nhân</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tố</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điều</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chỉnh</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các</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quan</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hệ</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xã</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hội</a:t>
            </a:r>
            <a:r>
              <a:rPr lang="en-US" b="1" i="1" dirty="0">
                <a:latin typeface="Arial" panose="020B0604020202020204" pitchFamily="34" charset="0"/>
                <a:cs typeface="Arial" panose="020B0604020202020204" pitchFamily="34" charset="0"/>
              </a:rPr>
              <a:t>”</a:t>
            </a:r>
          </a:p>
          <a:p>
            <a:pPr marL="0" indent="0">
              <a:buNone/>
            </a:pPr>
            <a:endParaRPr lang="en-US" b="1" i="1"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43" y="2362200"/>
            <a:ext cx="4931021" cy="3238500"/>
          </a:xfrm>
          <a:prstGeom prst="rect">
            <a:avLst/>
          </a:prstGeom>
        </p:spPr>
      </p:pic>
    </p:spTree>
    <p:extLst>
      <p:ext uri="{BB962C8B-B14F-4D97-AF65-F5344CB8AC3E}">
        <p14:creationId xmlns:p14="http://schemas.microsoft.com/office/powerpoint/2010/main" val="4019893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522" y="642594"/>
            <a:ext cx="10055781" cy="957606"/>
          </a:xfrm>
        </p:spPr>
        <p:txBody>
          <a:bodyPr>
            <a:normAutofit/>
          </a:bodyPr>
          <a:lstStyle/>
          <a:p>
            <a:r>
              <a:rPr lang="en-US" sz="2400" u="sng" dirty="0">
                <a:latin typeface="Arial" panose="020B0604020202020204" pitchFamily="34" charset="0"/>
                <a:cs typeface="Arial" panose="020B0604020202020204" pitchFamily="34" charset="0"/>
              </a:rPr>
              <a:t>2. </a:t>
            </a:r>
            <a:r>
              <a:rPr lang="en-US" sz="2400" u="sng" dirty="0" err="1">
                <a:latin typeface="Arial" panose="020B0604020202020204" pitchFamily="34" charset="0"/>
                <a:cs typeface="Arial" panose="020B0604020202020204" pitchFamily="34" charset="0"/>
              </a:rPr>
              <a:t>Đặc</a:t>
            </a:r>
            <a:r>
              <a:rPr lang="en-US" sz="2400" u="sng" dirty="0">
                <a:latin typeface="Arial" panose="020B0604020202020204" pitchFamily="34" charset="0"/>
                <a:cs typeface="Arial" panose="020B0604020202020204" pitchFamily="34" charset="0"/>
              </a:rPr>
              <a:t> </a:t>
            </a:r>
            <a:r>
              <a:rPr lang="en-US" sz="2400" u="sng" dirty="0" err="1">
                <a:latin typeface="Arial" panose="020B0604020202020204" pitchFamily="34" charset="0"/>
                <a:cs typeface="Arial" panose="020B0604020202020204" pitchFamily="34" charset="0"/>
              </a:rPr>
              <a:t>trưng</a:t>
            </a:r>
            <a:r>
              <a:rPr lang="en-US" sz="2400" u="sng" dirty="0">
                <a:latin typeface="Arial" panose="020B0604020202020204" pitchFamily="34" charset="0"/>
                <a:cs typeface="Arial" panose="020B0604020202020204" pitchFamily="34" charset="0"/>
              </a:rPr>
              <a:t> </a:t>
            </a:r>
            <a:r>
              <a:rPr lang="en-US" sz="2400" u="sng" dirty="0" err="1">
                <a:latin typeface="Arial" panose="020B0604020202020204" pitchFamily="34" charset="0"/>
                <a:cs typeface="Arial" panose="020B0604020202020204" pitchFamily="34" charset="0"/>
              </a:rPr>
              <a:t>của</a:t>
            </a:r>
            <a:r>
              <a:rPr lang="en-US" sz="2400" u="sng" dirty="0">
                <a:latin typeface="Arial" panose="020B0604020202020204" pitchFamily="34" charset="0"/>
                <a:cs typeface="Arial" panose="020B0604020202020204" pitchFamily="34" charset="0"/>
              </a:rPr>
              <a:t> </a:t>
            </a:r>
            <a:r>
              <a:rPr lang="en-US" sz="2400" u="sng" dirty="0" err="1">
                <a:latin typeface="Arial" panose="020B0604020202020204" pitchFamily="34" charset="0"/>
                <a:cs typeface="Arial" panose="020B0604020202020204" pitchFamily="34" charset="0"/>
              </a:rPr>
              <a:t>pháp</a:t>
            </a:r>
            <a:r>
              <a:rPr lang="en-US" sz="2400" u="sng" dirty="0">
                <a:latin typeface="Arial" panose="020B0604020202020204" pitchFamily="34" charset="0"/>
                <a:cs typeface="Arial" panose="020B0604020202020204" pitchFamily="34" charset="0"/>
              </a:rPr>
              <a:t> </a:t>
            </a:r>
            <a:r>
              <a:rPr lang="en-US" sz="2400" u="sng" dirty="0" err="1">
                <a:latin typeface="Arial" panose="020B0604020202020204" pitchFamily="34" charset="0"/>
                <a:cs typeface="Arial" panose="020B0604020202020204" pitchFamily="34" charset="0"/>
              </a:rPr>
              <a:t>luật</a:t>
            </a:r>
            <a:endParaRPr lang="en-US" sz="2400" u="sng" dirty="0">
              <a:latin typeface="Arial" panose="020B0604020202020204" pitchFamily="34" charset="0"/>
              <a:cs typeface="Arial" panose="020B0604020202020204" pitchFamily="34" charset="0"/>
            </a:endParaRPr>
          </a:p>
        </p:txBody>
      </p:sp>
      <p:sp>
        <p:nvSpPr>
          <p:cNvPr id="4" name="Rectangle 3"/>
          <p:cNvSpPr/>
          <p:nvPr/>
        </p:nvSpPr>
        <p:spPr>
          <a:xfrm>
            <a:off x="1751012" y="2057400"/>
            <a:ext cx="1332845" cy="3505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latin typeface="Arial" panose="020B0604020202020204" pitchFamily="34" charset="0"/>
                <a:cs typeface="Arial" panose="020B0604020202020204" pitchFamily="34" charset="0"/>
              </a:rPr>
              <a:t>Đặc</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trưng</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của</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pháp</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luật</a:t>
            </a:r>
            <a:endParaRPr lang="en-US" b="1" dirty="0">
              <a:solidFill>
                <a:schemeClr val="tx1"/>
              </a:solidFill>
              <a:latin typeface="Arial" panose="020B0604020202020204" pitchFamily="34" charset="0"/>
              <a:cs typeface="Arial" panose="020B0604020202020204" pitchFamily="34" charset="0"/>
            </a:endParaRPr>
          </a:p>
        </p:txBody>
      </p:sp>
      <p:sp>
        <p:nvSpPr>
          <p:cNvPr id="12" name="Rounded Rectangle 11"/>
          <p:cNvSpPr/>
          <p:nvPr/>
        </p:nvSpPr>
        <p:spPr>
          <a:xfrm>
            <a:off x="5484812" y="1752600"/>
            <a:ext cx="54102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Arial" panose="020B0604020202020204" pitchFamily="34" charset="0"/>
                <a:cs typeface="Arial" panose="020B0604020202020204" pitchFamily="34" charset="0"/>
              </a:rPr>
              <a:t>TÍNH QUYỀN LỰC</a:t>
            </a:r>
          </a:p>
        </p:txBody>
      </p:sp>
      <p:sp>
        <p:nvSpPr>
          <p:cNvPr id="13" name="Rounded Rectangle 12"/>
          <p:cNvSpPr/>
          <p:nvPr/>
        </p:nvSpPr>
        <p:spPr>
          <a:xfrm>
            <a:off x="5484812" y="2895600"/>
            <a:ext cx="54102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Arial" panose="020B0604020202020204" pitchFamily="34" charset="0"/>
                <a:cs typeface="Arial" panose="020B0604020202020204" pitchFamily="34" charset="0"/>
              </a:rPr>
              <a:t>TÍNH QUY PHẠM</a:t>
            </a:r>
          </a:p>
        </p:txBody>
      </p:sp>
      <p:sp>
        <p:nvSpPr>
          <p:cNvPr id="14" name="Rounded Rectangle 13"/>
          <p:cNvSpPr/>
          <p:nvPr/>
        </p:nvSpPr>
        <p:spPr>
          <a:xfrm>
            <a:off x="5523204" y="4023653"/>
            <a:ext cx="5410200" cy="990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Arial" panose="020B0604020202020204" pitchFamily="34" charset="0"/>
                <a:cs typeface="Arial" panose="020B0604020202020204" pitchFamily="34" charset="0"/>
              </a:rPr>
              <a:t>TÍNH </a:t>
            </a:r>
            <a:r>
              <a:rPr lang="en-US" sz="1800" b="1" dirty="0" err="1">
                <a:solidFill>
                  <a:schemeClr val="tx1"/>
                </a:solidFill>
                <a:latin typeface="Arial" panose="020B0604020202020204" pitchFamily="34" charset="0"/>
                <a:cs typeface="Arial" panose="020B0604020202020204" pitchFamily="34" charset="0"/>
              </a:rPr>
              <a:t>Ý</a:t>
            </a:r>
            <a:r>
              <a:rPr lang="en-US" sz="1800" b="1" dirty="0">
                <a:solidFill>
                  <a:schemeClr val="tx1"/>
                </a:solidFill>
                <a:latin typeface="Arial" panose="020B0604020202020204" pitchFamily="34" charset="0"/>
                <a:cs typeface="Arial" panose="020B0604020202020204" pitchFamily="34" charset="0"/>
              </a:rPr>
              <a:t> CHÍ</a:t>
            </a:r>
          </a:p>
        </p:txBody>
      </p:sp>
      <p:sp>
        <p:nvSpPr>
          <p:cNvPr id="15" name="Rounded Rectangle 14"/>
          <p:cNvSpPr/>
          <p:nvPr/>
        </p:nvSpPr>
        <p:spPr>
          <a:xfrm>
            <a:off x="5484812" y="5257800"/>
            <a:ext cx="54102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Arial" panose="020B0604020202020204" pitchFamily="34" charset="0"/>
                <a:cs typeface="Arial" panose="020B0604020202020204" pitchFamily="34" charset="0"/>
              </a:rPr>
              <a:t>TÍNH XÃ HỘI</a:t>
            </a:r>
          </a:p>
        </p:txBody>
      </p:sp>
      <p:cxnSp>
        <p:nvCxnSpPr>
          <p:cNvPr id="17" name="Straight Arrow Connector 16"/>
          <p:cNvCxnSpPr/>
          <p:nvPr/>
        </p:nvCxnSpPr>
        <p:spPr>
          <a:xfrm flipV="1">
            <a:off x="3198812" y="2362200"/>
            <a:ext cx="2133600" cy="1104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3217534" y="3352800"/>
            <a:ext cx="2267278"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3150695" y="3505200"/>
            <a:ext cx="2296672" cy="1028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3198812" y="3505200"/>
            <a:ext cx="2152323" cy="2209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041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522" y="642594"/>
            <a:ext cx="10055781" cy="881406"/>
          </a:xfrm>
        </p:spPr>
        <p:txBody>
          <a:bodyPr>
            <a:normAutofit/>
          </a:bodyPr>
          <a:lstStyle/>
          <a:p>
            <a:r>
              <a:rPr lang="en-US" sz="2800" dirty="0">
                <a:latin typeface="Arial" panose="020B0604020202020204" pitchFamily="34" charset="0"/>
                <a:cs typeface="Arial" panose="020B0604020202020204" pitchFamily="34" charset="0"/>
              </a:rPr>
              <a:t>II. </a:t>
            </a:r>
            <a:r>
              <a:rPr lang="en-US" sz="2800" dirty="0" err="1">
                <a:latin typeface="Arial" panose="020B0604020202020204" pitchFamily="34" charset="0"/>
                <a:cs typeface="Arial" panose="020B0604020202020204" pitchFamily="34" charset="0"/>
              </a:rPr>
              <a:t>Văn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bản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quy</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phạm</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pháp</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luật</a:t>
            </a:r>
            <a:endParaRPr lang="en-US" sz="28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066522" y="1447800"/>
            <a:ext cx="10055781" cy="4648200"/>
          </a:xfrm>
        </p:spPr>
        <p:txBody>
          <a:bodyPr>
            <a:normAutofit/>
          </a:bodyPr>
          <a:lstStyle/>
          <a:p>
            <a:pPr marL="274238" lvl="1" indent="0">
              <a:lnSpc>
                <a:spcPct val="150000"/>
              </a:lnSpc>
              <a:buNone/>
            </a:pPr>
            <a:r>
              <a:rPr lang="en-US" sz="1800" u="sng" dirty="0">
                <a:latin typeface="Arial" panose="020B0604020202020204" pitchFamily="34" charset="0"/>
                <a:cs typeface="Arial" panose="020B0604020202020204" pitchFamily="34" charset="0"/>
              </a:rPr>
              <a:t>1. </a:t>
            </a:r>
            <a:r>
              <a:rPr lang="en-US" sz="1800" u="sng" dirty="0" err="1">
                <a:latin typeface="Arial" panose="020B0604020202020204" pitchFamily="34" charset="0"/>
                <a:cs typeface="Arial" panose="020B0604020202020204" pitchFamily="34" charset="0"/>
              </a:rPr>
              <a:t>Khái</a:t>
            </a:r>
            <a:r>
              <a:rPr lang="en-US" sz="1800" u="sng" dirty="0">
                <a:latin typeface="Arial" panose="020B0604020202020204" pitchFamily="34" charset="0"/>
                <a:cs typeface="Arial" panose="020B0604020202020204" pitchFamily="34" charset="0"/>
              </a:rPr>
              <a:t> </a:t>
            </a:r>
            <a:r>
              <a:rPr lang="en-US" sz="1800" u="sng" dirty="0" err="1">
                <a:latin typeface="Arial" panose="020B0604020202020204" pitchFamily="34" charset="0"/>
                <a:cs typeface="Arial" panose="020B0604020202020204" pitchFamily="34" charset="0"/>
              </a:rPr>
              <a:t>niệm</a:t>
            </a:r>
            <a:r>
              <a:rPr lang="en-US" sz="1800" u="sng" dirty="0">
                <a:latin typeface="Arial" panose="020B0604020202020204" pitchFamily="34" charset="0"/>
                <a:cs typeface="Arial" panose="020B0604020202020204" pitchFamily="34" charset="0"/>
              </a:rPr>
              <a:t> </a:t>
            </a:r>
            <a:r>
              <a:rPr lang="en-US" sz="1800" u="sng" dirty="0" err="1">
                <a:latin typeface="Arial" panose="020B0604020202020204" pitchFamily="34" charset="0"/>
                <a:cs typeface="Arial" panose="020B0604020202020204" pitchFamily="34" charset="0"/>
              </a:rPr>
              <a:t>văn</a:t>
            </a:r>
            <a:r>
              <a:rPr lang="en-US" sz="1800" u="sng" dirty="0">
                <a:latin typeface="Arial" panose="020B0604020202020204" pitchFamily="34" charset="0"/>
                <a:cs typeface="Arial" panose="020B0604020202020204" pitchFamily="34" charset="0"/>
              </a:rPr>
              <a:t> </a:t>
            </a:r>
            <a:r>
              <a:rPr lang="en-US" sz="1800" u="sng" dirty="0" err="1">
                <a:latin typeface="Arial" panose="020B0604020202020204" pitchFamily="34" charset="0"/>
                <a:cs typeface="Arial" panose="020B0604020202020204" pitchFamily="34" charset="0"/>
              </a:rPr>
              <a:t>bản</a:t>
            </a:r>
            <a:r>
              <a:rPr lang="en-US" sz="1800" u="sng" dirty="0">
                <a:latin typeface="Arial" panose="020B0604020202020204" pitchFamily="34" charset="0"/>
                <a:cs typeface="Arial" panose="020B0604020202020204" pitchFamily="34" charset="0"/>
              </a:rPr>
              <a:t> </a:t>
            </a:r>
            <a:r>
              <a:rPr lang="en-US" sz="1800" u="sng" dirty="0" err="1">
                <a:latin typeface="Arial" panose="020B0604020202020204" pitchFamily="34" charset="0"/>
                <a:cs typeface="Arial" panose="020B0604020202020204" pitchFamily="34" charset="0"/>
              </a:rPr>
              <a:t>quy</a:t>
            </a:r>
            <a:r>
              <a:rPr lang="en-US" sz="1800" u="sng" dirty="0">
                <a:latin typeface="Arial" panose="020B0604020202020204" pitchFamily="34" charset="0"/>
                <a:cs typeface="Arial" panose="020B0604020202020204" pitchFamily="34" charset="0"/>
              </a:rPr>
              <a:t> </a:t>
            </a:r>
            <a:r>
              <a:rPr lang="en-US" sz="1800" u="sng" dirty="0" err="1">
                <a:latin typeface="Arial" panose="020B0604020202020204" pitchFamily="34" charset="0"/>
                <a:cs typeface="Arial" panose="020B0604020202020204" pitchFamily="34" charset="0"/>
              </a:rPr>
              <a:t>phạm</a:t>
            </a:r>
            <a:r>
              <a:rPr lang="en-US" sz="1800" u="sng" dirty="0">
                <a:latin typeface="Arial" panose="020B0604020202020204" pitchFamily="34" charset="0"/>
                <a:cs typeface="Arial" panose="020B0604020202020204" pitchFamily="34" charset="0"/>
              </a:rPr>
              <a:t> </a:t>
            </a:r>
            <a:r>
              <a:rPr lang="en-US" sz="1800" u="sng" dirty="0" err="1">
                <a:latin typeface="Arial" panose="020B0604020202020204" pitchFamily="34" charset="0"/>
                <a:cs typeface="Arial" panose="020B0604020202020204" pitchFamily="34" charset="0"/>
              </a:rPr>
              <a:t>pháp</a:t>
            </a:r>
            <a:r>
              <a:rPr lang="en-US" sz="1800" u="sng" dirty="0">
                <a:latin typeface="Arial" panose="020B0604020202020204" pitchFamily="34" charset="0"/>
                <a:cs typeface="Arial" panose="020B0604020202020204" pitchFamily="34" charset="0"/>
              </a:rPr>
              <a:t> </a:t>
            </a:r>
            <a:r>
              <a:rPr lang="en-US" sz="1800" u="sng" dirty="0" err="1">
                <a:latin typeface="Arial" panose="020B0604020202020204" pitchFamily="34" charset="0"/>
                <a:cs typeface="Arial" panose="020B0604020202020204" pitchFamily="34" charset="0"/>
              </a:rPr>
              <a:t>luật</a:t>
            </a:r>
            <a:endParaRPr lang="en-US" sz="1800" u="sng" dirty="0">
              <a:latin typeface="Arial" panose="020B0604020202020204" pitchFamily="34" charset="0"/>
              <a:cs typeface="Arial" panose="020B0604020202020204" pitchFamily="34" charset="0"/>
            </a:endParaRPr>
          </a:p>
          <a:p>
            <a:pPr lvl="1">
              <a:lnSpc>
                <a:spcPct val="150000"/>
              </a:lnSpc>
            </a:pPr>
            <a:r>
              <a:rPr lang="en-US" b="1" i="1" dirty="0">
                <a:solidFill>
                  <a:srgbClr val="C00000"/>
                </a:solidFill>
                <a:latin typeface="Arial" panose="020B0604020202020204" pitchFamily="34" charset="0"/>
                <a:cs typeface="Arial" panose="020B0604020202020204" pitchFamily="34" charset="0"/>
              </a:rPr>
              <a:t> </a:t>
            </a:r>
          </a:p>
          <a:p>
            <a:pPr lvl="1">
              <a:lnSpc>
                <a:spcPct val="150000"/>
              </a:lnSpc>
            </a:pPr>
            <a:r>
              <a:rPr lang="en-US" sz="1800" b="1" i="1" dirty="0">
                <a:solidFill>
                  <a:srgbClr val="C00000"/>
                </a:solidFill>
                <a:latin typeface="Arial" panose="020B0604020202020204" pitchFamily="34" charset="0"/>
                <a:cs typeface="Arial" panose="020B0604020202020204" pitchFamily="34" charset="0"/>
              </a:rPr>
              <a:t>“</a:t>
            </a:r>
            <a:r>
              <a:rPr lang="en-US" sz="1800" i="1" dirty="0" err="1">
                <a:solidFill>
                  <a:srgbClr val="C00000"/>
                </a:solidFill>
                <a:latin typeface="Arial" panose="020B0604020202020204" pitchFamily="34" charset="0"/>
                <a:cs typeface="Arial" panose="020B0604020202020204" pitchFamily="34" charset="0"/>
              </a:rPr>
              <a:t>Văn</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bản</a:t>
            </a:r>
            <a:r>
              <a:rPr lang="en-US" sz="1800" i="1" dirty="0">
                <a:solidFill>
                  <a:srgbClr val="C00000"/>
                </a:solidFill>
                <a:latin typeface="Arial" panose="020B0604020202020204" pitchFamily="34" charset="0"/>
                <a:cs typeface="Arial" panose="020B0604020202020204" pitchFamily="34" charset="0"/>
              </a:rPr>
              <a:t> QPPL </a:t>
            </a:r>
            <a:r>
              <a:rPr lang="en-US" sz="1800" i="1" dirty="0" err="1">
                <a:solidFill>
                  <a:srgbClr val="C00000"/>
                </a:solidFill>
                <a:latin typeface="Arial" panose="020B0604020202020204" pitchFamily="34" charset="0"/>
                <a:cs typeface="Arial" panose="020B0604020202020204" pitchFamily="34" charset="0"/>
              </a:rPr>
              <a:t>là</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văn</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bản</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có</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chứa</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đựng</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quy</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phạm</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pháp</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luật</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được</a:t>
            </a:r>
            <a:r>
              <a:rPr lang="en-US" sz="1800" i="1" dirty="0">
                <a:solidFill>
                  <a:srgbClr val="C00000"/>
                </a:solidFill>
                <a:latin typeface="Arial" panose="020B0604020202020204" pitchFamily="34" charset="0"/>
                <a:cs typeface="Arial" panose="020B0604020202020204" pitchFamily="34" charset="0"/>
              </a:rPr>
              <a:t> ban </a:t>
            </a:r>
            <a:r>
              <a:rPr lang="en-US" sz="1800" i="1" dirty="0" err="1">
                <a:solidFill>
                  <a:srgbClr val="C00000"/>
                </a:solidFill>
                <a:latin typeface="Arial" panose="020B0604020202020204" pitchFamily="34" charset="0"/>
                <a:cs typeface="Arial" panose="020B0604020202020204" pitchFamily="34" charset="0"/>
              </a:rPr>
              <a:t>hành</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theo</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đúng</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thẩm</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quyền</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hình</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thức</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trình</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tự</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thủ</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tục</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theo</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quy</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định</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của</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pháp</a:t>
            </a:r>
            <a:r>
              <a:rPr lang="en-US" sz="1800" i="1" dirty="0">
                <a:solidFill>
                  <a:srgbClr val="C00000"/>
                </a:solidFill>
                <a:latin typeface="Arial" panose="020B0604020202020204" pitchFamily="34" charset="0"/>
                <a:cs typeface="Arial" panose="020B0604020202020204" pitchFamily="34" charset="0"/>
              </a:rPr>
              <a:t> </a:t>
            </a:r>
            <a:r>
              <a:rPr lang="en-US" sz="1800" i="1" dirty="0" err="1">
                <a:solidFill>
                  <a:srgbClr val="C00000"/>
                </a:solidFill>
                <a:latin typeface="Arial" panose="020B0604020202020204" pitchFamily="34" charset="0"/>
                <a:cs typeface="Arial" panose="020B0604020202020204" pitchFamily="34" charset="0"/>
              </a:rPr>
              <a:t>luật</a:t>
            </a:r>
            <a:r>
              <a:rPr lang="en-US" sz="1800" i="1" dirty="0">
                <a:solidFill>
                  <a:srgbClr val="C0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297960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8"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5000" fill="hold"/>
                                        <p:tgtEl>
                                          <p:spTgt spid="2"/>
                                        </p:tgtEl>
                                        <p:attrNameLst>
                                          <p:attrName>ppt_x</p:attrName>
                                        </p:attrNameLst>
                                      </p:cBhvr>
                                      <p:tavLst>
                                        <p:tav tm="0">
                                          <p:val>
                                            <p:strVal val="#ppt_x"/>
                                          </p:val>
                                        </p:tav>
                                        <p:tav tm="100000">
                                          <p:val>
                                            <p:strVal val="#ppt_x"/>
                                          </p:val>
                                        </p:tav>
                                      </p:tavLst>
                                    </p:anim>
                                    <p:anim calcmode="lin" valueType="num">
                                      <p:cBhvr>
                                        <p:cTn id="8" dur="15000" fill="hold"/>
                                        <p:tgtEl>
                                          <p:spTgt spid="2"/>
                                        </p:tgtEl>
                                        <p:attrNameLst>
                                          <p:attrName>ppt_y</p:attrName>
                                        </p:attrNameLst>
                                      </p:cBhvr>
                                      <p:tavLst>
                                        <p:tav tm="0">
                                          <p:val>
                                            <p:strVal val="#ppt_y+1"/>
                                          </p:val>
                                        </p:tav>
                                        <p:tav tm="100000">
                                          <p:val>
                                            <p:strVal val="#ppt_y-1"/>
                                          </p:val>
                                        </p:tav>
                                      </p:tavLst>
                                    </p:anim>
                                  </p:childTnLst>
                                </p:cTn>
                              </p:par>
                            </p:childTnLst>
                          </p:cTn>
                        </p:par>
                      </p:childTnLst>
                    </p:cTn>
                  </p:par>
                  <p:par>
                    <p:cTn id="9" fill="hold">
                      <p:stCondLst>
                        <p:cond delay="indefinite"/>
                      </p:stCondLst>
                      <p:childTnLst>
                        <p:par>
                          <p:cTn id="10" fill="hold">
                            <p:stCondLst>
                              <p:cond delay="0"/>
                            </p:stCondLst>
                            <p:childTnLst>
                              <p:par>
                                <p:cTn id="11" presetID="19" presetClass="entr" presetSubtype="1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14" dur="5000" fill="hold"/>
                                        <p:tgtEl>
                                          <p:spTgt spid="3">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9" presetClass="entr" presetSubtype="1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20" dur="50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9" presetClass="entr" presetSubtype="1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p:cTn id="25" dur="5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26" dur="5000" fill="hold"/>
                                        <p:tgtEl>
                                          <p:spTgt spid="3">
                                            <p:txEl>
                                              <p:pRg st="0" end="0"/>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0334" y="582891"/>
            <a:ext cx="10055781" cy="805206"/>
          </a:xfrm>
        </p:spPr>
        <p:txBody>
          <a:bodyPr>
            <a:normAutofit/>
          </a:bodyPr>
          <a:lstStyle/>
          <a:p>
            <a:r>
              <a:rPr lang="en-US" sz="2000" u="sng" dirty="0">
                <a:solidFill>
                  <a:schemeClr val="tx1"/>
                </a:solidFill>
                <a:latin typeface="Arial" panose="020B0604020202020204" pitchFamily="34" charset="0"/>
                <a:cs typeface="Arial" panose="020B0604020202020204" pitchFamily="34" charset="0"/>
              </a:rPr>
              <a:t>2. </a:t>
            </a:r>
            <a:r>
              <a:rPr lang="en-US" sz="2000" u="sng" dirty="0" err="1">
                <a:solidFill>
                  <a:schemeClr val="tx1"/>
                </a:solidFill>
                <a:latin typeface="Arial" panose="020B0604020202020204" pitchFamily="34" charset="0"/>
                <a:cs typeface="Arial" panose="020B0604020202020204" pitchFamily="34" charset="0"/>
              </a:rPr>
              <a:t>Hệ</a:t>
            </a:r>
            <a:r>
              <a:rPr lang="en-US" sz="2000" u="sng" dirty="0">
                <a:solidFill>
                  <a:schemeClr val="tx1"/>
                </a:solidFill>
                <a:latin typeface="Arial" panose="020B0604020202020204" pitchFamily="34" charset="0"/>
                <a:cs typeface="Arial" panose="020B0604020202020204" pitchFamily="34" charset="0"/>
              </a:rPr>
              <a:t> </a:t>
            </a:r>
            <a:r>
              <a:rPr lang="en-US" sz="2000" u="sng" dirty="0" err="1">
                <a:solidFill>
                  <a:schemeClr val="tx1"/>
                </a:solidFill>
                <a:latin typeface="Arial" panose="020B0604020202020204" pitchFamily="34" charset="0"/>
                <a:cs typeface="Arial" panose="020B0604020202020204" pitchFamily="34" charset="0"/>
              </a:rPr>
              <a:t>thống</a:t>
            </a:r>
            <a:r>
              <a:rPr lang="en-US" sz="2000" u="sng" dirty="0">
                <a:solidFill>
                  <a:schemeClr val="tx1"/>
                </a:solidFill>
                <a:latin typeface="Arial" panose="020B0604020202020204" pitchFamily="34" charset="0"/>
                <a:cs typeface="Arial" panose="020B0604020202020204" pitchFamily="34" charset="0"/>
              </a:rPr>
              <a:t> </a:t>
            </a:r>
            <a:r>
              <a:rPr lang="en-US" sz="2000" u="sng" dirty="0" err="1">
                <a:solidFill>
                  <a:schemeClr val="tx1"/>
                </a:solidFill>
                <a:latin typeface="Arial" panose="020B0604020202020204" pitchFamily="34" charset="0"/>
                <a:cs typeface="Arial" panose="020B0604020202020204" pitchFamily="34" charset="0"/>
              </a:rPr>
              <a:t>văn</a:t>
            </a:r>
            <a:r>
              <a:rPr lang="en-US" sz="2000" u="sng" dirty="0">
                <a:solidFill>
                  <a:schemeClr val="tx1"/>
                </a:solidFill>
                <a:latin typeface="Arial" panose="020B0604020202020204" pitchFamily="34" charset="0"/>
                <a:cs typeface="Arial" panose="020B0604020202020204" pitchFamily="34" charset="0"/>
              </a:rPr>
              <a:t> </a:t>
            </a:r>
            <a:r>
              <a:rPr lang="en-US" sz="2000" u="sng" dirty="0" err="1">
                <a:solidFill>
                  <a:schemeClr val="tx1"/>
                </a:solidFill>
                <a:latin typeface="Arial" panose="020B0604020202020204" pitchFamily="34" charset="0"/>
                <a:cs typeface="Arial" panose="020B0604020202020204" pitchFamily="34" charset="0"/>
              </a:rPr>
              <a:t>bản</a:t>
            </a:r>
            <a:r>
              <a:rPr lang="en-US" sz="2000" u="sng" dirty="0">
                <a:solidFill>
                  <a:schemeClr val="tx1"/>
                </a:solidFill>
                <a:latin typeface="Arial" panose="020B0604020202020204" pitchFamily="34" charset="0"/>
                <a:cs typeface="Arial" panose="020B0604020202020204" pitchFamily="34" charset="0"/>
              </a:rPr>
              <a:t> </a:t>
            </a:r>
            <a:r>
              <a:rPr lang="en-US" sz="2000" u="sng" dirty="0" err="1">
                <a:solidFill>
                  <a:schemeClr val="tx1"/>
                </a:solidFill>
                <a:latin typeface="Arial" panose="020B0604020202020204" pitchFamily="34" charset="0"/>
                <a:cs typeface="Arial" panose="020B0604020202020204" pitchFamily="34" charset="0"/>
              </a:rPr>
              <a:t>quy</a:t>
            </a:r>
            <a:r>
              <a:rPr lang="en-US" sz="2000" u="sng" dirty="0">
                <a:solidFill>
                  <a:schemeClr val="tx1"/>
                </a:solidFill>
                <a:latin typeface="Arial" panose="020B0604020202020204" pitchFamily="34" charset="0"/>
                <a:cs typeface="Arial" panose="020B0604020202020204" pitchFamily="34" charset="0"/>
              </a:rPr>
              <a:t> </a:t>
            </a:r>
            <a:r>
              <a:rPr lang="en-US" sz="2000" u="sng" dirty="0" err="1">
                <a:solidFill>
                  <a:schemeClr val="tx1"/>
                </a:solidFill>
                <a:latin typeface="Arial" panose="020B0604020202020204" pitchFamily="34" charset="0"/>
                <a:cs typeface="Arial" panose="020B0604020202020204" pitchFamily="34" charset="0"/>
              </a:rPr>
              <a:t>phạm</a:t>
            </a:r>
            <a:r>
              <a:rPr lang="en-US" sz="2000" u="sng" dirty="0">
                <a:solidFill>
                  <a:schemeClr val="tx1"/>
                </a:solidFill>
                <a:latin typeface="Arial" panose="020B0604020202020204" pitchFamily="34" charset="0"/>
                <a:cs typeface="Arial" panose="020B0604020202020204" pitchFamily="34" charset="0"/>
              </a:rPr>
              <a:t> </a:t>
            </a:r>
            <a:r>
              <a:rPr lang="en-US" sz="2000" u="sng" dirty="0" err="1">
                <a:solidFill>
                  <a:schemeClr val="tx1"/>
                </a:solidFill>
                <a:latin typeface="Arial" panose="020B0604020202020204" pitchFamily="34" charset="0"/>
                <a:cs typeface="Arial" panose="020B0604020202020204" pitchFamily="34" charset="0"/>
              </a:rPr>
              <a:t>pháp</a:t>
            </a:r>
            <a:r>
              <a:rPr lang="en-US" sz="2000" u="sng" dirty="0">
                <a:solidFill>
                  <a:schemeClr val="tx1"/>
                </a:solidFill>
                <a:latin typeface="Arial" panose="020B0604020202020204" pitchFamily="34" charset="0"/>
                <a:cs typeface="Arial" panose="020B0604020202020204" pitchFamily="34" charset="0"/>
              </a:rPr>
              <a:t> </a:t>
            </a:r>
            <a:r>
              <a:rPr lang="en-US" sz="2000" u="sng" dirty="0" err="1">
                <a:solidFill>
                  <a:schemeClr val="tx1"/>
                </a:solidFill>
                <a:latin typeface="Arial" panose="020B0604020202020204" pitchFamily="34" charset="0"/>
                <a:cs typeface="Arial" panose="020B0604020202020204" pitchFamily="34" charset="0"/>
              </a:rPr>
              <a:t>luật</a:t>
            </a:r>
            <a:r>
              <a:rPr lang="en-US" sz="2000" u="sng" dirty="0">
                <a:solidFill>
                  <a:schemeClr val="tx1"/>
                </a:solidFill>
                <a:latin typeface="Arial" panose="020B0604020202020204" pitchFamily="34" charset="0"/>
                <a:cs typeface="Arial" panose="020B0604020202020204" pitchFamily="34" charset="0"/>
              </a:rPr>
              <a:t> </a:t>
            </a:r>
            <a:r>
              <a:rPr lang="en-US" sz="2000" u="sng" dirty="0" err="1">
                <a:solidFill>
                  <a:schemeClr val="tx1"/>
                </a:solidFill>
                <a:latin typeface="Arial" panose="020B0604020202020204" pitchFamily="34" charset="0"/>
                <a:cs typeface="Arial" panose="020B0604020202020204" pitchFamily="34" charset="0"/>
              </a:rPr>
              <a:t>ở</a:t>
            </a:r>
            <a:r>
              <a:rPr lang="en-US" sz="2000" u="sng" dirty="0">
                <a:solidFill>
                  <a:schemeClr val="tx1"/>
                </a:solidFill>
                <a:latin typeface="Arial" panose="020B0604020202020204" pitchFamily="34" charset="0"/>
                <a:cs typeface="Arial" panose="020B0604020202020204" pitchFamily="34" charset="0"/>
              </a:rPr>
              <a:t> </a:t>
            </a:r>
            <a:r>
              <a:rPr lang="en-US" sz="2000" u="sng" dirty="0" err="1">
                <a:solidFill>
                  <a:schemeClr val="tx1"/>
                </a:solidFill>
                <a:latin typeface="Arial" panose="020B0604020202020204" pitchFamily="34" charset="0"/>
                <a:cs typeface="Arial" panose="020B0604020202020204" pitchFamily="34" charset="0"/>
              </a:rPr>
              <a:t>Việt</a:t>
            </a:r>
            <a:r>
              <a:rPr lang="en-US" sz="2000" u="sng" dirty="0">
                <a:solidFill>
                  <a:schemeClr val="tx1"/>
                </a:solidFill>
                <a:latin typeface="Arial" panose="020B0604020202020204" pitchFamily="34" charset="0"/>
                <a:cs typeface="Arial" panose="020B0604020202020204" pitchFamily="34" charset="0"/>
              </a:rPr>
              <a:t> Nam </a:t>
            </a:r>
            <a:r>
              <a:rPr lang="en-US" sz="2000" u="sng" dirty="0" err="1">
                <a:solidFill>
                  <a:schemeClr val="tx1"/>
                </a:solidFill>
                <a:latin typeface="Arial" panose="020B0604020202020204" pitchFamily="34" charset="0"/>
                <a:cs typeface="Arial" panose="020B0604020202020204" pitchFamily="34" charset="0"/>
              </a:rPr>
              <a:t>hiện</a:t>
            </a:r>
            <a:r>
              <a:rPr lang="en-US" sz="2000" u="sng" dirty="0">
                <a:solidFill>
                  <a:schemeClr val="tx1"/>
                </a:solidFill>
                <a:latin typeface="Arial" panose="020B0604020202020204" pitchFamily="34" charset="0"/>
                <a:cs typeface="Arial" panose="020B0604020202020204" pitchFamily="34" charset="0"/>
              </a:rPr>
              <a:t> nay</a:t>
            </a:r>
          </a:p>
        </p:txBody>
      </p:sp>
      <p:sp>
        <p:nvSpPr>
          <p:cNvPr id="3" name="Content Placeholder 2"/>
          <p:cNvSpPr>
            <a:spLocks noGrp="1"/>
          </p:cNvSpPr>
          <p:nvPr>
            <p:ph idx="1"/>
          </p:nvPr>
        </p:nvSpPr>
        <p:spPr>
          <a:xfrm>
            <a:off x="746779" y="1600200"/>
            <a:ext cx="10742890" cy="4358640"/>
          </a:xfrm>
        </p:spPr>
        <p:txBody>
          <a:bodyPr>
            <a:normAutofit/>
          </a:bodyPr>
          <a:lstStyle/>
          <a:p>
            <a:pPr indent="0" algn="just">
              <a:lnSpc>
                <a:spcPct val="115000"/>
              </a:lnSpc>
              <a:buNone/>
            </a:pP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Hiến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pháp</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15000"/>
              </a:lnSpc>
              <a:buNone/>
            </a:pP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b-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Bộ</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luật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luật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gọi</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chung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là</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luật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nghị</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quyết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Quốc</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hội</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15000"/>
              </a:lnSpc>
              <a:spcAft>
                <a:spcPts val="600"/>
              </a:spcAft>
              <a:buNone/>
            </a:pP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c-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Pháp</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lệnh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nghị</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quyết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Uỷ</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ban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thường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vụ</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Quốc</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hội</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nghị</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quyết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liên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tịch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giữa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Ủy</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ban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thường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vụ</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Quốc</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hội</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với</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Đoàn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chủ</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tịch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Ủy</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ban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trung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ương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Mặt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trận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Tổ</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quốc</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Việt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nam</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nghị</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quyết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liên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tịch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giữa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Ủy</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ban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thường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vụ</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Quốc</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hội</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Chính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phủ</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với</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Đoàn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chủ</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tịch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Ủy</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ban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trung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ương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Mặt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trận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Tổ</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quốc</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Việt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nam</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15000"/>
              </a:lnSpc>
              <a:spcAft>
                <a:spcPts val="600"/>
              </a:spcAft>
              <a:buNone/>
            </a:pP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d-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Lệnh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quyết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định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Chủ</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tịch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nước</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15000"/>
              </a:lnSpc>
              <a:spcAft>
                <a:spcPts val="600"/>
              </a:spcAft>
              <a:buNone/>
            </a:pP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e-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Nghị</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định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nghị</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quyết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Chính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phủ</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nghị</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quyết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liên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tịch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giữa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Chính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phủ</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với</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Đoàn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chủ</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tịch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Ủy</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ban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trung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ương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Mặt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trận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Tổ</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quốc</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Việt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nam</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15000"/>
              </a:lnSpc>
              <a:spcAft>
                <a:spcPts val="600"/>
              </a:spcAft>
              <a:buNone/>
            </a:pP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g-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Quyết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định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Thủ</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tướng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Chính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phủ</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1632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F6A419-338F-DBAA-804F-1BB39EBB7C3B}"/>
              </a:ext>
            </a:extLst>
          </p:cNvPr>
          <p:cNvSpPr>
            <a:spLocks noGrp="1"/>
          </p:cNvSpPr>
          <p:nvPr>
            <p:ph idx="1"/>
          </p:nvPr>
        </p:nvSpPr>
        <p:spPr>
          <a:xfrm>
            <a:off x="760412" y="732777"/>
            <a:ext cx="10515600" cy="5392446"/>
          </a:xfrm>
        </p:spPr>
        <p:txBody>
          <a:bodyPr>
            <a:normAutofit/>
          </a:bodyPr>
          <a:lstStyle/>
          <a:p>
            <a:pPr indent="0" algn="just">
              <a:lnSpc>
                <a:spcPct val="115000"/>
              </a:lnSpc>
              <a:spcAft>
                <a:spcPts val="600"/>
              </a:spcAft>
              <a:buNone/>
            </a:pP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h-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Nghị</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quyết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Hội</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đồng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thẩm</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phán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Tòa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án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nhân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dân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tối</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cao</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15000"/>
              </a:lnSpc>
              <a:spcAft>
                <a:spcPts val="600"/>
              </a:spcAft>
              <a:buNone/>
            </a:pP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Thông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tư</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Chánh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án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Tòa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án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nhân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dân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tối</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cao</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thông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tư</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Viện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trưởng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Viện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kiểm</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sát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nhân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dân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tối</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cao</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thông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tư</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Bộ</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trưởng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Thủ</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trưởng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cơ</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quan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ngang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bộ</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thông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tư</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Tổng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kiểm</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toán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nhà</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nước</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15000"/>
              </a:lnSpc>
              <a:spcAft>
                <a:spcPts val="600"/>
              </a:spcAft>
              <a:buNone/>
            </a:pP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k- Thông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tư</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liên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tịch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giữa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Chánh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án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Tòa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án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nhân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dân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tối</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cao</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Viện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trưởng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Viện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kiểm</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sát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nhân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dân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tối</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cao</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Tổng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kiểm</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toán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nhà</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nước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Bộ</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trưởng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Thủ</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trưởng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cơ</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quan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ngang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bộ</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15000"/>
              </a:lnSpc>
              <a:spcAft>
                <a:spcPts val="600"/>
              </a:spcAft>
              <a:buNone/>
            </a:pP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l-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Nghị</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quyết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Hội</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đông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nhân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dân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tỉnh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thành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phố</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gọi</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chung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là</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cấp</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tỉnh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15000"/>
              </a:lnSpc>
              <a:spcAft>
                <a:spcPts val="600"/>
              </a:spcAft>
              <a:buNone/>
            </a:pP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m-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Quyết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định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Uỷ</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ban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nhân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dân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cấp</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tỉnh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15000"/>
              </a:lnSpc>
              <a:spcAft>
                <a:spcPts val="600"/>
              </a:spcAft>
              <a:buNone/>
            </a:pP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n-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Quyết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định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Chủ</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tịch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Uỷ</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ban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nhân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dân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cấp</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tỉnh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15000"/>
              </a:lnSpc>
              <a:spcAft>
                <a:spcPts val="600"/>
              </a:spcAft>
              <a:buNone/>
            </a:pPr>
            <a:r>
              <a:rPr lang="en-US" sz="1800" i="1" dirty="0">
                <a:latin typeface="Times New Roman" panose="02020603050405020304" pitchFamily="18" charset="0"/>
                <a:ea typeface="Calibri" panose="020F0502020204030204" pitchFamily="34" charset="0"/>
                <a:cs typeface="Times New Roman" panose="02020603050405020304" pitchFamily="18" charset="0"/>
              </a:rPr>
              <a:t> </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o- Văn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bản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quy</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phạm</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pháp</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luật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chính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quyền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địa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phương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ở</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đơn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vị</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hành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chính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kinh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tế</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đặc</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biệt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15000"/>
              </a:lnSpc>
              <a:spcAft>
                <a:spcPts val="600"/>
              </a:spcAft>
              <a:buNone/>
            </a:pP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p-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Nghị</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quyết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Hội</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đồng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nhân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dân</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xã</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phường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đặc</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khu</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trực</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thuộc</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cấp</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tỉnh</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gọi</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chung</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là</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cấp</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dirty="0" err="1">
                <a:effectLst/>
                <a:latin typeface="Times New Roman" panose="02020603050405020304" pitchFamily="18" charset="0"/>
                <a:ea typeface="Calibri" panose="020F0502020204030204" pitchFamily="34" charset="0"/>
                <a:cs typeface="Times New Roman" panose="02020603050405020304" pitchFamily="18" charset="0"/>
              </a:rPr>
              <a:t>xã</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1800" i="1" dirty="0">
                <a:effectLst/>
                <a:latin typeface="Times New Roman" panose="02020603050405020304" pitchFamily="18" charset="0"/>
                <a:ea typeface="Calibri" panose="020F0502020204030204" pitchFamily="34" charset="0"/>
              </a:rPr>
              <a:t>   r- </a:t>
            </a:r>
            <a:r>
              <a:rPr lang="en-US" sz="1800" i="1" dirty="0" err="1">
                <a:effectLst/>
                <a:latin typeface="Times New Roman" panose="02020603050405020304" pitchFamily="18" charset="0"/>
                <a:ea typeface="Calibri" panose="020F0502020204030204" pitchFamily="34" charset="0"/>
              </a:rPr>
              <a:t>Quyết</a:t>
            </a:r>
            <a:r>
              <a:rPr lang="en-US" sz="1800" i="1" dirty="0">
                <a:effectLst/>
                <a:latin typeface="Times New Roman" panose="02020603050405020304" pitchFamily="18" charset="0"/>
                <a:ea typeface="Calibri" panose="020F0502020204030204" pitchFamily="34" charset="0"/>
              </a:rPr>
              <a:t> </a:t>
            </a:r>
            <a:r>
              <a:rPr lang="en-US" sz="1800" i="1" dirty="0" err="1">
                <a:effectLst/>
                <a:latin typeface="Times New Roman" panose="02020603050405020304" pitchFamily="18" charset="0"/>
                <a:ea typeface="Calibri" panose="020F0502020204030204" pitchFamily="34" charset="0"/>
              </a:rPr>
              <a:t>định</a:t>
            </a:r>
            <a:r>
              <a:rPr lang="en-US" sz="1800" i="1" dirty="0">
                <a:effectLst/>
                <a:latin typeface="Times New Roman" panose="02020603050405020304" pitchFamily="18" charset="0"/>
                <a:ea typeface="Calibri" panose="020F0502020204030204" pitchFamily="34" charset="0"/>
              </a:rPr>
              <a:t> </a:t>
            </a:r>
            <a:r>
              <a:rPr lang="en-US" sz="1800" i="1" dirty="0" err="1">
                <a:effectLst/>
                <a:latin typeface="Times New Roman" panose="02020603050405020304" pitchFamily="18" charset="0"/>
                <a:ea typeface="Calibri" panose="020F0502020204030204" pitchFamily="34" charset="0"/>
              </a:rPr>
              <a:t>của</a:t>
            </a:r>
            <a:r>
              <a:rPr lang="en-US" sz="1800" i="1" dirty="0">
                <a:effectLst/>
                <a:latin typeface="Times New Roman" panose="02020603050405020304" pitchFamily="18" charset="0"/>
                <a:ea typeface="Calibri" panose="020F0502020204030204" pitchFamily="34" charset="0"/>
              </a:rPr>
              <a:t> </a:t>
            </a:r>
            <a:r>
              <a:rPr lang="en-US" sz="1800" i="1" dirty="0" err="1">
                <a:effectLst/>
                <a:latin typeface="Times New Roman" panose="02020603050405020304" pitchFamily="18" charset="0"/>
                <a:ea typeface="Calibri" panose="020F0502020204030204" pitchFamily="34" charset="0"/>
              </a:rPr>
              <a:t>Uỷ</a:t>
            </a:r>
            <a:r>
              <a:rPr lang="en-US" sz="1800" i="1" dirty="0">
                <a:effectLst/>
                <a:latin typeface="Times New Roman" panose="02020603050405020304" pitchFamily="18" charset="0"/>
                <a:ea typeface="Calibri" panose="020F0502020204030204" pitchFamily="34" charset="0"/>
              </a:rPr>
              <a:t> ban </a:t>
            </a:r>
            <a:r>
              <a:rPr lang="en-US" sz="1800" i="1" dirty="0" err="1">
                <a:effectLst/>
                <a:latin typeface="Times New Roman" panose="02020603050405020304" pitchFamily="18" charset="0"/>
                <a:ea typeface="Calibri" panose="020F0502020204030204" pitchFamily="34" charset="0"/>
              </a:rPr>
              <a:t>nhân</a:t>
            </a:r>
            <a:r>
              <a:rPr lang="en-US" sz="1800" i="1" dirty="0">
                <a:effectLst/>
                <a:latin typeface="Times New Roman" panose="02020603050405020304" pitchFamily="18" charset="0"/>
                <a:ea typeface="Calibri" panose="020F0502020204030204" pitchFamily="34" charset="0"/>
              </a:rPr>
              <a:t> </a:t>
            </a:r>
            <a:r>
              <a:rPr lang="en-US" sz="1800" i="1" dirty="0" err="1">
                <a:effectLst/>
                <a:latin typeface="Times New Roman" panose="02020603050405020304" pitchFamily="18" charset="0"/>
                <a:ea typeface="Calibri" panose="020F0502020204030204" pitchFamily="34" charset="0"/>
              </a:rPr>
              <a:t>dân</a:t>
            </a:r>
            <a:r>
              <a:rPr lang="en-US" sz="1800" i="1" dirty="0">
                <a:effectLst/>
                <a:latin typeface="Times New Roman" panose="02020603050405020304" pitchFamily="18" charset="0"/>
                <a:ea typeface="Calibri" panose="020F0502020204030204" pitchFamily="34" charset="0"/>
              </a:rPr>
              <a:t> </a:t>
            </a:r>
            <a:r>
              <a:rPr lang="en-US" sz="1800" i="1" dirty="0" err="1">
                <a:effectLst/>
                <a:latin typeface="Times New Roman" panose="02020603050405020304" pitchFamily="18" charset="0"/>
                <a:ea typeface="Calibri" panose="020F0502020204030204" pitchFamily="34" charset="0"/>
              </a:rPr>
              <a:t>cấp</a:t>
            </a:r>
            <a:r>
              <a:rPr lang="en-US" sz="1800" i="1" dirty="0">
                <a:effectLst/>
                <a:latin typeface="Times New Roman" panose="02020603050405020304" pitchFamily="18" charset="0"/>
                <a:ea typeface="Calibri" panose="020F0502020204030204" pitchFamily="34" charset="0"/>
              </a:rPr>
              <a:t> </a:t>
            </a:r>
            <a:r>
              <a:rPr lang="en-US" sz="1800" i="1" dirty="0" err="1">
                <a:effectLst/>
                <a:latin typeface="Times New Roman" panose="02020603050405020304" pitchFamily="18" charset="0"/>
                <a:ea typeface="Calibri" panose="020F0502020204030204" pitchFamily="34" charset="0"/>
              </a:rPr>
              <a:t>xã</a:t>
            </a:r>
            <a:r>
              <a:rPr lang="en-VN" dirty="0">
                <a:effectLst/>
              </a:rPr>
              <a:t> </a:t>
            </a:r>
            <a:endParaRPr lang="en-VN" dirty="0"/>
          </a:p>
        </p:txBody>
      </p:sp>
    </p:spTree>
    <p:extLst>
      <p:ext uri="{BB962C8B-B14F-4D97-AF65-F5344CB8AC3E}">
        <p14:creationId xmlns:p14="http://schemas.microsoft.com/office/powerpoint/2010/main" val="1978261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522" y="642594"/>
            <a:ext cx="10055781" cy="729006"/>
          </a:xfrm>
        </p:spPr>
        <p:txBody>
          <a:bodyPr>
            <a:normAutofit fontScale="90000"/>
          </a:bodyPr>
          <a:lstStyle/>
          <a:p>
            <a:r>
              <a:rPr lang="en-US" sz="2700" dirty="0">
                <a:latin typeface="Arial" panose="020B0604020202020204" pitchFamily="34" charset="0"/>
                <a:cs typeface="Arial" panose="020B0604020202020204" pitchFamily="34" charset="0"/>
              </a:rPr>
              <a:t>III. </a:t>
            </a:r>
            <a:r>
              <a:rPr lang="en-US" sz="2700" dirty="0" err="1">
                <a:latin typeface="Arial" panose="020B0604020202020204" pitchFamily="34" charset="0"/>
                <a:cs typeface="Arial" panose="020B0604020202020204" pitchFamily="34" charset="0"/>
              </a:rPr>
              <a:t>Quy</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phạm</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pháp</a:t>
            </a:r>
            <a:r>
              <a:rPr lang="en-US" sz="2700" dirty="0">
                <a:latin typeface="Arial" panose="020B0604020202020204" pitchFamily="34" charset="0"/>
                <a:cs typeface="Arial" panose="020B0604020202020204" pitchFamily="34" charset="0"/>
              </a:rPr>
              <a:t> </a:t>
            </a:r>
            <a:r>
              <a:rPr lang="en-US" sz="2700" dirty="0" err="1">
                <a:latin typeface="Arial" panose="020B0604020202020204" pitchFamily="34" charset="0"/>
                <a:cs typeface="Arial" panose="020B0604020202020204" pitchFamily="34" charset="0"/>
              </a:rPr>
              <a:t>luật</a:t>
            </a:r>
            <a:br>
              <a:rPr lang="en-US" sz="28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912813" y="1249680"/>
            <a:ext cx="9677400" cy="4358640"/>
          </a:xfrm>
        </p:spPr>
        <p:txBody>
          <a:bodyPr/>
          <a:lstStyle/>
          <a:p>
            <a:r>
              <a:rPr lang="en-US" sz="2000" u="sng" dirty="0">
                <a:latin typeface="Arial" panose="020B0604020202020204" pitchFamily="34" charset="0"/>
                <a:cs typeface="Arial" panose="020B0604020202020204" pitchFamily="34" charset="0"/>
              </a:rPr>
              <a:t>1. </a:t>
            </a:r>
            <a:r>
              <a:rPr lang="en-US" sz="2000" u="sng" dirty="0" err="1">
                <a:latin typeface="Arial" panose="020B0604020202020204" pitchFamily="34" charset="0"/>
                <a:cs typeface="Arial" panose="020B0604020202020204" pitchFamily="34" charset="0"/>
              </a:rPr>
              <a:t>Khái</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niệm</a:t>
            </a:r>
            <a:endParaRPr lang="en-US" sz="2000" u="sng" dirty="0">
              <a:latin typeface="Arial" panose="020B0604020202020204" pitchFamily="34" charset="0"/>
              <a:cs typeface="Arial" panose="020B0604020202020204" pitchFamily="34" charset="0"/>
            </a:endParaRPr>
          </a:p>
          <a:p>
            <a:r>
              <a:rPr lang="en-US" sz="1800" i="1" dirty="0">
                <a:latin typeface="Arial" panose="020B0604020202020204" pitchFamily="34" charset="0"/>
                <a:cs typeface="Arial" panose="020B0604020202020204" pitchFamily="34" charset="0"/>
              </a:rPr>
              <a:t>a. </a:t>
            </a:r>
            <a:r>
              <a:rPr lang="en-US" sz="1800" i="1" dirty="0" err="1">
                <a:latin typeface="Arial" panose="020B0604020202020204" pitchFamily="34" charset="0"/>
                <a:cs typeface="Arial" panose="020B0604020202020204" pitchFamily="34" charset="0"/>
              </a:rPr>
              <a:t>Định</a:t>
            </a:r>
            <a:r>
              <a:rPr lang="en-US" sz="1800" i="1" dirty="0">
                <a:latin typeface="Arial" panose="020B0604020202020204" pitchFamily="34" charset="0"/>
                <a:cs typeface="Arial" panose="020B0604020202020204" pitchFamily="34" charset="0"/>
              </a:rPr>
              <a:t> </a:t>
            </a:r>
            <a:r>
              <a:rPr lang="en-US" sz="1800" i="1" dirty="0" err="1">
                <a:latin typeface="Arial" panose="020B0604020202020204" pitchFamily="34" charset="0"/>
                <a:cs typeface="Arial" panose="020B0604020202020204" pitchFamily="34" charset="0"/>
              </a:rPr>
              <a:t>nghĩa</a:t>
            </a:r>
            <a:r>
              <a:rPr lang="en-US" sz="1800" i="1" dirty="0">
                <a:latin typeface="Arial" panose="020B0604020202020204" pitchFamily="34" charset="0"/>
                <a:cs typeface="Arial" panose="020B0604020202020204" pitchFamily="34" charset="0"/>
              </a:rPr>
              <a:t> QPPL</a:t>
            </a:r>
          </a:p>
          <a:p>
            <a:endParaRPr lang="en-US" dirty="0">
              <a:latin typeface="Arial" panose="020B0604020202020204" pitchFamily="34" charset="0"/>
              <a:cs typeface="Arial" panose="020B0604020202020204" pitchFamily="34" charset="0"/>
            </a:endParaRPr>
          </a:p>
          <a:p>
            <a:pPr>
              <a:lnSpc>
                <a:spcPct val="150000"/>
              </a:lnSpc>
            </a:pPr>
            <a:r>
              <a:rPr lang="en-US" i="1" dirty="0">
                <a:solidFill>
                  <a:srgbClr val="C00000"/>
                </a:solidFill>
                <a:latin typeface="Arial" panose="020B0604020202020204" pitchFamily="34" charset="0"/>
                <a:cs typeface="Arial" panose="020B0604020202020204" pitchFamily="34" charset="0"/>
              </a:rPr>
              <a:t>“</a:t>
            </a:r>
            <a:r>
              <a:rPr lang="en-US" i="1" dirty="0" err="1">
                <a:solidFill>
                  <a:srgbClr val="C00000"/>
                </a:solidFill>
                <a:latin typeface="Arial" panose="020B0604020202020204" pitchFamily="34" charset="0"/>
                <a:cs typeface="Arial" panose="020B0604020202020204" pitchFamily="34" charset="0"/>
              </a:rPr>
              <a:t>Quy</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phạm</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pháp</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luật</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là</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những</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quy</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tắc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xử</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sự</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chung</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có</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hiệu</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lực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bắt</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buộc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chung</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được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áp</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dụng</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lặp</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đi</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lặp</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lại</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nhiều</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lần</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đối</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với</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cơ</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quan</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tổ</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chức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cá</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nhân</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trong</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phạm</a:t>
            </a:r>
            <a:r>
              <a:rPr lang="en-US" i="1" dirty="0">
                <a:solidFill>
                  <a:srgbClr val="C00000"/>
                </a:solidFill>
                <a:latin typeface="Arial" panose="020B0604020202020204" pitchFamily="34" charset="0"/>
                <a:cs typeface="Arial" panose="020B0604020202020204" pitchFamily="34" charset="0"/>
              </a:rPr>
              <a:t> vi </a:t>
            </a:r>
            <a:r>
              <a:rPr lang="en-US" i="1" dirty="0" err="1">
                <a:solidFill>
                  <a:srgbClr val="C00000"/>
                </a:solidFill>
                <a:latin typeface="Arial" panose="020B0604020202020204" pitchFamily="34" charset="0"/>
                <a:cs typeface="Arial" panose="020B0604020202020204" pitchFamily="34" charset="0"/>
              </a:rPr>
              <a:t>cả</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nước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hoặc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đơn</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vị</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hành</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chính</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nhất</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định</a:t>
            </a:r>
            <a:r>
              <a:rPr lang="en-US" i="1" dirty="0">
                <a:solidFill>
                  <a:srgbClr val="C00000"/>
                </a:solidFill>
                <a:latin typeface="Arial" panose="020B0604020202020204" pitchFamily="34" charset="0"/>
                <a:cs typeface="Arial" panose="020B0604020202020204" pitchFamily="34" charset="0"/>
              </a:rPr>
              <a:t>, do </a:t>
            </a:r>
            <a:r>
              <a:rPr lang="en-US" i="1" dirty="0" err="1">
                <a:solidFill>
                  <a:srgbClr val="C00000"/>
                </a:solidFill>
                <a:latin typeface="Arial" panose="020B0604020202020204" pitchFamily="34" charset="0"/>
                <a:cs typeface="Arial" panose="020B0604020202020204" pitchFamily="34" charset="0"/>
              </a:rPr>
              <a:t>cơ</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quan</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nhà</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nước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người</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có</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thẩm</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quyền</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theo</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quy</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định</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của</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pháp</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luật</a:t>
            </a:r>
            <a:r>
              <a:rPr lang="en-US" i="1" dirty="0">
                <a:solidFill>
                  <a:srgbClr val="C00000"/>
                </a:solidFill>
                <a:latin typeface="Arial" panose="020B0604020202020204" pitchFamily="34" charset="0"/>
                <a:cs typeface="Arial" panose="020B0604020202020204" pitchFamily="34" charset="0"/>
              </a:rPr>
              <a:t> ban </a:t>
            </a:r>
            <a:r>
              <a:rPr lang="en-US" i="1" dirty="0" err="1">
                <a:solidFill>
                  <a:srgbClr val="C00000"/>
                </a:solidFill>
                <a:latin typeface="Arial" panose="020B0604020202020204" pitchFamily="34" charset="0"/>
                <a:cs typeface="Arial" panose="020B0604020202020204" pitchFamily="34" charset="0"/>
              </a:rPr>
              <a:t>hành</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và</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được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nhà</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nước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bảo</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đảm</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thực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hiện</a:t>
            </a:r>
            <a:r>
              <a:rPr lang="en-US" i="1" dirty="0">
                <a:solidFill>
                  <a:srgbClr val="C0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364673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522" y="642594"/>
            <a:ext cx="10055781" cy="729006"/>
          </a:xfrm>
        </p:spPr>
        <p:txBody>
          <a:bodyPr>
            <a:normAutofit/>
          </a:bodyPr>
          <a:lstStyle/>
          <a:p>
            <a:r>
              <a:rPr lang="en-US" sz="2400" i="1" dirty="0">
                <a:latin typeface="Arial" panose="020B0604020202020204" pitchFamily="34" charset="0"/>
                <a:cs typeface="Arial" panose="020B0604020202020204" pitchFamily="34" charset="0"/>
              </a:rPr>
              <a:t>b. </a:t>
            </a:r>
            <a:r>
              <a:rPr lang="en-US" sz="2400" i="1" dirty="0" err="1">
                <a:latin typeface="Arial" panose="020B0604020202020204" pitchFamily="34" charset="0"/>
                <a:cs typeface="Arial" panose="020B0604020202020204" pitchFamily="34" charset="0"/>
              </a:rPr>
              <a:t>Đặc</a:t>
            </a:r>
            <a:r>
              <a:rPr lang="en-US" sz="2400" i="1" dirty="0">
                <a:latin typeface="Arial" panose="020B0604020202020204" pitchFamily="34" charset="0"/>
                <a:cs typeface="Arial" panose="020B0604020202020204" pitchFamily="34" charset="0"/>
              </a:rPr>
              <a:t> </a:t>
            </a:r>
            <a:r>
              <a:rPr lang="en-US" sz="2400" i="1" dirty="0" err="1">
                <a:latin typeface="Arial" panose="020B0604020202020204" pitchFamily="34" charset="0"/>
                <a:cs typeface="Arial" panose="020B0604020202020204" pitchFamily="34" charset="0"/>
              </a:rPr>
              <a:t>điểm</a:t>
            </a:r>
            <a:r>
              <a:rPr lang="en-US" sz="2400" i="1" dirty="0">
                <a:latin typeface="Arial" panose="020B0604020202020204" pitchFamily="34" charset="0"/>
                <a:cs typeface="Arial" panose="020B0604020202020204" pitchFamily="34" charset="0"/>
              </a:rPr>
              <a:t> QPPL</a:t>
            </a:r>
          </a:p>
        </p:txBody>
      </p:sp>
      <p:sp>
        <p:nvSpPr>
          <p:cNvPr id="5" name="Content Placeholder 4">
            <a:extLst>
              <a:ext uri="{FF2B5EF4-FFF2-40B4-BE49-F238E27FC236}">
                <a16:creationId xmlns:a16="http://schemas.microsoft.com/office/drawing/2014/main" id="{A4666090-5AD1-E99B-9A3C-C4FC00065D62}"/>
              </a:ext>
            </a:extLst>
          </p:cNvPr>
          <p:cNvSpPr>
            <a:spLocks noGrp="1"/>
          </p:cNvSpPr>
          <p:nvPr>
            <p:ph idx="1"/>
          </p:nvPr>
        </p:nvSpPr>
        <p:spPr>
          <a:xfrm>
            <a:off x="836612" y="1437666"/>
            <a:ext cx="10055781" cy="4815840"/>
          </a:xfrm>
        </p:spPr>
        <p:txBody>
          <a:bodyPr>
            <a:normAutofit fontScale="92500"/>
          </a:bodyPr>
          <a:lstStyle/>
          <a:p>
            <a:pPr indent="0" algn="just">
              <a:lnSpc>
                <a:spcPct val="115000"/>
              </a:lnSpc>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QPPL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quy</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tắc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xử</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sự</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chung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tiêu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chuẩn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để</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xác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định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giới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hạn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đánh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giá</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hành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vi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con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người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Nghĩa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thông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qua QPPL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mới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biết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được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hành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vi,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hoạt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động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nào</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hợp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pháp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hành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vi,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hoạt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động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nào</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bất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hợp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pháp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15000"/>
              </a:lnSpc>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QPPL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luôn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khuôn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mẫu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cho</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hành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vi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con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người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nó</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chỉ</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dẫn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cho</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con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người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cách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xử</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sự</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cấm</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làm</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gì</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phải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làm</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gì</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cho</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phép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làm</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gì</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trong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điều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kiện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hoàn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cảnh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nhất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định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hậu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quả</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phải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gánh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chịu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khi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không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thực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hiện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đúng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15000"/>
              </a:lnSpc>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QPPL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chỉ</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do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nhà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nước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ban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hành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bảo</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đảm</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thực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hiện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bằng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biện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pháp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cưỡng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chế</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nhà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nước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QPPL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kết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quả</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hoạt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động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lý</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trí</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ý</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chí</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con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người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đó</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ý</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chí</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nhà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nước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ý</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chí</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những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người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tạo</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nó</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15000"/>
              </a:lnSpc>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QPPL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quy</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tắc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xử</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sự</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mang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tính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bắt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buộc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chung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Nó</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được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ban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hành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không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phải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cho</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một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chủ</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thể</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cụ</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thể</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cho</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tất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cả</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các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chủ</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thể</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tham</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gia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vào</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quan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hệ</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xã</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hội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QPPL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đó</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điều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chỉnh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15000"/>
              </a:lnSpc>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QPPL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được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thực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hiện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nhiều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lần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trong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cuộc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sống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cho</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đến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khi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nó</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bị</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thay</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đổi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hoặc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huỷ</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bỏ</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hết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hiệu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lực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15000"/>
              </a:lnSpc>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QPPL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công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cụ</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điều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chỉnh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các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quan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hệ</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xã</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hội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Nội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dung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QPPL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thường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thể</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hiện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hai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mặt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cho</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phép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bắt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buộc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nghĩa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nó</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chỉ</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rõ</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quyền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nghĩa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vụ</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pháp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lý</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các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bên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tham</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gia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quan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hệ</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xã</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hội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nó</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điều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chỉnh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VN" dirty="0"/>
          </a:p>
        </p:txBody>
      </p:sp>
    </p:spTree>
    <p:extLst>
      <p:ext uri="{BB962C8B-B14F-4D97-AF65-F5344CB8AC3E}">
        <p14:creationId xmlns:p14="http://schemas.microsoft.com/office/powerpoint/2010/main" val="342328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522" y="642594"/>
            <a:ext cx="10055781" cy="805206"/>
          </a:xfrm>
        </p:spPr>
        <p:txBody>
          <a:bodyPr>
            <a:normAutofit/>
          </a:bodyPr>
          <a:lstStyle/>
          <a:p>
            <a:r>
              <a:rPr lang="en-US" sz="2000" u="sng" dirty="0">
                <a:latin typeface="Arial" panose="020B0604020202020204" pitchFamily="34" charset="0"/>
                <a:cs typeface="Arial" panose="020B0604020202020204" pitchFamily="34" charset="0"/>
              </a:rPr>
              <a:t>2. </a:t>
            </a:r>
            <a:r>
              <a:rPr lang="en-US" sz="2000" u="sng" dirty="0" err="1">
                <a:latin typeface="Arial" panose="020B0604020202020204" pitchFamily="34" charset="0"/>
                <a:cs typeface="Arial" panose="020B0604020202020204" pitchFamily="34" charset="0"/>
              </a:rPr>
              <a:t>Cơ</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cấu</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chung</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của</a:t>
            </a:r>
            <a:r>
              <a:rPr lang="en-US" sz="2000" u="sng" dirty="0">
                <a:latin typeface="Arial" panose="020B0604020202020204" pitchFamily="34" charset="0"/>
                <a:cs typeface="Arial" panose="020B0604020202020204" pitchFamily="34" charset="0"/>
              </a:rPr>
              <a:t> QPPL</a:t>
            </a:r>
          </a:p>
        </p:txBody>
      </p:sp>
      <p:sp>
        <p:nvSpPr>
          <p:cNvPr id="3" name="Content Placeholder 2"/>
          <p:cNvSpPr>
            <a:spLocks noGrp="1"/>
          </p:cNvSpPr>
          <p:nvPr>
            <p:ph idx="1"/>
          </p:nvPr>
        </p:nvSpPr>
        <p:spPr>
          <a:xfrm>
            <a:off x="1066522" y="1600200"/>
            <a:ext cx="10055781" cy="4434840"/>
          </a:xfrm>
        </p:spPr>
        <p:txBody>
          <a:bodyPr/>
          <a:lstStyle/>
          <a:p>
            <a:pPr marL="0" indent="0">
              <a:buNone/>
            </a:pPr>
            <a:r>
              <a:rPr lang="en-US" dirty="0">
                <a:latin typeface="Arial" panose="020B0604020202020204" pitchFamily="34" charset="0"/>
                <a:cs typeface="Arial" panose="020B0604020202020204" pitchFamily="34" charset="0"/>
              </a:rPr>
              <a:t>QPPL </a:t>
            </a:r>
            <a:r>
              <a:rPr lang="en-US" dirty="0" err="1">
                <a:latin typeface="Arial" panose="020B0604020202020204" pitchFamily="34" charset="0"/>
                <a:cs typeface="Arial" panose="020B0604020202020204" pitchFamily="34" charset="0"/>
              </a:rPr>
              <a:t>thông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thường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được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hợp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thành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từ</a:t>
            </a:r>
            <a:r>
              <a:rPr lang="en-US" dirty="0">
                <a:latin typeface="Arial" panose="020B0604020202020204" pitchFamily="34" charset="0"/>
                <a:cs typeface="Arial" panose="020B0604020202020204" pitchFamily="34" charset="0"/>
              </a:rPr>
              <a:t> 3 </a:t>
            </a:r>
            <a:r>
              <a:rPr lang="en-US" dirty="0" err="1">
                <a:latin typeface="Arial" panose="020B0604020202020204" pitchFamily="34" charset="0"/>
                <a:cs typeface="Arial" panose="020B0604020202020204" pitchFamily="34" charset="0"/>
              </a:rPr>
              <a:t>bộ</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phận</a:t>
            </a:r>
            <a:r>
              <a:rPr lang="en-US" dirty="0">
                <a:latin typeface="Arial" panose="020B0604020202020204" pitchFamily="34" charset="0"/>
                <a:cs typeface="Arial" panose="020B0604020202020204" pitchFamily="34" charset="0"/>
              </a:rPr>
              <a:t>:</a:t>
            </a:r>
          </a:p>
          <a:p>
            <a:pPr marL="0" indent="0">
              <a:buNone/>
            </a:pPr>
            <a:endParaRPr lang="en-US" dirty="0">
              <a:latin typeface="Arial" panose="020B0604020202020204" pitchFamily="34" charset="0"/>
              <a:cs typeface="Arial" panose="020B0604020202020204" pitchFamily="34" charset="0"/>
            </a:endParaRPr>
          </a:p>
        </p:txBody>
      </p:sp>
      <p:sp>
        <p:nvSpPr>
          <p:cNvPr id="4" name="Rectangle 3"/>
          <p:cNvSpPr/>
          <p:nvPr/>
        </p:nvSpPr>
        <p:spPr>
          <a:xfrm>
            <a:off x="1522412" y="2400300"/>
            <a:ext cx="2667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GIẢ ĐỊNH</a:t>
            </a:r>
          </a:p>
        </p:txBody>
      </p:sp>
      <p:sp>
        <p:nvSpPr>
          <p:cNvPr id="5" name="Rectangle 4"/>
          <p:cNvSpPr/>
          <p:nvPr/>
        </p:nvSpPr>
        <p:spPr>
          <a:xfrm>
            <a:off x="1522412" y="3562350"/>
            <a:ext cx="2667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QUY ĐỊNH</a:t>
            </a:r>
          </a:p>
        </p:txBody>
      </p:sp>
      <p:sp>
        <p:nvSpPr>
          <p:cNvPr id="6" name="Rectangle 5"/>
          <p:cNvSpPr/>
          <p:nvPr/>
        </p:nvSpPr>
        <p:spPr>
          <a:xfrm>
            <a:off x="1522412" y="4724400"/>
            <a:ext cx="2667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CHẾ TÀI</a:t>
            </a:r>
          </a:p>
        </p:txBody>
      </p:sp>
      <p:cxnSp>
        <p:nvCxnSpPr>
          <p:cNvPr id="8" name="Straight Arrow Connector 7"/>
          <p:cNvCxnSpPr/>
          <p:nvPr/>
        </p:nvCxnSpPr>
        <p:spPr>
          <a:xfrm>
            <a:off x="4189412" y="2743200"/>
            <a:ext cx="838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5256212" y="2400300"/>
            <a:ext cx="5486400" cy="685800"/>
          </a:xfrm>
          <a:prstGeom prst="roundRect">
            <a:avLst/>
          </a:prstGeom>
          <a:ln>
            <a:solidFill>
              <a:schemeClr val="bg2"/>
            </a:solid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ctr"/>
            <a:r>
              <a:rPr lang="en-US" sz="2000" dirty="0" err="1">
                <a:solidFill>
                  <a:schemeClr val="tx1"/>
                </a:solidFill>
                <a:latin typeface="Arial" panose="020B0604020202020204" pitchFamily="34" charset="0"/>
                <a:cs typeface="Arial" panose="020B0604020202020204" pitchFamily="34" charset="0"/>
              </a:rPr>
              <a:t>Chủ</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thể</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nào</a:t>
            </a:r>
            <a:r>
              <a:rPr lang="en-US" sz="2000" dirty="0">
                <a:solidFill>
                  <a:schemeClr val="tx1"/>
                </a:solidFill>
                <a:latin typeface="Arial" panose="020B0604020202020204" pitchFamily="34" charset="0"/>
                <a:cs typeface="Arial" panose="020B0604020202020204" pitchFamily="34" charset="0"/>
              </a:rPr>
              <a:t>? Trong </a:t>
            </a:r>
            <a:r>
              <a:rPr lang="en-US" sz="2000" dirty="0" err="1">
                <a:solidFill>
                  <a:schemeClr val="tx1"/>
                </a:solidFill>
                <a:latin typeface="Arial" panose="020B0604020202020204" pitchFamily="34" charset="0"/>
                <a:cs typeface="Arial" panose="020B0604020202020204" pitchFamily="34" charset="0"/>
              </a:rPr>
              <a:t>điều</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kiện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hoàn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cảnh</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nào</a:t>
            </a:r>
            <a:r>
              <a:rPr lang="en-US" sz="2000" dirty="0">
                <a:solidFill>
                  <a:schemeClr val="tx1"/>
                </a:solidFill>
                <a:latin typeface="Arial" panose="020B0604020202020204" pitchFamily="34" charset="0"/>
                <a:cs typeface="Arial" panose="020B0604020202020204" pitchFamily="34" charset="0"/>
              </a:rPr>
              <a:t>?</a:t>
            </a:r>
          </a:p>
        </p:txBody>
      </p:sp>
      <p:sp>
        <p:nvSpPr>
          <p:cNvPr id="10" name="Rounded Rectangle 9"/>
          <p:cNvSpPr/>
          <p:nvPr/>
        </p:nvSpPr>
        <p:spPr>
          <a:xfrm>
            <a:off x="5256212" y="3427095"/>
            <a:ext cx="5866091" cy="781050"/>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Arial" panose="020B0604020202020204" pitchFamily="34" charset="0"/>
                <a:cs typeface="Arial" panose="020B0604020202020204" pitchFamily="34" charset="0"/>
              </a:rPr>
              <a:t>Cấm</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làm</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gì</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Phải</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làm</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gì</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Có</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quyền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làm</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gì</a:t>
            </a:r>
            <a:r>
              <a:rPr lang="en-US" sz="2000" dirty="0">
                <a:solidFill>
                  <a:schemeClr val="tx1"/>
                </a:solidFill>
                <a:latin typeface="Arial" panose="020B0604020202020204" pitchFamily="34" charset="0"/>
                <a:cs typeface="Arial" panose="020B0604020202020204" pitchFamily="34" charset="0"/>
              </a:rPr>
              <a:t>? </a:t>
            </a:r>
          </a:p>
        </p:txBody>
      </p:sp>
      <p:cxnSp>
        <p:nvCxnSpPr>
          <p:cNvPr id="12" name="Straight Arrow Connector 11"/>
          <p:cNvCxnSpPr>
            <a:stCxn id="5" idx="3"/>
          </p:cNvCxnSpPr>
          <p:nvPr/>
        </p:nvCxnSpPr>
        <p:spPr>
          <a:xfrm>
            <a:off x="4189412" y="3905250"/>
            <a:ext cx="838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3"/>
          </p:cNvCxnSpPr>
          <p:nvPr/>
        </p:nvCxnSpPr>
        <p:spPr>
          <a:xfrm>
            <a:off x="4189412" y="5067300"/>
            <a:ext cx="838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5567127" y="4648200"/>
            <a:ext cx="5715000" cy="838200"/>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Arial" panose="020B0604020202020204" pitchFamily="34" charset="0"/>
                <a:cs typeface="Arial" panose="020B0604020202020204" pitchFamily="34" charset="0"/>
              </a:rPr>
              <a:t>Hậu</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quả</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như</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thế</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nào</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nếu</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không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làm</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đúng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theo</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quy</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định</a:t>
            </a:r>
            <a:endParaRPr lang="en-US" sz="2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8983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96AB64-4F06-F839-AFD4-5519258D782C}"/>
              </a:ext>
            </a:extLst>
          </p:cNvPr>
          <p:cNvSpPr>
            <a:spLocks noGrp="1"/>
          </p:cNvSpPr>
          <p:nvPr>
            <p:ph idx="1"/>
          </p:nvPr>
        </p:nvSpPr>
        <p:spPr>
          <a:xfrm>
            <a:off x="1045178" y="642595"/>
            <a:ext cx="10055781" cy="5618530"/>
          </a:xfrm>
        </p:spPr>
        <p:txBody>
          <a:bodyPr>
            <a:normAutofit lnSpcReduction="10000"/>
          </a:bodyPr>
          <a:lstStyle/>
          <a:p>
            <a:pPr indent="226695">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1.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Mọi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thí</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sinh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vào</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phòng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thì</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không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được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mang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sử</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dụng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tài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liệu</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indent="226695">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Công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dân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có</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quyền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tự</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do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kinh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doanh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theo</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quy</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định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pháp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luật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indent="226695">
              <a:lnSpc>
                <a:spcPct val="150000"/>
              </a:lnSpc>
            </a:pPr>
            <a:r>
              <a:rPr lang="vi-VN" sz="1800" dirty="0">
                <a:effectLst/>
                <a:latin typeface="Times New Roman" panose="02020603050405020304" pitchFamily="18" charset="0"/>
                <a:ea typeface="Calibri" panose="020F0502020204030204" pitchFamily="34" charset="0"/>
                <a:cs typeface="Times New Roman" panose="02020603050405020304" pitchFamily="18" charset="0"/>
              </a:rPr>
              <a:t>3</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rPr>
              <a:t>Người</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nào</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cướp</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giật</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tài</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sản</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của</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người</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khác</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thì</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bị</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phạt</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tù</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từ</a:t>
            </a:r>
            <a:r>
              <a:rPr lang="en-US" sz="1800" dirty="0">
                <a:effectLst/>
                <a:latin typeface="Times New Roman" panose="02020603050405020304" pitchFamily="18" charset="0"/>
                <a:ea typeface="Calibri" panose="020F0502020204030204" pitchFamily="34" charset="0"/>
              </a:rPr>
              <a:t> 1 </a:t>
            </a:r>
            <a:r>
              <a:rPr lang="en-US" sz="1800" dirty="0" err="1">
                <a:effectLst/>
                <a:latin typeface="Times New Roman" panose="02020603050405020304" pitchFamily="18" charset="0"/>
                <a:ea typeface="Calibri" panose="020F0502020204030204" pitchFamily="34" charset="0"/>
              </a:rPr>
              <a:t>đến</a:t>
            </a:r>
            <a:r>
              <a:rPr lang="en-US" sz="1800" dirty="0">
                <a:effectLst/>
                <a:latin typeface="Times New Roman" panose="02020603050405020304" pitchFamily="18" charset="0"/>
                <a:ea typeface="Calibri" panose="020F0502020204030204" pitchFamily="34" charset="0"/>
              </a:rPr>
              <a:t> 5 </a:t>
            </a:r>
            <a:r>
              <a:rPr lang="en-US" sz="1800" dirty="0" err="1">
                <a:effectLst/>
                <a:latin typeface="Times New Roman" panose="02020603050405020304" pitchFamily="18" charset="0"/>
                <a:ea typeface="Calibri" panose="020F0502020204030204" pitchFamily="34" charset="0"/>
              </a:rPr>
              <a:t>năm</a:t>
            </a:r>
            <a:r>
              <a:rPr lang="en-US" sz="1800" dirty="0">
                <a:effectLst/>
                <a:latin typeface="Times New Roman" panose="02020603050405020304" pitchFamily="18" charset="0"/>
                <a:ea typeface="Calibri" panose="020F0502020204030204" pitchFamily="34" charset="0"/>
              </a:rPr>
              <a:t>.</a:t>
            </a:r>
            <a:r>
              <a:rPr lang="en-VN" dirty="0">
                <a:effectLst/>
              </a:rPr>
              <a:t> </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26695">
              <a:lnSpc>
                <a:spcPct val="150000"/>
              </a:lnSpc>
            </a:pPr>
            <a:r>
              <a:rPr lang="vi-VN" sz="1800" dirty="0">
                <a:effectLst/>
                <a:latin typeface="Times New Roman" panose="02020603050405020304" pitchFamily="18" charset="0"/>
                <a:ea typeface="Calibri" panose="020F0502020204030204" pitchFamily="34" charset="0"/>
                <a:cs typeface="Times New Roman" panose="02020603050405020304" pitchFamily="18" charset="0"/>
              </a:rPr>
              <a:t>4</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Chỉ</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người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nào</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phạm</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một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tội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đã</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được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Bộ</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luật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hình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sự</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quy</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định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mới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phải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chịu</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trách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nhiệm</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hình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sự</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indent="226695">
              <a:lnSpc>
                <a:spcPct val="150000"/>
              </a:lnSpc>
            </a:pPr>
            <a:r>
              <a:rPr lang="vi-VN" sz="1800" dirty="0">
                <a:effectLst/>
                <a:latin typeface="Times New Roman" panose="02020603050405020304" pitchFamily="18" charset="0"/>
                <a:ea typeface="Calibri" panose="020F0502020204030204" pitchFamily="34" charset="0"/>
                <a:cs typeface="Times New Roman" panose="02020603050405020304" pitchFamily="18" charset="0"/>
              </a:rPr>
              <a:t>5</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rPr>
              <a:t>Trong </a:t>
            </a:r>
            <a:r>
              <a:rPr lang="en-US" sz="1800" dirty="0" err="1">
                <a:effectLst/>
                <a:latin typeface="Times New Roman" panose="02020603050405020304" pitchFamily="18" charset="0"/>
                <a:ea typeface="Calibri" panose="020F0502020204030204" pitchFamily="34" charset="0"/>
              </a:rPr>
              <a:t>trường</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hợp</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bên</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thuê</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tài</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sản</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sử</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dụng</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không</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đúng</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mục</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đích</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không</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đúng</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công</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dụng</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thì</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bên</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cho</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thuê</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có</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quyền</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đơn</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phương</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chấm</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dứt</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thực</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hiện</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hợp</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đồng</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và</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yêu</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cầu</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bồi</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thường</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thiệt</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hại</a:t>
            </a:r>
            <a:r>
              <a:rPr lang="en-US" sz="1800" dirty="0">
                <a:effectLst/>
                <a:latin typeface="Times New Roman" panose="02020603050405020304" pitchFamily="18" charset="0"/>
                <a:ea typeface="Calibri" panose="020F0502020204030204" pitchFamily="34" charset="0"/>
              </a:rPr>
              <a:t>. </a:t>
            </a: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indent="226695">
              <a:lnSpc>
                <a:spcPct val="150000"/>
              </a:lnSpc>
            </a:pPr>
            <a:r>
              <a:rPr lang="vi-VN" sz="1800" dirty="0">
                <a:latin typeface="Times New Roman" panose="02020603050405020304" pitchFamily="18" charset="0"/>
                <a:ea typeface="Calibri" panose="020F0502020204030204" pitchFamily="34" charset="0"/>
                <a:cs typeface="Times New Roman" panose="02020603050405020304" pitchFamily="18" charset="0"/>
              </a:rPr>
              <a:t>6</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Không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được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đình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công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ở</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nơi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sử</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dung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lao</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động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việc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đình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công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có</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thể</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doạ</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đến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quốc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phòng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ninh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trật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tự</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công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cộng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sức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khoẻ</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con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người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p>
          <a:p>
            <a:pPr indent="226695">
              <a:lnSpc>
                <a:spcPct val="150000"/>
              </a:lnSpc>
            </a:pPr>
            <a:r>
              <a:rPr lang="en-US" sz="1800" dirty="0">
                <a:effectLst/>
                <a:latin typeface="Times New Roman" panose="02020603050405020304" pitchFamily="18" charset="0"/>
                <a:ea typeface="Calibri" panose="020F0502020204030204" pitchFamily="34" charset="0"/>
              </a:rPr>
              <a:t>7. Trong </a:t>
            </a:r>
            <a:r>
              <a:rPr lang="en-US" sz="1800" dirty="0" err="1">
                <a:effectLst/>
                <a:latin typeface="Times New Roman" panose="02020603050405020304" pitchFamily="18" charset="0"/>
                <a:ea typeface="Calibri" panose="020F0502020204030204" pitchFamily="34" charset="0"/>
              </a:rPr>
              <a:t>thời</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gian</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thử</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việc</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mỗi</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bên</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có</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quyền</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hủy</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bỏ</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hợp</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đồng</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thử</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việc</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hoặc</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hợp</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đồng</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lao</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động</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đã</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ký</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kết</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mà</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không</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cần</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báo</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trước</a:t>
            </a:r>
            <a:r>
              <a:rPr lang="en-VN" dirty="0">
                <a:effectLst/>
              </a:rPr>
              <a:t> </a:t>
            </a:r>
          </a:p>
          <a:p>
            <a:pPr indent="226695">
              <a:lnSpc>
                <a:spcPct val="150000"/>
              </a:lnSpc>
            </a:pPr>
            <a:r>
              <a:rPr lang="en-US" sz="1800" dirty="0">
                <a:effectLst/>
                <a:latin typeface="Times New Roman" panose="02020603050405020304" pitchFamily="18" charset="0"/>
                <a:ea typeface="Calibri" panose="020F0502020204030204" pitchFamily="34" charset="0"/>
              </a:rPr>
              <a:t>8. “</a:t>
            </a:r>
            <a:r>
              <a:rPr lang="en-US" sz="1800" dirty="0" err="1">
                <a:effectLst/>
                <a:latin typeface="Times New Roman" panose="02020603050405020304" pitchFamily="18" charset="0"/>
                <a:ea typeface="Calibri" panose="020F0502020204030204" pitchFamily="34" charset="0"/>
              </a:rPr>
              <a:t>Người</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nào</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sử</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dụng</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mạng</a:t>
            </a:r>
            <a:r>
              <a:rPr lang="en-US" sz="1800" dirty="0">
                <a:effectLst/>
                <a:latin typeface="Times New Roman" panose="02020603050405020304" pitchFamily="18" charset="0"/>
                <a:ea typeface="Calibri" panose="020F0502020204030204" pitchFamily="34" charset="0"/>
              </a:rPr>
              <a:t> internet, </a:t>
            </a:r>
            <a:r>
              <a:rPr lang="en-US" sz="1800" dirty="0" err="1">
                <a:effectLst/>
                <a:latin typeface="Times New Roman" panose="02020603050405020304" pitchFamily="18" charset="0"/>
                <a:ea typeface="Calibri" panose="020F0502020204030204" pitchFamily="34" charset="0"/>
              </a:rPr>
              <a:t>mạng</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máy</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tính</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mạng</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viễn</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thông</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phương</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tiện</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điện</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tử</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để</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phạm</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tội</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thì</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bị</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phạt</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tù</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từ</a:t>
            </a:r>
            <a:r>
              <a:rPr lang="en-US" sz="1800" dirty="0">
                <a:effectLst/>
                <a:latin typeface="Times New Roman" panose="02020603050405020304" pitchFamily="18" charset="0"/>
                <a:ea typeface="Calibri" panose="020F0502020204030204" pitchFamily="34" charset="0"/>
              </a:rPr>
              <a:t> 3 </a:t>
            </a:r>
            <a:r>
              <a:rPr lang="en-US" sz="1800" dirty="0" err="1">
                <a:effectLst/>
                <a:latin typeface="Times New Roman" panose="02020603050405020304" pitchFamily="18" charset="0"/>
                <a:ea typeface="Calibri" panose="020F0502020204030204" pitchFamily="34" charset="0"/>
              </a:rPr>
              <a:t>năm</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đến</a:t>
            </a:r>
            <a:r>
              <a:rPr lang="en-US" sz="1800" dirty="0">
                <a:effectLst/>
                <a:latin typeface="Times New Roman" panose="02020603050405020304" pitchFamily="18" charset="0"/>
                <a:ea typeface="Calibri" panose="020F0502020204030204" pitchFamily="34" charset="0"/>
              </a:rPr>
              <a:t> 7 </a:t>
            </a:r>
            <a:r>
              <a:rPr lang="en-US" sz="1800" dirty="0" err="1">
                <a:effectLst/>
                <a:latin typeface="Times New Roman" panose="02020603050405020304" pitchFamily="18" charset="0"/>
                <a:ea typeface="Calibri" panose="020F0502020204030204" pitchFamily="34" charset="0"/>
              </a:rPr>
              <a:t>năm</a:t>
            </a:r>
            <a:r>
              <a:rPr lang="en-US" sz="1800" dirty="0">
                <a:effectLst/>
                <a:latin typeface="Times New Roman" panose="02020603050405020304" pitchFamily="18" charset="0"/>
                <a:ea typeface="Calibri" panose="020F0502020204030204" pitchFamily="34" charset="0"/>
              </a:rPr>
              <a:t>”.</a:t>
            </a:r>
            <a:r>
              <a:rPr lang="en-VN" dirty="0">
                <a:effectLst/>
              </a:rPr>
              <a:t> </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VN" dirty="0"/>
          </a:p>
        </p:txBody>
      </p:sp>
    </p:spTree>
    <p:extLst>
      <p:ext uri="{BB962C8B-B14F-4D97-AF65-F5344CB8AC3E}">
        <p14:creationId xmlns:p14="http://schemas.microsoft.com/office/powerpoint/2010/main" val="4128335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522" y="642594"/>
            <a:ext cx="10055781" cy="1033806"/>
          </a:xfrm>
        </p:spPr>
        <p:txBody>
          <a:bodyPr>
            <a:normAutofit/>
          </a:bodyPr>
          <a:lstStyle/>
          <a:p>
            <a:r>
              <a:rPr lang="en-US" sz="2400" dirty="0">
                <a:solidFill>
                  <a:schemeClr val="tx1"/>
                </a:solidFill>
                <a:latin typeface="Arial" panose="020B0604020202020204" pitchFamily="34" charset="0"/>
                <a:cs typeface="Arial" panose="020B0604020202020204" pitchFamily="34" charset="0"/>
              </a:rPr>
              <a:t>IV. Quan </a:t>
            </a:r>
            <a:r>
              <a:rPr lang="en-US" sz="2400" dirty="0" err="1">
                <a:solidFill>
                  <a:schemeClr val="tx1"/>
                </a:solidFill>
                <a:latin typeface="Arial" panose="020B0604020202020204" pitchFamily="34" charset="0"/>
                <a:cs typeface="Arial" panose="020B0604020202020204" pitchFamily="34" charset="0"/>
              </a:rPr>
              <a:t>hệ</a:t>
            </a:r>
            <a:r>
              <a:rPr lang="en-US" sz="2400" dirty="0">
                <a:solidFill>
                  <a:schemeClr val="tx1"/>
                </a:solidFill>
                <a:latin typeface="Arial" panose="020B0604020202020204" pitchFamily="34" charset="0"/>
                <a:cs typeface="Arial" panose="020B0604020202020204" pitchFamily="34" charset="0"/>
              </a:rPr>
              <a:t> </a:t>
            </a:r>
            <a:r>
              <a:rPr lang="en-US" sz="2400" dirty="0" err="1">
                <a:solidFill>
                  <a:schemeClr val="tx1"/>
                </a:solidFill>
                <a:latin typeface="Arial" panose="020B0604020202020204" pitchFamily="34" charset="0"/>
                <a:cs typeface="Arial" panose="020B0604020202020204" pitchFamily="34" charset="0"/>
              </a:rPr>
              <a:t>pháp</a:t>
            </a:r>
            <a:r>
              <a:rPr lang="en-US" sz="2400" dirty="0">
                <a:solidFill>
                  <a:schemeClr val="tx1"/>
                </a:solidFill>
                <a:latin typeface="Arial" panose="020B0604020202020204" pitchFamily="34" charset="0"/>
                <a:cs typeface="Arial" panose="020B0604020202020204" pitchFamily="34" charset="0"/>
              </a:rPr>
              <a:t> </a:t>
            </a:r>
            <a:r>
              <a:rPr lang="en-US" sz="2400" dirty="0" err="1">
                <a:solidFill>
                  <a:schemeClr val="tx1"/>
                </a:solidFill>
                <a:latin typeface="Arial" panose="020B0604020202020204" pitchFamily="34" charset="0"/>
                <a:cs typeface="Arial" panose="020B0604020202020204" pitchFamily="34" charset="0"/>
              </a:rPr>
              <a:t>luật</a:t>
            </a:r>
            <a:r>
              <a:rPr lang="en-US" sz="2400" dirty="0">
                <a:solidFill>
                  <a:schemeClr val="tx1"/>
                </a:solidFill>
                <a:latin typeface="Arial" panose="020B0604020202020204" pitchFamily="34" charset="0"/>
                <a:cs typeface="Arial" panose="020B0604020202020204" pitchFamily="34" charset="0"/>
              </a:rPr>
              <a:t>, </a:t>
            </a:r>
            <a:r>
              <a:rPr lang="en-US" sz="2400" dirty="0" err="1">
                <a:solidFill>
                  <a:schemeClr val="tx1"/>
                </a:solidFill>
                <a:latin typeface="Arial" panose="020B0604020202020204" pitchFamily="34" charset="0"/>
                <a:cs typeface="Arial" panose="020B0604020202020204" pitchFamily="34" charset="0"/>
              </a:rPr>
              <a:t>Sự</a:t>
            </a:r>
            <a:r>
              <a:rPr lang="en-US" sz="2400" dirty="0">
                <a:solidFill>
                  <a:schemeClr val="tx1"/>
                </a:solidFill>
                <a:latin typeface="Arial" panose="020B0604020202020204" pitchFamily="34" charset="0"/>
                <a:cs typeface="Arial" panose="020B0604020202020204" pitchFamily="34" charset="0"/>
              </a:rPr>
              <a:t> </a:t>
            </a:r>
            <a:r>
              <a:rPr lang="en-US" sz="2400" dirty="0" err="1">
                <a:solidFill>
                  <a:schemeClr val="tx1"/>
                </a:solidFill>
                <a:latin typeface="Arial" panose="020B0604020202020204" pitchFamily="34" charset="0"/>
                <a:cs typeface="Arial" panose="020B0604020202020204" pitchFamily="34" charset="0"/>
              </a:rPr>
              <a:t>kiện</a:t>
            </a:r>
            <a:r>
              <a:rPr lang="en-US" sz="2400" dirty="0">
                <a:solidFill>
                  <a:schemeClr val="tx1"/>
                </a:solidFill>
                <a:latin typeface="Arial" panose="020B0604020202020204" pitchFamily="34" charset="0"/>
                <a:cs typeface="Arial" panose="020B0604020202020204" pitchFamily="34" charset="0"/>
              </a:rPr>
              <a:t> </a:t>
            </a:r>
            <a:r>
              <a:rPr lang="en-US" sz="2400" dirty="0" err="1">
                <a:solidFill>
                  <a:schemeClr val="tx1"/>
                </a:solidFill>
                <a:latin typeface="Arial" panose="020B0604020202020204" pitchFamily="34" charset="0"/>
                <a:cs typeface="Arial" panose="020B0604020202020204" pitchFamily="34" charset="0"/>
              </a:rPr>
              <a:t>pháp</a:t>
            </a:r>
            <a:r>
              <a:rPr lang="en-US" sz="2400" dirty="0">
                <a:solidFill>
                  <a:schemeClr val="tx1"/>
                </a:solidFill>
                <a:latin typeface="Arial" panose="020B0604020202020204" pitchFamily="34" charset="0"/>
                <a:cs typeface="Arial" panose="020B0604020202020204" pitchFamily="34" charset="0"/>
              </a:rPr>
              <a:t> </a:t>
            </a:r>
            <a:r>
              <a:rPr lang="en-US" sz="2400" dirty="0" err="1">
                <a:solidFill>
                  <a:schemeClr val="tx1"/>
                </a:solidFill>
                <a:latin typeface="Arial" panose="020B0604020202020204" pitchFamily="34" charset="0"/>
                <a:cs typeface="Arial" panose="020B0604020202020204" pitchFamily="34" charset="0"/>
              </a:rPr>
              <a:t>lý</a:t>
            </a:r>
            <a:endParaRPr lang="en-US" sz="2400"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066522" y="1752600"/>
            <a:ext cx="10055781" cy="4282440"/>
          </a:xfrm>
        </p:spPr>
        <p:txBody>
          <a:bodyPr/>
          <a:lstStyle/>
          <a:p>
            <a:pPr marL="0" indent="0">
              <a:buNone/>
            </a:pPr>
            <a:r>
              <a:rPr lang="en-US" sz="2000" i="1" u="sng" dirty="0">
                <a:latin typeface="Arial" panose="020B0604020202020204" pitchFamily="34" charset="0"/>
                <a:cs typeface="Arial" panose="020B0604020202020204" pitchFamily="34" charset="0"/>
              </a:rPr>
              <a:t>1. </a:t>
            </a:r>
            <a:r>
              <a:rPr lang="en-US" sz="2000" i="1" u="sng" dirty="0" err="1">
                <a:latin typeface="Arial" panose="020B0604020202020204" pitchFamily="34" charset="0"/>
                <a:cs typeface="Arial" panose="020B0604020202020204" pitchFamily="34" charset="0"/>
              </a:rPr>
              <a:t>Khái</a:t>
            </a:r>
            <a:r>
              <a:rPr lang="en-US" sz="2000" i="1" u="sng" dirty="0">
                <a:latin typeface="Arial" panose="020B0604020202020204" pitchFamily="34" charset="0"/>
                <a:cs typeface="Arial" panose="020B0604020202020204" pitchFamily="34" charset="0"/>
              </a:rPr>
              <a:t> </a:t>
            </a:r>
            <a:r>
              <a:rPr lang="en-US" sz="2000" i="1" u="sng" dirty="0" err="1">
                <a:latin typeface="Arial" panose="020B0604020202020204" pitchFamily="34" charset="0"/>
                <a:cs typeface="Arial" panose="020B0604020202020204" pitchFamily="34" charset="0"/>
              </a:rPr>
              <a:t>niệm</a:t>
            </a:r>
            <a:r>
              <a:rPr lang="en-US" sz="2000" i="1" u="sng" dirty="0">
                <a:latin typeface="Arial" panose="020B0604020202020204" pitchFamily="34" charset="0"/>
                <a:cs typeface="Arial" panose="020B0604020202020204" pitchFamily="34" charset="0"/>
              </a:rPr>
              <a:t> Quan </a:t>
            </a:r>
            <a:r>
              <a:rPr lang="en-US" sz="2000" i="1" u="sng" dirty="0" err="1">
                <a:latin typeface="Arial" panose="020B0604020202020204" pitchFamily="34" charset="0"/>
                <a:cs typeface="Arial" panose="020B0604020202020204" pitchFamily="34" charset="0"/>
              </a:rPr>
              <a:t>hệ</a:t>
            </a:r>
            <a:r>
              <a:rPr lang="en-US" sz="2000" i="1" u="sng" dirty="0">
                <a:latin typeface="Arial" panose="020B0604020202020204" pitchFamily="34" charset="0"/>
                <a:cs typeface="Arial" panose="020B0604020202020204" pitchFamily="34" charset="0"/>
              </a:rPr>
              <a:t> </a:t>
            </a:r>
            <a:r>
              <a:rPr lang="en-US" sz="2000" i="1" u="sng" dirty="0" err="1">
                <a:latin typeface="Arial" panose="020B0604020202020204" pitchFamily="34" charset="0"/>
                <a:cs typeface="Arial" panose="020B0604020202020204" pitchFamily="34" charset="0"/>
              </a:rPr>
              <a:t>pháp</a:t>
            </a:r>
            <a:r>
              <a:rPr lang="en-US" sz="2000" i="1" u="sng" dirty="0">
                <a:latin typeface="Arial" panose="020B0604020202020204" pitchFamily="34" charset="0"/>
                <a:cs typeface="Arial" panose="020B0604020202020204" pitchFamily="34" charset="0"/>
              </a:rPr>
              <a:t> </a:t>
            </a:r>
            <a:r>
              <a:rPr lang="en-US" sz="2000" i="1" u="sng" dirty="0" err="1">
                <a:latin typeface="Arial" panose="020B0604020202020204" pitchFamily="34" charset="0"/>
                <a:cs typeface="Arial" panose="020B0604020202020204" pitchFamily="34" charset="0"/>
              </a:rPr>
              <a:t>luật</a:t>
            </a:r>
            <a:endParaRPr lang="en-US" sz="2000" i="1" u="sng" dirty="0">
              <a:latin typeface="Arial" panose="020B0604020202020204" pitchFamily="34" charset="0"/>
              <a:cs typeface="Arial" panose="020B0604020202020204" pitchFamily="34" charset="0"/>
            </a:endParaRPr>
          </a:p>
          <a:p>
            <a:pPr marL="0" indent="0">
              <a:buNone/>
            </a:pPr>
            <a:endParaRPr lang="en-US" i="1" dirty="0">
              <a:latin typeface="Arial" panose="020B0604020202020204" pitchFamily="34" charset="0"/>
              <a:cs typeface="Arial" panose="020B0604020202020204" pitchFamily="34" charset="0"/>
            </a:endParaRPr>
          </a:p>
          <a:p>
            <a:pPr marL="0" indent="0">
              <a:buNone/>
            </a:pPr>
            <a:endParaRPr lang="en-US" i="1" dirty="0">
              <a:latin typeface="Arial" panose="020B0604020202020204" pitchFamily="34" charset="0"/>
              <a:cs typeface="Arial" panose="020B0604020202020204" pitchFamily="34" charset="0"/>
            </a:endParaRPr>
          </a:p>
          <a:p>
            <a:pPr marL="0" indent="0">
              <a:lnSpc>
                <a:spcPct val="150000"/>
              </a:lnSpc>
              <a:buNone/>
            </a:pPr>
            <a:r>
              <a:rPr lang="en-US" i="1" dirty="0">
                <a:solidFill>
                  <a:srgbClr val="C00000"/>
                </a:solidFill>
                <a:latin typeface="Arial" panose="020B0604020202020204" pitchFamily="34" charset="0"/>
                <a:cs typeface="Arial" panose="020B0604020202020204" pitchFamily="34" charset="0"/>
              </a:rPr>
              <a:t>“Quan </a:t>
            </a:r>
            <a:r>
              <a:rPr lang="en-US" i="1" dirty="0" err="1">
                <a:solidFill>
                  <a:srgbClr val="C00000"/>
                </a:solidFill>
                <a:latin typeface="Arial" panose="020B0604020202020204" pitchFamily="34" charset="0"/>
                <a:cs typeface="Arial" panose="020B0604020202020204" pitchFamily="34" charset="0"/>
              </a:rPr>
              <a:t>hệ</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pháp</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luật</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là</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quan</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hệ</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xã</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hội</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được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pháp</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luật</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điều</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chỉnh</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trong</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đó</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các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bên</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tham</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gia</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quan</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hệ</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pháp</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luật</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có</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các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quyền</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và</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nghĩa</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vụ</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pháp</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lý</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được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nhà</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nước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bảo</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đảm</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thực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hiện</a:t>
            </a:r>
            <a:r>
              <a:rPr lang="en-US" i="1" dirty="0">
                <a:solidFill>
                  <a:srgbClr val="C00000"/>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210735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196D2-17C9-2F40-B872-92E359643701}"/>
              </a:ext>
            </a:extLst>
          </p:cNvPr>
          <p:cNvSpPr>
            <a:spLocks noGrp="1"/>
          </p:cNvSpPr>
          <p:nvPr>
            <p:ph type="title"/>
          </p:nvPr>
        </p:nvSpPr>
        <p:spPr>
          <a:xfrm>
            <a:off x="1066522" y="642594"/>
            <a:ext cx="10055780" cy="1371600"/>
          </a:xfrm>
        </p:spPr>
        <p:txBody>
          <a:bodyPr>
            <a:normAutofit/>
          </a:bodyPr>
          <a:lstStyle/>
          <a:p>
            <a:r>
              <a:rPr lang="en-US" sz="2400" b="1" dirty="0">
                <a:latin typeface="Arial" panose="020B0604020202020204" pitchFamily="34" charset="0"/>
                <a:cs typeface="Arial" panose="020B0604020202020204" pitchFamily="34" charset="0"/>
              </a:rPr>
              <a:t>b. </a:t>
            </a:r>
            <a:r>
              <a:rPr lang="en-US" sz="2400" b="1" dirty="0" err="1">
                <a:latin typeface="Arial" panose="020B0604020202020204" pitchFamily="34" charset="0"/>
                <a:cs typeface="Arial" panose="020B0604020202020204" pitchFamily="34" charset="0"/>
              </a:rPr>
              <a:t>Đặc</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điểm</a:t>
            </a:r>
            <a:r>
              <a:rPr lang="en-US" sz="2400" b="1" dirty="0">
                <a:latin typeface="Arial" panose="020B0604020202020204" pitchFamily="34" charset="0"/>
                <a:cs typeface="Arial" panose="020B0604020202020204" pitchFamily="34" charset="0"/>
              </a:rPr>
              <a:t> Quan </a:t>
            </a:r>
            <a:r>
              <a:rPr lang="en-US" sz="2400" b="1" dirty="0" err="1">
                <a:latin typeface="Arial" panose="020B0604020202020204" pitchFamily="34" charset="0"/>
                <a:cs typeface="Arial" panose="020B0604020202020204" pitchFamily="34" charset="0"/>
              </a:rPr>
              <a:t>hệ</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pháp</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luật</a:t>
            </a:r>
            <a:endParaRPr lang="en-US" sz="2400" b="1" dirty="0">
              <a:latin typeface="Arial" panose="020B0604020202020204" pitchFamily="34" charset="0"/>
              <a:cs typeface="Arial" panose="020B0604020202020204" pitchFamily="34" charset="0"/>
            </a:endParaRPr>
          </a:p>
        </p:txBody>
      </p:sp>
      <p:graphicFrame>
        <p:nvGraphicFramePr>
          <p:cNvPr id="7" name="Content Placeholder 4">
            <a:extLst>
              <a:ext uri="{FF2B5EF4-FFF2-40B4-BE49-F238E27FC236}">
                <a16:creationId xmlns:a16="http://schemas.microsoft.com/office/drawing/2014/main" id="{5B8676C0-BB09-E3F9-0823-07A9C40A6F6C}"/>
              </a:ext>
            </a:extLst>
          </p:cNvPr>
          <p:cNvGraphicFramePr>
            <a:graphicFrameLocks noGrp="1"/>
          </p:cNvGraphicFramePr>
          <p:nvPr>
            <p:ph idx="1"/>
            <p:extLst>
              <p:ext uri="{D42A27DB-BD31-4B8C-83A1-F6EECF244321}">
                <p14:modId xmlns:p14="http://schemas.microsoft.com/office/powerpoint/2010/main" val="3216562353"/>
              </p:ext>
            </p:extLst>
          </p:nvPr>
        </p:nvGraphicFramePr>
        <p:xfrm>
          <a:off x="912812" y="1752600"/>
          <a:ext cx="10439400" cy="44628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34805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4E151-0D88-E24A-90AB-6807405C65FA}"/>
              </a:ext>
            </a:extLst>
          </p:cNvPr>
          <p:cNvSpPr>
            <a:spLocks noGrp="1"/>
          </p:cNvSpPr>
          <p:nvPr>
            <p:ph type="title"/>
          </p:nvPr>
        </p:nvSpPr>
        <p:spPr/>
        <p:txBody>
          <a:bodyPr>
            <a:normAutofit/>
          </a:bodyPr>
          <a:lstStyle/>
          <a:p>
            <a:r>
              <a:rPr lang="en-US" sz="2400" u="sng" dirty="0">
                <a:solidFill>
                  <a:schemeClr val="tx1"/>
                </a:solidFill>
                <a:latin typeface="Arial" panose="020B0604020202020204" pitchFamily="34" charset="0"/>
                <a:cs typeface="Arial" panose="020B0604020202020204" pitchFamily="34" charset="0"/>
              </a:rPr>
              <a:t>2. </a:t>
            </a:r>
            <a:r>
              <a:rPr lang="en-US" sz="2400" u="sng" dirty="0" err="1">
                <a:solidFill>
                  <a:schemeClr val="tx1"/>
                </a:solidFill>
                <a:latin typeface="Arial" panose="020B0604020202020204" pitchFamily="34" charset="0"/>
                <a:cs typeface="Arial" panose="020B0604020202020204" pitchFamily="34" charset="0"/>
              </a:rPr>
              <a:t>Các</a:t>
            </a:r>
            <a:r>
              <a:rPr lang="en-US" sz="2400" u="sng" dirty="0">
                <a:solidFill>
                  <a:schemeClr val="tx1"/>
                </a:solidFill>
                <a:latin typeface="Arial" panose="020B0604020202020204" pitchFamily="34" charset="0"/>
                <a:cs typeface="Arial" panose="020B0604020202020204" pitchFamily="34" charset="0"/>
              </a:rPr>
              <a:t> </a:t>
            </a:r>
            <a:r>
              <a:rPr lang="en-US" sz="2400" u="sng" dirty="0" err="1">
                <a:solidFill>
                  <a:schemeClr val="tx1"/>
                </a:solidFill>
                <a:latin typeface="Arial" panose="020B0604020202020204" pitchFamily="34" charset="0"/>
                <a:cs typeface="Arial" panose="020B0604020202020204" pitchFamily="34" charset="0"/>
              </a:rPr>
              <a:t>yếu</a:t>
            </a:r>
            <a:r>
              <a:rPr lang="en-US" sz="2400" u="sng" dirty="0">
                <a:solidFill>
                  <a:schemeClr val="tx1"/>
                </a:solidFill>
                <a:latin typeface="Arial" panose="020B0604020202020204" pitchFamily="34" charset="0"/>
                <a:cs typeface="Arial" panose="020B0604020202020204" pitchFamily="34" charset="0"/>
              </a:rPr>
              <a:t> </a:t>
            </a:r>
            <a:r>
              <a:rPr lang="en-US" sz="2400" u="sng" dirty="0" err="1">
                <a:solidFill>
                  <a:schemeClr val="tx1"/>
                </a:solidFill>
                <a:latin typeface="Arial" panose="020B0604020202020204" pitchFamily="34" charset="0"/>
                <a:cs typeface="Arial" panose="020B0604020202020204" pitchFamily="34" charset="0"/>
              </a:rPr>
              <a:t>tố</a:t>
            </a:r>
            <a:r>
              <a:rPr lang="en-US" sz="2400" u="sng" dirty="0">
                <a:solidFill>
                  <a:schemeClr val="tx1"/>
                </a:solidFill>
                <a:latin typeface="Arial" panose="020B0604020202020204" pitchFamily="34" charset="0"/>
                <a:cs typeface="Arial" panose="020B0604020202020204" pitchFamily="34" charset="0"/>
              </a:rPr>
              <a:t> </a:t>
            </a:r>
            <a:r>
              <a:rPr lang="en-US" sz="2400" u="sng" dirty="0" err="1">
                <a:solidFill>
                  <a:schemeClr val="tx1"/>
                </a:solidFill>
                <a:latin typeface="Arial" panose="020B0604020202020204" pitchFamily="34" charset="0"/>
                <a:cs typeface="Arial" panose="020B0604020202020204" pitchFamily="34" charset="0"/>
              </a:rPr>
              <a:t>cấu</a:t>
            </a:r>
            <a:r>
              <a:rPr lang="en-US" sz="2400" u="sng" dirty="0">
                <a:solidFill>
                  <a:schemeClr val="tx1"/>
                </a:solidFill>
                <a:latin typeface="Arial" panose="020B0604020202020204" pitchFamily="34" charset="0"/>
                <a:cs typeface="Arial" panose="020B0604020202020204" pitchFamily="34" charset="0"/>
              </a:rPr>
              <a:t> </a:t>
            </a:r>
            <a:r>
              <a:rPr lang="en-US" sz="2400" u="sng" dirty="0" err="1">
                <a:solidFill>
                  <a:schemeClr val="tx1"/>
                </a:solidFill>
                <a:latin typeface="Arial" panose="020B0604020202020204" pitchFamily="34" charset="0"/>
                <a:cs typeface="Arial" panose="020B0604020202020204" pitchFamily="34" charset="0"/>
              </a:rPr>
              <a:t>thành</a:t>
            </a:r>
            <a:r>
              <a:rPr lang="en-US" sz="2400" u="sng" dirty="0">
                <a:solidFill>
                  <a:schemeClr val="tx1"/>
                </a:solidFill>
                <a:latin typeface="Arial" panose="020B0604020202020204" pitchFamily="34" charset="0"/>
                <a:cs typeface="Arial" panose="020B0604020202020204" pitchFamily="34" charset="0"/>
              </a:rPr>
              <a:t> QHPL</a:t>
            </a:r>
          </a:p>
        </p:txBody>
      </p:sp>
      <p:graphicFrame>
        <p:nvGraphicFramePr>
          <p:cNvPr id="4" name="Content Placeholder 3">
            <a:extLst>
              <a:ext uri="{FF2B5EF4-FFF2-40B4-BE49-F238E27FC236}">
                <a16:creationId xmlns:a16="http://schemas.microsoft.com/office/drawing/2014/main" id="{312CDB96-C8BA-D94E-A715-4730BF110A44}"/>
              </a:ext>
            </a:extLst>
          </p:cNvPr>
          <p:cNvGraphicFramePr>
            <a:graphicFrameLocks noGrp="1"/>
          </p:cNvGraphicFramePr>
          <p:nvPr>
            <p:ph idx="1"/>
            <p:extLst>
              <p:ext uri="{D42A27DB-BD31-4B8C-83A1-F6EECF244321}">
                <p14:modId xmlns:p14="http://schemas.microsoft.com/office/powerpoint/2010/main" val="3844998960"/>
              </p:ext>
            </p:extLst>
          </p:nvPr>
        </p:nvGraphicFramePr>
        <p:xfrm>
          <a:off x="1522412" y="2014194"/>
          <a:ext cx="9361394" cy="31674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81958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BC75C-71B8-EC4D-BA34-D306FF9DBA14}"/>
              </a:ext>
            </a:extLst>
          </p:cNvPr>
          <p:cNvSpPr>
            <a:spLocks noGrp="1"/>
          </p:cNvSpPr>
          <p:nvPr>
            <p:ph type="title"/>
          </p:nvPr>
        </p:nvSpPr>
        <p:spPr/>
        <p:txBody>
          <a:bodyPr>
            <a:normAutofit/>
          </a:bodyPr>
          <a:lstStyle/>
          <a:p>
            <a:r>
              <a:rPr lang="en-US" sz="2400" dirty="0">
                <a:latin typeface="Arial" panose="020B0604020202020204" pitchFamily="34" charset="0"/>
                <a:cs typeface="Arial" panose="020B0604020202020204" pitchFamily="34" charset="0"/>
              </a:rPr>
              <a:t>a. </a:t>
            </a:r>
            <a:r>
              <a:rPr lang="en-US" sz="2400" dirty="0" err="1">
                <a:latin typeface="Arial" panose="020B0604020202020204" pitchFamily="34" charset="0"/>
                <a:cs typeface="Arial" panose="020B0604020202020204" pitchFamily="34" charset="0"/>
              </a:rPr>
              <a:t>Chủ</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thể</a:t>
            </a:r>
            <a:r>
              <a:rPr lang="en-US" sz="2400" dirty="0">
                <a:latin typeface="Arial" panose="020B0604020202020204" pitchFamily="34" charset="0"/>
                <a:cs typeface="Arial" panose="020B0604020202020204" pitchFamily="34" charset="0"/>
              </a:rPr>
              <a:t> QHPL</a:t>
            </a:r>
          </a:p>
        </p:txBody>
      </p:sp>
      <p:sp>
        <p:nvSpPr>
          <p:cNvPr id="3" name="Content Placeholder 2">
            <a:extLst>
              <a:ext uri="{FF2B5EF4-FFF2-40B4-BE49-F238E27FC236}">
                <a16:creationId xmlns:a16="http://schemas.microsoft.com/office/drawing/2014/main" id="{E1F0CD26-29FC-4741-84AC-9E0FFC5951C8}"/>
              </a:ext>
            </a:extLst>
          </p:cNvPr>
          <p:cNvSpPr>
            <a:spLocks noGrp="1"/>
          </p:cNvSpPr>
          <p:nvPr>
            <p:ph idx="1"/>
          </p:nvPr>
        </p:nvSpPr>
        <p:spPr>
          <a:xfrm>
            <a:off x="1066522" y="1905000"/>
            <a:ext cx="10055781" cy="4130040"/>
          </a:xfrm>
        </p:spPr>
        <p:txBody>
          <a:bodyPr/>
          <a:lstStyle/>
          <a:p>
            <a:r>
              <a:rPr lang="en-US" b="1" i="1" dirty="0" err="1">
                <a:latin typeface="Arial" panose="020B0604020202020204" pitchFamily="34" charset="0"/>
                <a:cs typeface="Arial" panose="020B0604020202020204" pitchFamily="34" charset="0"/>
              </a:rPr>
              <a:t>Là</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những</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cá</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nhân</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tổ</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chức</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có</a:t>
            </a:r>
            <a:r>
              <a:rPr lang="en-US" b="1" i="1" dirty="0">
                <a:latin typeface="Arial" panose="020B0604020202020204" pitchFamily="34" charset="0"/>
                <a:cs typeface="Arial" panose="020B0604020202020204" pitchFamily="34" charset="0"/>
              </a:rPr>
              <a:t> </a:t>
            </a:r>
            <a:r>
              <a:rPr lang="en-US" b="1" i="1" dirty="0" err="1">
                <a:solidFill>
                  <a:srgbClr val="C00000"/>
                </a:solidFill>
                <a:highlight>
                  <a:srgbClr val="FFFF00"/>
                </a:highlight>
                <a:latin typeface="Arial" panose="020B0604020202020204" pitchFamily="34" charset="0"/>
                <a:cs typeface="Arial" panose="020B0604020202020204" pitchFamily="34" charset="0"/>
              </a:rPr>
              <a:t>năng</a:t>
            </a:r>
            <a:r>
              <a:rPr lang="en-US" b="1" i="1" dirty="0">
                <a:solidFill>
                  <a:srgbClr val="C00000"/>
                </a:solidFill>
                <a:highlight>
                  <a:srgbClr val="FFFF00"/>
                </a:highlight>
                <a:latin typeface="Arial" panose="020B0604020202020204" pitchFamily="34" charset="0"/>
                <a:cs typeface="Arial" panose="020B0604020202020204" pitchFamily="34" charset="0"/>
              </a:rPr>
              <a:t> </a:t>
            </a:r>
            <a:r>
              <a:rPr lang="en-US" b="1" i="1" dirty="0" err="1">
                <a:solidFill>
                  <a:srgbClr val="C00000"/>
                </a:solidFill>
                <a:highlight>
                  <a:srgbClr val="FFFF00"/>
                </a:highlight>
                <a:latin typeface="Arial" panose="020B0604020202020204" pitchFamily="34" charset="0"/>
                <a:cs typeface="Arial" panose="020B0604020202020204" pitchFamily="34" charset="0"/>
              </a:rPr>
              <a:t>lực</a:t>
            </a:r>
            <a:r>
              <a:rPr lang="en-US" b="1" i="1" dirty="0">
                <a:solidFill>
                  <a:srgbClr val="C00000"/>
                </a:solidFill>
                <a:highlight>
                  <a:srgbClr val="FFFF00"/>
                </a:highlight>
                <a:latin typeface="Arial" panose="020B0604020202020204" pitchFamily="34" charset="0"/>
                <a:cs typeface="Arial" panose="020B0604020202020204" pitchFamily="34" charset="0"/>
              </a:rPr>
              <a:t> </a:t>
            </a:r>
            <a:r>
              <a:rPr lang="en-US" b="1" i="1" dirty="0" err="1">
                <a:solidFill>
                  <a:srgbClr val="C00000"/>
                </a:solidFill>
                <a:highlight>
                  <a:srgbClr val="FFFF00"/>
                </a:highlight>
                <a:latin typeface="Arial" panose="020B0604020202020204" pitchFamily="34" charset="0"/>
                <a:cs typeface="Arial" panose="020B0604020202020204" pitchFamily="34" charset="0"/>
              </a:rPr>
              <a:t>chủ</a:t>
            </a:r>
            <a:r>
              <a:rPr lang="en-US" b="1" i="1" dirty="0">
                <a:solidFill>
                  <a:srgbClr val="C00000"/>
                </a:solidFill>
                <a:highlight>
                  <a:srgbClr val="FFFF00"/>
                </a:highlight>
                <a:latin typeface="Arial" panose="020B0604020202020204" pitchFamily="34" charset="0"/>
                <a:cs typeface="Arial" panose="020B0604020202020204" pitchFamily="34" charset="0"/>
              </a:rPr>
              <a:t> </a:t>
            </a:r>
            <a:r>
              <a:rPr lang="en-US" b="1" i="1" dirty="0" err="1">
                <a:solidFill>
                  <a:srgbClr val="C00000"/>
                </a:solidFill>
                <a:highlight>
                  <a:srgbClr val="FFFF00"/>
                </a:highlight>
                <a:latin typeface="Arial" panose="020B0604020202020204" pitchFamily="34" charset="0"/>
                <a:cs typeface="Arial" panose="020B0604020202020204" pitchFamily="34" charset="0"/>
              </a:rPr>
              <a:t>thể</a:t>
            </a:r>
            <a:r>
              <a:rPr lang="en-US" b="1" i="1" dirty="0">
                <a:solidFill>
                  <a:srgbClr val="C00000"/>
                </a:solidFill>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tức</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là</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được</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Nhà</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nước</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trao</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cho</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những</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quyền</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và</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nghĩa</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vụ</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nhất</a:t>
            </a:r>
            <a:r>
              <a:rPr lang="en-US" b="1" i="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định</a:t>
            </a:r>
            <a:r>
              <a:rPr lang="en-US" b="1" i="1"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p:graphicFrame>
        <p:nvGraphicFramePr>
          <p:cNvPr id="4" name="Diagram 3">
            <a:extLst>
              <a:ext uri="{FF2B5EF4-FFF2-40B4-BE49-F238E27FC236}">
                <a16:creationId xmlns:a16="http://schemas.microsoft.com/office/drawing/2014/main" id="{61D9062C-1C56-7F49-B2C5-00760231771B}"/>
              </a:ext>
            </a:extLst>
          </p:cNvPr>
          <p:cNvGraphicFramePr/>
          <p:nvPr>
            <p:extLst>
              <p:ext uri="{D42A27DB-BD31-4B8C-83A1-F6EECF244321}">
                <p14:modId xmlns:p14="http://schemas.microsoft.com/office/powerpoint/2010/main" val="883667946"/>
              </p:ext>
            </p:extLst>
          </p:nvPr>
        </p:nvGraphicFramePr>
        <p:xfrm>
          <a:off x="303213" y="2743200"/>
          <a:ext cx="11277600" cy="33944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91023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81AE301-5C2D-4C44-AD7B-5599E3CD5E7D}"/>
              </a:ext>
            </a:extLst>
          </p:cNvPr>
          <p:cNvGraphicFramePr>
            <a:graphicFrameLocks noGrp="1"/>
          </p:cNvGraphicFramePr>
          <p:nvPr>
            <p:ph idx="1"/>
            <p:extLst>
              <p:ext uri="{D42A27DB-BD31-4B8C-83A1-F6EECF244321}">
                <p14:modId xmlns:p14="http://schemas.microsoft.com/office/powerpoint/2010/main" val="2575381000"/>
              </p:ext>
            </p:extLst>
          </p:nvPr>
        </p:nvGraphicFramePr>
        <p:xfrm>
          <a:off x="912812" y="715962"/>
          <a:ext cx="10666412" cy="54260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088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B529E-518F-3444-A2D3-60C31672F314}"/>
              </a:ext>
            </a:extLst>
          </p:cNvPr>
          <p:cNvSpPr>
            <a:spLocks noGrp="1"/>
          </p:cNvSpPr>
          <p:nvPr>
            <p:ph type="title"/>
          </p:nvPr>
        </p:nvSpPr>
        <p:spPr>
          <a:xfrm>
            <a:off x="1066522" y="642594"/>
            <a:ext cx="10055781" cy="780460"/>
          </a:xfrm>
        </p:spPr>
        <p:txBody>
          <a:bodyPr>
            <a:normAutofit/>
          </a:bodyPr>
          <a:lstStyle/>
          <a:p>
            <a:r>
              <a:rPr lang="en-US" sz="2400" dirty="0">
                <a:latin typeface="Arial" panose="020B0604020202020204" pitchFamily="34" charset="0"/>
                <a:cs typeface="Arial" panose="020B0604020202020204" pitchFamily="34" charset="0"/>
              </a:rPr>
              <a:t>b. </a:t>
            </a:r>
            <a:r>
              <a:rPr lang="en-US" sz="2400" dirty="0" err="1">
                <a:latin typeface="Arial" panose="020B0604020202020204" pitchFamily="34" charset="0"/>
                <a:cs typeface="Arial" panose="020B0604020202020204" pitchFamily="34" charset="0"/>
              </a:rPr>
              <a:t>Nội</a:t>
            </a:r>
            <a:r>
              <a:rPr lang="en-US" sz="2400" dirty="0">
                <a:latin typeface="Arial" panose="020B0604020202020204" pitchFamily="34" charset="0"/>
                <a:cs typeface="Arial" panose="020B0604020202020204" pitchFamily="34" charset="0"/>
              </a:rPr>
              <a:t> dung QHPL</a:t>
            </a:r>
          </a:p>
        </p:txBody>
      </p:sp>
      <p:sp>
        <p:nvSpPr>
          <p:cNvPr id="3" name="Content Placeholder 2">
            <a:extLst>
              <a:ext uri="{FF2B5EF4-FFF2-40B4-BE49-F238E27FC236}">
                <a16:creationId xmlns:a16="http://schemas.microsoft.com/office/drawing/2014/main" id="{071555D1-45AD-ED4A-B97E-01CB52FF830A}"/>
              </a:ext>
            </a:extLst>
          </p:cNvPr>
          <p:cNvSpPr>
            <a:spLocks noGrp="1"/>
          </p:cNvSpPr>
          <p:nvPr>
            <p:ph idx="1"/>
          </p:nvPr>
        </p:nvSpPr>
        <p:spPr>
          <a:xfrm>
            <a:off x="1050642" y="1487208"/>
            <a:ext cx="10055781" cy="4615206"/>
          </a:xfrm>
        </p:spPr>
        <p:txBody>
          <a:bodyPr>
            <a:normAutofit lnSpcReduction="10000"/>
          </a:bodyPr>
          <a:lstStyle/>
          <a:p>
            <a:r>
              <a:rPr lang="en-US" sz="2000" dirty="0">
                <a:solidFill>
                  <a:srgbClr val="C00000"/>
                </a:solidFill>
                <a:latin typeface="Arial" panose="020B0604020202020204" pitchFamily="34" charset="0"/>
                <a:cs typeface="Arial" panose="020B0604020202020204" pitchFamily="34" charset="0"/>
              </a:rPr>
              <a:t>* </a:t>
            </a:r>
            <a:r>
              <a:rPr lang="en-US" sz="2000" dirty="0" err="1">
                <a:solidFill>
                  <a:srgbClr val="C00000"/>
                </a:solidFill>
                <a:latin typeface="Arial" panose="020B0604020202020204" pitchFamily="34" charset="0"/>
                <a:cs typeface="Arial" panose="020B0604020202020204" pitchFamily="34" charset="0"/>
              </a:rPr>
              <a:t>Quyền</a:t>
            </a:r>
            <a:r>
              <a:rPr lang="en-US" sz="2000" dirty="0">
                <a:solidFill>
                  <a:srgbClr val="C00000"/>
                </a:solidFill>
                <a:latin typeface="Arial" panose="020B0604020202020204" pitchFamily="34" charset="0"/>
                <a:cs typeface="Arial" panose="020B0604020202020204" pitchFamily="34" charset="0"/>
              </a:rPr>
              <a:t> </a:t>
            </a:r>
            <a:r>
              <a:rPr lang="en-US" sz="2000" dirty="0" err="1">
                <a:solidFill>
                  <a:srgbClr val="C00000"/>
                </a:solidFill>
                <a:latin typeface="Arial" panose="020B0604020202020204" pitchFamily="34" charset="0"/>
                <a:cs typeface="Arial" panose="020B0604020202020204" pitchFamily="34" charset="0"/>
              </a:rPr>
              <a:t>chủ</a:t>
            </a:r>
            <a:r>
              <a:rPr lang="en-US" sz="2000" dirty="0">
                <a:solidFill>
                  <a:srgbClr val="C00000"/>
                </a:solidFill>
                <a:latin typeface="Arial" panose="020B0604020202020204" pitchFamily="34" charset="0"/>
                <a:cs typeface="Arial" panose="020B0604020202020204" pitchFamily="34" charset="0"/>
              </a:rPr>
              <a:t> </a:t>
            </a:r>
            <a:r>
              <a:rPr lang="en-US" sz="2000" dirty="0" err="1">
                <a:solidFill>
                  <a:srgbClr val="C00000"/>
                </a:solidFill>
                <a:latin typeface="Arial" panose="020B0604020202020204" pitchFamily="34" charset="0"/>
                <a:cs typeface="Arial" panose="020B0604020202020204" pitchFamily="34" charset="0"/>
              </a:rPr>
              <a:t>thể</a:t>
            </a:r>
            <a:r>
              <a:rPr lang="en-US" sz="2000" dirty="0">
                <a:latin typeface="Arial" panose="020B0604020202020204" pitchFamily="34" charset="0"/>
                <a:cs typeface="Arial" panose="020B0604020202020204" pitchFamily="34" charset="0"/>
              </a:rPr>
              <a:t>:              </a:t>
            </a:r>
            <a:r>
              <a:rPr lang="en-US" sz="2000" dirty="0">
                <a:solidFill>
                  <a:srgbClr val="257E56"/>
                </a:solidFill>
                <a:latin typeface="Arial" panose="020B0604020202020204" pitchFamily="34" charset="0"/>
                <a:cs typeface="Arial" panose="020B0604020202020204" pitchFamily="34" charset="0"/>
              </a:rPr>
              <a:t> </a:t>
            </a:r>
            <a:r>
              <a:rPr lang="en-US" sz="2000" i="1" dirty="0" err="1">
                <a:solidFill>
                  <a:srgbClr val="257E56"/>
                </a:solidFill>
                <a:latin typeface="Arial" panose="020B0604020202020204" pitchFamily="34" charset="0"/>
                <a:cs typeface="Arial" panose="020B0604020202020204" pitchFamily="34" charset="0"/>
              </a:rPr>
              <a:t>Khả</a:t>
            </a:r>
            <a:r>
              <a:rPr lang="en-US" sz="2000" i="1" dirty="0">
                <a:solidFill>
                  <a:srgbClr val="257E56"/>
                </a:solidFill>
                <a:latin typeface="Arial" panose="020B0604020202020204" pitchFamily="34" charset="0"/>
                <a:cs typeface="Arial" panose="020B0604020202020204" pitchFamily="34" charset="0"/>
              </a:rPr>
              <a:t> </a:t>
            </a:r>
            <a:r>
              <a:rPr lang="en-US" sz="2000" i="1" dirty="0" err="1">
                <a:solidFill>
                  <a:srgbClr val="009051"/>
                </a:solidFill>
                <a:latin typeface="Arial" panose="020B0604020202020204" pitchFamily="34" charset="0"/>
                <a:cs typeface="Arial" panose="020B0604020202020204" pitchFamily="34" charset="0"/>
              </a:rPr>
              <a:t>năng</a:t>
            </a:r>
            <a:r>
              <a:rPr lang="en-US" sz="2000" i="1" dirty="0">
                <a:solidFill>
                  <a:srgbClr val="009051"/>
                </a:solidFill>
                <a:latin typeface="Arial" panose="020B0604020202020204" pitchFamily="34" charset="0"/>
                <a:cs typeface="Arial" panose="020B0604020202020204" pitchFamily="34" charset="0"/>
              </a:rPr>
              <a:t> </a:t>
            </a:r>
            <a:r>
              <a:rPr lang="en-US" sz="2000" i="1" dirty="0" err="1">
                <a:solidFill>
                  <a:srgbClr val="009051"/>
                </a:solidFill>
                <a:latin typeface="Arial" panose="020B0604020202020204" pitchFamily="34" charset="0"/>
                <a:cs typeface="Arial" panose="020B0604020202020204" pitchFamily="34" charset="0"/>
              </a:rPr>
              <a:t>xử</a:t>
            </a:r>
            <a:r>
              <a:rPr lang="en-US" sz="2000" i="1" dirty="0">
                <a:solidFill>
                  <a:srgbClr val="009051"/>
                </a:solidFill>
                <a:latin typeface="Arial" panose="020B0604020202020204" pitchFamily="34" charset="0"/>
                <a:cs typeface="Arial" panose="020B0604020202020204" pitchFamily="34" charset="0"/>
              </a:rPr>
              <a:t> </a:t>
            </a:r>
            <a:r>
              <a:rPr lang="en-US" sz="2000" i="1" dirty="0" err="1">
                <a:solidFill>
                  <a:srgbClr val="009051"/>
                </a:solidFill>
                <a:latin typeface="Arial" panose="020B0604020202020204" pitchFamily="34" charset="0"/>
                <a:cs typeface="Arial" panose="020B0604020202020204" pitchFamily="34" charset="0"/>
              </a:rPr>
              <a:t>sự</a:t>
            </a:r>
            <a:r>
              <a:rPr lang="en-US" sz="2000" i="1" dirty="0">
                <a:solidFill>
                  <a:srgbClr val="009051"/>
                </a:solidFill>
                <a:latin typeface="Arial" panose="020B0604020202020204" pitchFamily="34" charset="0"/>
                <a:cs typeface="Arial" panose="020B0604020202020204" pitchFamily="34" charset="0"/>
              </a:rPr>
              <a:t> </a:t>
            </a:r>
            <a:r>
              <a:rPr lang="en-US" sz="2000" i="1" dirty="0" err="1">
                <a:solidFill>
                  <a:srgbClr val="009051"/>
                </a:solidFill>
                <a:latin typeface="Arial" panose="020B0604020202020204" pitchFamily="34" charset="0"/>
                <a:cs typeface="Arial" panose="020B0604020202020204" pitchFamily="34" charset="0"/>
              </a:rPr>
              <a:t>theo</a:t>
            </a:r>
            <a:r>
              <a:rPr lang="en-US" sz="2000" i="1" dirty="0">
                <a:solidFill>
                  <a:srgbClr val="009051"/>
                </a:solidFill>
                <a:latin typeface="Arial" panose="020B0604020202020204" pitchFamily="34" charset="0"/>
                <a:cs typeface="Arial" panose="020B0604020202020204" pitchFamily="34" charset="0"/>
              </a:rPr>
              <a:t> </a:t>
            </a:r>
            <a:r>
              <a:rPr lang="en-US" sz="2000" i="1" dirty="0" err="1">
                <a:solidFill>
                  <a:srgbClr val="009051"/>
                </a:solidFill>
                <a:latin typeface="Arial" panose="020B0604020202020204" pitchFamily="34" charset="0"/>
                <a:cs typeface="Arial" panose="020B0604020202020204" pitchFamily="34" charset="0"/>
              </a:rPr>
              <a:t>những</a:t>
            </a:r>
            <a:r>
              <a:rPr lang="en-US" sz="2000" i="1" dirty="0">
                <a:solidFill>
                  <a:srgbClr val="009051"/>
                </a:solidFill>
                <a:latin typeface="Arial" panose="020B0604020202020204" pitchFamily="34" charset="0"/>
                <a:cs typeface="Arial" panose="020B0604020202020204" pitchFamily="34" charset="0"/>
              </a:rPr>
              <a:t> </a:t>
            </a:r>
            <a:r>
              <a:rPr lang="en-US" sz="2000" i="1" dirty="0" err="1">
                <a:solidFill>
                  <a:srgbClr val="009051"/>
                </a:solidFill>
                <a:latin typeface="Arial" panose="020B0604020202020204" pitchFamily="34" charset="0"/>
                <a:cs typeface="Arial" panose="020B0604020202020204" pitchFamily="34" charset="0"/>
              </a:rPr>
              <a:t>cách</a:t>
            </a:r>
            <a:r>
              <a:rPr lang="en-US" sz="2000" i="1" dirty="0">
                <a:solidFill>
                  <a:srgbClr val="009051"/>
                </a:solidFill>
                <a:latin typeface="Arial" panose="020B0604020202020204" pitchFamily="34" charset="0"/>
                <a:cs typeface="Arial" panose="020B0604020202020204" pitchFamily="34" charset="0"/>
              </a:rPr>
              <a:t> </a:t>
            </a:r>
            <a:r>
              <a:rPr lang="en-US" sz="2000" i="1" dirty="0" err="1">
                <a:solidFill>
                  <a:srgbClr val="009051"/>
                </a:solidFill>
                <a:latin typeface="Arial" panose="020B0604020202020204" pitchFamily="34" charset="0"/>
                <a:cs typeface="Arial" panose="020B0604020202020204" pitchFamily="34" charset="0"/>
              </a:rPr>
              <a:t>thức</a:t>
            </a:r>
            <a:r>
              <a:rPr lang="en-US" sz="2000" i="1" dirty="0">
                <a:solidFill>
                  <a:srgbClr val="009051"/>
                </a:solidFill>
                <a:latin typeface="Arial" panose="020B0604020202020204" pitchFamily="34" charset="0"/>
                <a:cs typeface="Arial" panose="020B0604020202020204" pitchFamily="34" charset="0"/>
              </a:rPr>
              <a:t> </a:t>
            </a:r>
            <a:r>
              <a:rPr lang="en-US" sz="2000" i="1" dirty="0" err="1">
                <a:solidFill>
                  <a:srgbClr val="009051"/>
                </a:solidFill>
                <a:latin typeface="Arial" panose="020B0604020202020204" pitchFamily="34" charset="0"/>
                <a:cs typeface="Arial" panose="020B0604020202020204" pitchFamily="34" charset="0"/>
              </a:rPr>
              <a:t>nhất</a:t>
            </a:r>
            <a:r>
              <a:rPr lang="en-US" sz="2000" i="1" dirty="0">
                <a:solidFill>
                  <a:srgbClr val="009051"/>
                </a:solidFill>
                <a:latin typeface="Arial" panose="020B0604020202020204" pitchFamily="34" charset="0"/>
                <a:cs typeface="Arial" panose="020B0604020202020204" pitchFamily="34" charset="0"/>
              </a:rPr>
              <a:t> </a:t>
            </a:r>
            <a:r>
              <a:rPr lang="en-US" sz="2000" i="1" dirty="0" err="1">
                <a:solidFill>
                  <a:srgbClr val="009051"/>
                </a:solidFill>
                <a:latin typeface="Arial" panose="020B0604020202020204" pitchFamily="34" charset="0"/>
                <a:cs typeface="Arial" panose="020B0604020202020204" pitchFamily="34" charset="0"/>
              </a:rPr>
              <a:t>định</a:t>
            </a:r>
            <a:r>
              <a:rPr lang="en-US" sz="2000" i="1" dirty="0">
                <a:solidFill>
                  <a:srgbClr val="009051"/>
                </a:solidFill>
                <a:latin typeface="Arial" panose="020B0604020202020204" pitchFamily="34" charset="0"/>
                <a:cs typeface="Arial" panose="020B0604020202020204" pitchFamily="34" charset="0"/>
              </a:rPr>
              <a:t> </a:t>
            </a:r>
            <a:r>
              <a:rPr lang="en-US" sz="2000" i="1" dirty="0" err="1">
                <a:solidFill>
                  <a:srgbClr val="009051"/>
                </a:solidFill>
                <a:latin typeface="Arial" panose="020B0604020202020204" pitchFamily="34" charset="0"/>
                <a:cs typeface="Arial" panose="020B0604020202020204" pitchFamily="34" charset="0"/>
              </a:rPr>
              <a:t>mà</a:t>
            </a:r>
            <a:r>
              <a:rPr lang="en-US" sz="2000" i="1" dirty="0">
                <a:solidFill>
                  <a:srgbClr val="009051"/>
                </a:solidFill>
                <a:latin typeface="Arial" panose="020B0604020202020204" pitchFamily="34" charset="0"/>
                <a:cs typeface="Arial" panose="020B0604020202020204" pitchFamily="34" charset="0"/>
              </a:rPr>
              <a:t> </a:t>
            </a:r>
            <a:r>
              <a:rPr lang="en-US" sz="2000" i="1" dirty="0" err="1">
                <a:solidFill>
                  <a:srgbClr val="009051"/>
                </a:solidFill>
                <a:latin typeface="Arial" panose="020B0604020202020204" pitchFamily="34" charset="0"/>
                <a:cs typeface="Arial" panose="020B0604020202020204" pitchFamily="34" charset="0"/>
              </a:rPr>
              <a:t>pháp</a:t>
            </a:r>
            <a:r>
              <a:rPr lang="en-US" sz="2000" i="1" dirty="0">
                <a:solidFill>
                  <a:srgbClr val="009051"/>
                </a:solidFill>
                <a:latin typeface="Arial" panose="020B0604020202020204" pitchFamily="34" charset="0"/>
                <a:cs typeface="Arial" panose="020B0604020202020204" pitchFamily="34" charset="0"/>
              </a:rPr>
              <a:t>.  </a:t>
            </a:r>
          </a:p>
          <a:p>
            <a:r>
              <a:rPr lang="en-US" sz="2000" i="1" dirty="0">
                <a:solidFill>
                  <a:srgbClr val="009051"/>
                </a:solidFill>
                <a:latin typeface="Arial" panose="020B0604020202020204" pitchFamily="34" charset="0"/>
                <a:cs typeface="Arial" panose="020B0604020202020204" pitchFamily="34" charset="0"/>
              </a:rPr>
              <a:t>                                          </a:t>
            </a:r>
            <a:r>
              <a:rPr lang="en-US" sz="2000" i="1" dirty="0" err="1">
                <a:solidFill>
                  <a:srgbClr val="009051"/>
                </a:solidFill>
                <a:latin typeface="Arial" panose="020B0604020202020204" pitchFamily="34" charset="0"/>
                <a:cs typeface="Arial" panose="020B0604020202020204" pitchFamily="34" charset="0"/>
              </a:rPr>
              <a:t>luật</a:t>
            </a:r>
            <a:r>
              <a:rPr lang="en-US" sz="2000" i="1" dirty="0">
                <a:solidFill>
                  <a:srgbClr val="009051"/>
                </a:solidFill>
                <a:latin typeface="Arial" panose="020B0604020202020204" pitchFamily="34" charset="0"/>
                <a:cs typeface="Arial" panose="020B0604020202020204" pitchFamily="34" charset="0"/>
              </a:rPr>
              <a:t> </a:t>
            </a:r>
            <a:r>
              <a:rPr lang="en-US" sz="2000" i="1" dirty="0" err="1">
                <a:solidFill>
                  <a:srgbClr val="009051"/>
                </a:solidFill>
                <a:latin typeface="Arial" panose="020B0604020202020204" pitchFamily="34" charset="0"/>
                <a:cs typeface="Arial" panose="020B0604020202020204" pitchFamily="34" charset="0"/>
              </a:rPr>
              <a:t>cho</a:t>
            </a:r>
            <a:r>
              <a:rPr lang="en-US" sz="2000" i="1" dirty="0">
                <a:solidFill>
                  <a:srgbClr val="009051"/>
                </a:solidFill>
                <a:latin typeface="Arial" panose="020B0604020202020204" pitchFamily="34" charset="0"/>
                <a:cs typeface="Arial" panose="020B0604020202020204" pitchFamily="34" charset="0"/>
              </a:rPr>
              <a:t> </a:t>
            </a:r>
            <a:r>
              <a:rPr lang="en-US" sz="2000" i="1" dirty="0" err="1">
                <a:solidFill>
                  <a:srgbClr val="009051"/>
                </a:solidFill>
                <a:latin typeface="Arial" panose="020B0604020202020204" pitchFamily="34" charset="0"/>
                <a:cs typeface="Arial" panose="020B0604020202020204" pitchFamily="34" charset="0"/>
              </a:rPr>
              <a:t>phép</a:t>
            </a:r>
            <a:r>
              <a:rPr lang="en-US" sz="2000" i="1" dirty="0">
                <a:solidFill>
                  <a:srgbClr val="009051"/>
                </a:solidFill>
                <a:latin typeface="Arial" panose="020B0604020202020204" pitchFamily="34" charset="0"/>
                <a:cs typeface="Arial" panose="020B0604020202020204" pitchFamily="34" charset="0"/>
              </a:rPr>
              <a:t>;</a:t>
            </a:r>
          </a:p>
          <a:p>
            <a:pPr lvl="1"/>
            <a:r>
              <a:rPr lang="en-US" sz="2000" dirty="0">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Khả</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năng</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yêu</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cầu</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các</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chủ</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thể</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khác</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chấm</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dứt</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hành</a:t>
            </a:r>
            <a:r>
              <a:rPr lang="en-US" sz="2000" i="1" dirty="0">
                <a:solidFill>
                  <a:srgbClr val="7030A0"/>
                </a:solidFill>
                <a:latin typeface="Arial" panose="020B0604020202020204" pitchFamily="34" charset="0"/>
                <a:cs typeface="Arial" panose="020B0604020202020204" pitchFamily="34" charset="0"/>
              </a:rPr>
              <a:t> vi </a:t>
            </a:r>
            <a:r>
              <a:rPr lang="en-US" sz="2000" i="1" dirty="0" err="1">
                <a:solidFill>
                  <a:srgbClr val="7030A0"/>
                </a:solidFill>
                <a:latin typeface="Arial" panose="020B0604020202020204" pitchFamily="34" charset="0"/>
                <a:cs typeface="Arial" panose="020B0604020202020204" pitchFamily="34" charset="0"/>
              </a:rPr>
              <a:t>xâm</a:t>
            </a:r>
            <a:r>
              <a:rPr lang="en-US" sz="2000" i="1" dirty="0">
                <a:solidFill>
                  <a:srgbClr val="7030A0"/>
                </a:solidFill>
                <a:latin typeface="Arial" panose="020B0604020202020204" pitchFamily="34" charset="0"/>
                <a:cs typeface="Arial" panose="020B0604020202020204" pitchFamily="34" charset="0"/>
              </a:rPr>
              <a:t> </a:t>
            </a:r>
          </a:p>
          <a:p>
            <a:pPr lvl="1"/>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phạm</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quyền</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và</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nghĩa</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vụ</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pháp</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lý</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của</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mình</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hoặc</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yêu</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cầu</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họ</a:t>
            </a:r>
            <a:r>
              <a:rPr lang="en-US" sz="2000" i="1" dirty="0">
                <a:solidFill>
                  <a:srgbClr val="7030A0"/>
                </a:solidFill>
                <a:latin typeface="Arial" panose="020B0604020202020204" pitchFamily="34" charset="0"/>
                <a:cs typeface="Arial" panose="020B0604020202020204" pitchFamily="34" charset="0"/>
              </a:rPr>
              <a:t> </a:t>
            </a:r>
          </a:p>
          <a:p>
            <a:pPr lvl="1"/>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thực</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hiện</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các</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nghĩa</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vụ</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phát</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sinh</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từ</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quan</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hệ</a:t>
            </a:r>
            <a:r>
              <a:rPr lang="en-US" sz="2000" i="1" dirty="0">
                <a:solidFill>
                  <a:srgbClr val="7030A0"/>
                </a:solidFill>
                <a:latin typeface="Arial" panose="020B0604020202020204" pitchFamily="34" charset="0"/>
                <a:cs typeface="Arial" panose="020B0604020202020204" pitchFamily="34" charset="0"/>
              </a:rPr>
              <a:t> </a:t>
            </a:r>
            <a:r>
              <a:rPr lang="en-US" sz="2000" i="1" dirty="0" err="1">
                <a:solidFill>
                  <a:srgbClr val="7030A0"/>
                </a:solidFill>
                <a:latin typeface="Arial" panose="020B0604020202020204" pitchFamily="34" charset="0"/>
                <a:cs typeface="Arial" panose="020B0604020202020204" pitchFamily="34" charset="0"/>
              </a:rPr>
              <a:t>này</a:t>
            </a:r>
            <a:r>
              <a:rPr lang="en-US" sz="2000" i="1" dirty="0">
                <a:solidFill>
                  <a:srgbClr val="7030A0"/>
                </a:solidFill>
                <a:latin typeface="Arial" panose="020B0604020202020204" pitchFamily="34" charset="0"/>
                <a:cs typeface="Arial" panose="020B0604020202020204" pitchFamily="34" charset="0"/>
              </a:rPr>
              <a:t>.</a:t>
            </a:r>
          </a:p>
          <a:p>
            <a:pPr lvl="1"/>
            <a:r>
              <a:rPr lang="en-US" sz="2000" dirty="0">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Khả</a:t>
            </a:r>
            <a:r>
              <a:rPr lang="en-US" sz="2000" i="1" dirty="0">
                <a:solidFill>
                  <a:schemeClr val="tx1">
                    <a:lumMod val="85000"/>
                    <a:lumOff val="15000"/>
                  </a:schemeClr>
                </a:solidFill>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năng</a:t>
            </a:r>
            <a:r>
              <a:rPr lang="en-US" sz="2000" i="1" dirty="0">
                <a:solidFill>
                  <a:schemeClr val="tx1">
                    <a:lumMod val="85000"/>
                    <a:lumOff val="15000"/>
                  </a:schemeClr>
                </a:solidFill>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của</a:t>
            </a:r>
            <a:r>
              <a:rPr lang="en-US" sz="2000" i="1" dirty="0">
                <a:solidFill>
                  <a:schemeClr val="tx1">
                    <a:lumMod val="85000"/>
                    <a:lumOff val="15000"/>
                  </a:schemeClr>
                </a:solidFill>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chủ</a:t>
            </a:r>
            <a:r>
              <a:rPr lang="en-US" sz="2000" i="1" dirty="0">
                <a:solidFill>
                  <a:schemeClr val="tx1">
                    <a:lumMod val="85000"/>
                    <a:lumOff val="15000"/>
                  </a:schemeClr>
                </a:solidFill>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thể</a:t>
            </a:r>
            <a:r>
              <a:rPr lang="en-US" sz="2000" i="1" dirty="0">
                <a:solidFill>
                  <a:schemeClr val="tx1">
                    <a:lumMod val="85000"/>
                    <a:lumOff val="15000"/>
                  </a:schemeClr>
                </a:solidFill>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yêu</a:t>
            </a:r>
            <a:r>
              <a:rPr lang="en-US" sz="2000" i="1" dirty="0">
                <a:solidFill>
                  <a:schemeClr val="tx1">
                    <a:lumMod val="85000"/>
                    <a:lumOff val="15000"/>
                  </a:schemeClr>
                </a:solidFill>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cầu</a:t>
            </a:r>
            <a:r>
              <a:rPr lang="en-US" sz="2000" i="1" dirty="0">
                <a:solidFill>
                  <a:schemeClr val="tx1">
                    <a:lumMod val="85000"/>
                    <a:lumOff val="15000"/>
                  </a:schemeClr>
                </a:solidFill>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các</a:t>
            </a:r>
            <a:r>
              <a:rPr lang="en-US" sz="2000" i="1" dirty="0">
                <a:solidFill>
                  <a:schemeClr val="tx1">
                    <a:lumMod val="85000"/>
                    <a:lumOff val="15000"/>
                  </a:schemeClr>
                </a:solidFill>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cơ</a:t>
            </a:r>
            <a:r>
              <a:rPr lang="en-US" sz="2000" i="1" dirty="0">
                <a:solidFill>
                  <a:schemeClr val="tx1">
                    <a:lumMod val="85000"/>
                    <a:lumOff val="15000"/>
                  </a:schemeClr>
                </a:solidFill>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quan</a:t>
            </a:r>
            <a:r>
              <a:rPr lang="en-US" sz="2000" i="1" dirty="0">
                <a:solidFill>
                  <a:schemeClr val="tx1">
                    <a:lumMod val="85000"/>
                    <a:lumOff val="15000"/>
                  </a:schemeClr>
                </a:solidFill>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Nhà</a:t>
            </a:r>
            <a:r>
              <a:rPr lang="en-US" sz="2000" i="1" dirty="0">
                <a:solidFill>
                  <a:schemeClr val="tx1">
                    <a:lumMod val="85000"/>
                    <a:lumOff val="15000"/>
                  </a:schemeClr>
                </a:solidFill>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nước</a:t>
            </a:r>
            <a:r>
              <a:rPr lang="en-US" sz="2000" i="1" dirty="0">
                <a:solidFill>
                  <a:schemeClr val="tx1">
                    <a:lumMod val="85000"/>
                    <a:lumOff val="15000"/>
                  </a:schemeClr>
                </a:solidFill>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có</a:t>
            </a:r>
            <a:r>
              <a:rPr lang="en-US" sz="2000" i="1" dirty="0">
                <a:solidFill>
                  <a:schemeClr val="tx1">
                    <a:lumMod val="85000"/>
                    <a:lumOff val="15000"/>
                  </a:schemeClr>
                </a:solidFill>
                <a:latin typeface="Arial" panose="020B0604020202020204" pitchFamily="34" charset="0"/>
                <a:cs typeface="Arial" panose="020B0604020202020204" pitchFamily="34" charset="0"/>
              </a:rPr>
              <a:t> </a:t>
            </a:r>
          </a:p>
          <a:p>
            <a:pPr lvl="1"/>
            <a:r>
              <a:rPr lang="en-US" sz="2000" i="1" dirty="0">
                <a:solidFill>
                  <a:schemeClr val="tx1">
                    <a:lumMod val="85000"/>
                    <a:lumOff val="15000"/>
                  </a:schemeClr>
                </a:solidFill>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thẩm</a:t>
            </a:r>
            <a:r>
              <a:rPr lang="en-US" sz="2000" i="1" dirty="0">
                <a:solidFill>
                  <a:schemeClr val="tx1">
                    <a:lumMod val="85000"/>
                    <a:lumOff val="15000"/>
                  </a:schemeClr>
                </a:solidFill>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quyền</a:t>
            </a:r>
            <a:r>
              <a:rPr lang="en-US" sz="2000" i="1" dirty="0">
                <a:solidFill>
                  <a:schemeClr val="tx1">
                    <a:lumMod val="85000"/>
                    <a:lumOff val="15000"/>
                  </a:schemeClr>
                </a:solidFill>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bảo</a:t>
            </a:r>
            <a:r>
              <a:rPr lang="en-US" sz="2000" i="1" dirty="0">
                <a:solidFill>
                  <a:schemeClr val="tx1">
                    <a:lumMod val="85000"/>
                    <a:lumOff val="15000"/>
                  </a:schemeClr>
                </a:solidFill>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vệ</a:t>
            </a:r>
            <a:r>
              <a:rPr lang="en-US" sz="2000" i="1" dirty="0">
                <a:solidFill>
                  <a:schemeClr val="tx1">
                    <a:lumMod val="85000"/>
                    <a:lumOff val="15000"/>
                  </a:schemeClr>
                </a:solidFill>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lợi</a:t>
            </a:r>
            <a:r>
              <a:rPr lang="en-US" sz="2000" i="1" dirty="0">
                <a:solidFill>
                  <a:schemeClr val="tx1">
                    <a:lumMod val="85000"/>
                    <a:lumOff val="15000"/>
                  </a:schemeClr>
                </a:solidFill>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ích</a:t>
            </a:r>
            <a:r>
              <a:rPr lang="en-US" sz="2000" i="1" dirty="0">
                <a:solidFill>
                  <a:schemeClr val="tx1">
                    <a:lumMod val="85000"/>
                    <a:lumOff val="15000"/>
                  </a:schemeClr>
                </a:solidFill>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của</a:t>
            </a:r>
            <a:r>
              <a:rPr lang="en-US" sz="2000" i="1" dirty="0">
                <a:solidFill>
                  <a:schemeClr val="tx1">
                    <a:lumMod val="85000"/>
                    <a:lumOff val="15000"/>
                  </a:schemeClr>
                </a:solidFill>
                <a:latin typeface="Arial" panose="020B0604020202020204" pitchFamily="34" charset="0"/>
                <a:cs typeface="Arial" panose="020B0604020202020204" pitchFamily="34" charset="0"/>
              </a:rPr>
              <a:t> </a:t>
            </a:r>
            <a:r>
              <a:rPr lang="en-US" sz="2000" i="1" dirty="0" err="1">
                <a:solidFill>
                  <a:schemeClr val="tx1">
                    <a:lumMod val="85000"/>
                    <a:lumOff val="15000"/>
                  </a:schemeClr>
                </a:solidFill>
                <a:latin typeface="Arial" panose="020B0604020202020204" pitchFamily="34" charset="0"/>
                <a:cs typeface="Arial" panose="020B0604020202020204" pitchFamily="34" charset="0"/>
              </a:rPr>
              <a:t>mình</a:t>
            </a:r>
            <a:r>
              <a:rPr lang="en-US" sz="2000" i="1" dirty="0">
                <a:solidFill>
                  <a:schemeClr val="tx1">
                    <a:lumMod val="85000"/>
                    <a:lumOff val="15000"/>
                  </a:schemeClr>
                </a:solidFill>
                <a:latin typeface="Arial" panose="020B0604020202020204" pitchFamily="34" charset="0"/>
                <a:cs typeface="Arial" panose="020B0604020202020204" pitchFamily="34" charset="0"/>
              </a:rPr>
              <a:t>. </a:t>
            </a:r>
          </a:p>
          <a:p>
            <a:pPr lvl="1"/>
            <a:endParaRPr lang="en-US" sz="2000" i="1" dirty="0">
              <a:solidFill>
                <a:schemeClr val="tx1">
                  <a:lumMod val="85000"/>
                  <a:lumOff val="15000"/>
                </a:schemeClr>
              </a:solidFill>
              <a:latin typeface="Arial" panose="020B0604020202020204" pitchFamily="34" charset="0"/>
              <a:cs typeface="Arial" panose="020B0604020202020204" pitchFamily="34" charset="0"/>
            </a:endParaRPr>
          </a:p>
          <a:p>
            <a:pPr lvl="1">
              <a:buFont typeface="Arial" panose="020B0604020202020204" pitchFamily="34" charset="0"/>
              <a:buChar char="•"/>
            </a:pPr>
            <a:r>
              <a:rPr lang="en-US" sz="2000" i="1" dirty="0" err="1">
                <a:solidFill>
                  <a:srgbClr val="C00000"/>
                </a:solidFill>
                <a:latin typeface="Arial" panose="020B0604020202020204" pitchFamily="34" charset="0"/>
                <a:cs typeface="Arial" panose="020B0604020202020204" pitchFamily="34" charset="0"/>
              </a:rPr>
              <a:t>Nghĩa</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vụ</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của</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chủ</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thể</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941651"/>
                </a:solidFill>
                <a:latin typeface="Arial" panose="020B0604020202020204" pitchFamily="34" charset="0"/>
                <a:cs typeface="Arial" panose="020B0604020202020204" pitchFamily="34" charset="0"/>
              </a:rPr>
              <a:t>Phải</a:t>
            </a:r>
            <a:r>
              <a:rPr lang="en-US" sz="2000" i="1" dirty="0">
                <a:solidFill>
                  <a:srgbClr val="941651"/>
                </a:solidFill>
                <a:latin typeface="Arial" panose="020B0604020202020204" pitchFamily="34" charset="0"/>
                <a:cs typeface="Arial" panose="020B0604020202020204" pitchFamily="34" charset="0"/>
              </a:rPr>
              <a:t> </a:t>
            </a:r>
            <a:r>
              <a:rPr lang="en-US" sz="2000" i="1" dirty="0" err="1">
                <a:solidFill>
                  <a:srgbClr val="941651"/>
                </a:solidFill>
                <a:latin typeface="Arial" panose="020B0604020202020204" pitchFamily="34" charset="0"/>
                <a:cs typeface="Arial" panose="020B0604020202020204" pitchFamily="34" charset="0"/>
              </a:rPr>
              <a:t>tiến</a:t>
            </a:r>
            <a:r>
              <a:rPr lang="en-US" sz="2000" i="1" dirty="0">
                <a:solidFill>
                  <a:srgbClr val="941651"/>
                </a:solidFill>
                <a:latin typeface="Arial" panose="020B0604020202020204" pitchFamily="34" charset="0"/>
                <a:cs typeface="Arial" panose="020B0604020202020204" pitchFamily="34" charset="0"/>
              </a:rPr>
              <a:t> </a:t>
            </a:r>
            <a:r>
              <a:rPr lang="en-US" sz="2000" i="1" dirty="0" err="1">
                <a:solidFill>
                  <a:srgbClr val="941651"/>
                </a:solidFill>
                <a:latin typeface="Arial" panose="020B0604020202020204" pitchFamily="34" charset="0"/>
                <a:cs typeface="Arial" panose="020B0604020202020204" pitchFamily="34" charset="0"/>
              </a:rPr>
              <a:t>hành</a:t>
            </a:r>
            <a:r>
              <a:rPr lang="en-US" sz="2000" i="1" dirty="0">
                <a:solidFill>
                  <a:srgbClr val="941651"/>
                </a:solidFill>
                <a:latin typeface="Arial" panose="020B0604020202020204" pitchFamily="34" charset="0"/>
                <a:cs typeface="Arial" panose="020B0604020202020204" pitchFamily="34" charset="0"/>
              </a:rPr>
              <a:t> </a:t>
            </a:r>
            <a:r>
              <a:rPr lang="en-US" sz="2000" i="1" dirty="0" err="1">
                <a:solidFill>
                  <a:srgbClr val="941651"/>
                </a:solidFill>
                <a:latin typeface="Arial" panose="020B0604020202020204" pitchFamily="34" charset="0"/>
                <a:cs typeface="Arial" panose="020B0604020202020204" pitchFamily="34" charset="0"/>
              </a:rPr>
              <a:t>một</a:t>
            </a:r>
            <a:r>
              <a:rPr lang="en-US" sz="2000" i="1" dirty="0">
                <a:solidFill>
                  <a:srgbClr val="941651"/>
                </a:solidFill>
                <a:latin typeface="Arial" panose="020B0604020202020204" pitchFamily="34" charset="0"/>
                <a:cs typeface="Arial" panose="020B0604020202020204" pitchFamily="34" charset="0"/>
              </a:rPr>
              <a:t> </a:t>
            </a:r>
            <a:r>
              <a:rPr lang="en-US" sz="2000" i="1" dirty="0" err="1">
                <a:solidFill>
                  <a:srgbClr val="941651"/>
                </a:solidFill>
                <a:latin typeface="Arial" panose="020B0604020202020204" pitchFamily="34" charset="0"/>
                <a:cs typeface="Arial" panose="020B0604020202020204" pitchFamily="34" charset="0"/>
              </a:rPr>
              <a:t>số</a:t>
            </a:r>
            <a:r>
              <a:rPr lang="en-US" sz="2000" i="1" dirty="0">
                <a:solidFill>
                  <a:srgbClr val="941651"/>
                </a:solidFill>
                <a:latin typeface="Arial" panose="020B0604020202020204" pitchFamily="34" charset="0"/>
                <a:cs typeface="Arial" panose="020B0604020202020204" pitchFamily="34" charset="0"/>
              </a:rPr>
              <a:t> </a:t>
            </a:r>
            <a:r>
              <a:rPr lang="en-US" sz="2000" i="1" dirty="0" err="1">
                <a:solidFill>
                  <a:srgbClr val="941651"/>
                </a:solidFill>
                <a:latin typeface="Arial" panose="020B0604020202020204" pitchFamily="34" charset="0"/>
                <a:cs typeface="Arial" panose="020B0604020202020204" pitchFamily="34" charset="0"/>
              </a:rPr>
              <a:t>hoạt</a:t>
            </a:r>
            <a:r>
              <a:rPr lang="en-US" sz="2000" i="1" dirty="0">
                <a:solidFill>
                  <a:srgbClr val="941651"/>
                </a:solidFill>
                <a:latin typeface="Arial" panose="020B0604020202020204" pitchFamily="34" charset="0"/>
                <a:cs typeface="Arial" panose="020B0604020202020204" pitchFamily="34" charset="0"/>
              </a:rPr>
              <a:t> </a:t>
            </a:r>
            <a:r>
              <a:rPr lang="en-US" sz="2000" i="1" dirty="0" err="1">
                <a:solidFill>
                  <a:srgbClr val="941651"/>
                </a:solidFill>
                <a:latin typeface="Arial" panose="020B0604020202020204" pitchFamily="34" charset="0"/>
                <a:cs typeface="Arial" panose="020B0604020202020204" pitchFamily="34" charset="0"/>
              </a:rPr>
              <a:t>động</a:t>
            </a:r>
            <a:r>
              <a:rPr lang="en-US" sz="2000" i="1" dirty="0">
                <a:solidFill>
                  <a:srgbClr val="941651"/>
                </a:solidFill>
                <a:latin typeface="Arial" panose="020B0604020202020204" pitchFamily="34" charset="0"/>
                <a:cs typeface="Arial" panose="020B0604020202020204" pitchFamily="34" charset="0"/>
              </a:rPr>
              <a:t> </a:t>
            </a:r>
            <a:r>
              <a:rPr lang="en-US" sz="2000" i="1" dirty="0" err="1">
                <a:solidFill>
                  <a:srgbClr val="941651"/>
                </a:solidFill>
                <a:latin typeface="Arial" panose="020B0604020202020204" pitchFamily="34" charset="0"/>
                <a:cs typeface="Arial" panose="020B0604020202020204" pitchFamily="34" charset="0"/>
              </a:rPr>
              <a:t>nhất</a:t>
            </a:r>
            <a:r>
              <a:rPr lang="en-US" sz="2000" i="1" dirty="0">
                <a:solidFill>
                  <a:srgbClr val="941651"/>
                </a:solidFill>
                <a:latin typeface="Arial" panose="020B0604020202020204" pitchFamily="34" charset="0"/>
                <a:cs typeface="Arial" panose="020B0604020202020204" pitchFamily="34" charset="0"/>
              </a:rPr>
              <a:t> </a:t>
            </a:r>
            <a:r>
              <a:rPr lang="en-US" sz="2000" i="1" dirty="0" err="1">
                <a:solidFill>
                  <a:srgbClr val="941651"/>
                </a:solidFill>
                <a:latin typeface="Arial" panose="020B0604020202020204" pitchFamily="34" charset="0"/>
                <a:cs typeface="Arial" panose="020B0604020202020204" pitchFamily="34" charset="0"/>
              </a:rPr>
              <a:t>định</a:t>
            </a:r>
            <a:endParaRPr lang="en-US" sz="2000" i="1" dirty="0">
              <a:solidFill>
                <a:srgbClr val="941651"/>
              </a:solidFill>
              <a:latin typeface="Arial" panose="020B0604020202020204" pitchFamily="34" charset="0"/>
              <a:cs typeface="Arial" panose="020B0604020202020204" pitchFamily="34" charset="0"/>
            </a:endParaRPr>
          </a:p>
          <a:p>
            <a:pPr marL="274238" lvl="1" indent="0">
              <a:buNone/>
            </a:pP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5E5E5E"/>
                </a:solidFill>
                <a:latin typeface="Arial" panose="020B0604020202020204" pitchFamily="34" charset="0"/>
                <a:cs typeface="Arial" panose="020B0604020202020204" pitchFamily="34" charset="0"/>
              </a:rPr>
              <a:t>Kiềm</a:t>
            </a:r>
            <a:r>
              <a:rPr lang="en-US" sz="2000" i="1" dirty="0">
                <a:solidFill>
                  <a:srgbClr val="5E5E5E"/>
                </a:solidFill>
                <a:latin typeface="Arial" panose="020B0604020202020204" pitchFamily="34" charset="0"/>
                <a:cs typeface="Arial" panose="020B0604020202020204" pitchFamily="34" charset="0"/>
              </a:rPr>
              <a:t> </a:t>
            </a:r>
            <a:r>
              <a:rPr lang="en-US" sz="2000" i="1" dirty="0" err="1">
                <a:solidFill>
                  <a:srgbClr val="5E5E5E"/>
                </a:solidFill>
                <a:latin typeface="Arial" panose="020B0604020202020204" pitchFamily="34" charset="0"/>
                <a:cs typeface="Arial" panose="020B0604020202020204" pitchFamily="34" charset="0"/>
              </a:rPr>
              <a:t>chế</a:t>
            </a:r>
            <a:r>
              <a:rPr lang="en-US" sz="2000" i="1" dirty="0">
                <a:solidFill>
                  <a:srgbClr val="5E5E5E"/>
                </a:solidFill>
                <a:latin typeface="Arial" panose="020B0604020202020204" pitchFamily="34" charset="0"/>
                <a:cs typeface="Arial" panose="020B0604020202020204" pitchFamily="34" charset="0"/>
              </a:rPr>
              <a:t> </a:t>
            </a:r>
            <a:r>
              <a:rPr lang="en-US" sz="2000" i="1" dirty="0" err="1">
                <a:solidFill>
                  <a:srgbClr val="5E5E5E"/>
                </a:solidFill>
                <a:latin typeface="Arial" panose="020B0604020202020204" pitchFamily="34" charset="0"/>
                <a:cs typeface="Arial" panose="020B0604020202020204" pitchFamily="34" charset="0"/>
              </a:rPr>
              <a:t>không</a:t>
            </a:r>
            <a:r>
              <a:rPr lang="en-US" sz="2000" i="1" dirty="0">
                <a:solidFill>
                  <a:srgbClr val="5E5E5E"/>
                </a:solidFill>
                <a:latin typeface="Arial" panose="020B0604020202020204" pitchFamily="34" charset="0"/>
                <a:cs typeface="Arial" panose="020B0604020202020204" pitchFamily="34" charset="0"/>
              </a:rPr>
              <a:t> </a:t>
            </a:r>
            <a:r>
              <a:rPr lang="en-US" sz="2000" i="1" dirty="0" err="1">
                <a:solidFill>
                  <a:srgbClr val="5E5E5E"/>
                </a:solidFill>
                <a:latin typeface="Arial" panose="020B0604020202020204" pitchFamily="34" charset="0"/>
                <a:cs typeface="Arial" panose="020B0604020202020204" pitchFamily="34" charset="0"/>
              </a:rPr>
              <a:t>tiến</a:t>
            </a:r>
            <a:r>
              <a:rPr lang="en-US" sz="2000" i="1" dirty="0">
                <a:solidFill>
                  <a:srgbClr val="5E5E5E"/>
                </a:solidFill>
                <a:latin typeface="Arial" panose="020B0604020202020204" pitchFamily="34" charset="0"/>
                <a:cs typeface="Arial" panose="020B0604020202020204" pitchFamily="34" charset="0"/>
              </a:rPr>
              <a:t> </a:t>
            </a:r>
            <a:r>
              <a:rPr lang="en-US" sz="2000" i="1" dirty="0" err="1">
                <a:solidFill>
                  <a:srgbClr val="5E5E5E"/>
                </a:solidFill>
                <a:latin typeface="Arial" panose="020B0604020202020204" pitchFamily="34" charset="0"/>
                <a:cs typeface="Arial" panose="020B0604020202020204" pitchFamily="34" charset="0"/>
              </a:rPr>
              <a:t>hành</a:t>
            </a:r>
            <a:r>
              <a:rPr lang="en-US" sz="2000" i="1" dirty="0">
                <a:solidFill>
                  <a:srgbClr val="5E5E5E"/>
                </a:solidFill>
                <a:latin typeface="Arial" panose="020B0604020202020204" pitchFamily="34" charset="0"/>
                <a:cs typeface="Arial" panose="020B0604020202020204" pitchFamily="34" charset="0"/>
              </a:rPr>
              <a:t> </a:t>
            </a:r>
            <a:r>
              <a:rPr lang="en-US" sz="2000" i="1" dirty="0" err="1">
                <a:solidFill>
                  <a:srgbClr val="5E5E5E"/>
                </a:solidFill>
                <a:latin typeface="Arial" panose="020B0604020202020204" pitchFamily="34" charset="0"/>
                <a:cs typeface="Arial" panose="020B0604020202020204" pitchFamily="34" charset="0"/>
              </a:rPr>
              <a:t>một</a:t>
            </a:r>
            <a:r>
              <a:rPr lang="en-US" sz="2000" i="1" dirty="0">
                <a:solidFill>
                  <a:srgbClr val="5E5E5E"/>
                </a:solidFill>
                <a:latin typeface="Arial" panose="020B0604020202020204" pitchFamily="34" charset="0"/>
                <a:cs typeface="Arial" panose="020B0604020202020204" pitchFamily="34" charset="0"/>
              </a:rPr>
              <a:t> </a:t>
            </a:r>
            <a:r>
              <a:rPr lang="en-US" sz="2000" i="1" dirty="0" err="1">
                <a:solidFill>
                  <a:srgbClr val="5E5E5E"/>
                </a:solidFill>
                <a:latin typeface="Arial" panose="020B0604020202020204" pitchFamily="34" charset="0"/>
                <a:cs typeface="Arial" panose="020B0604020202020204" pitchFamily="34" charset="0"/>
              </a:rPr>
              <a:t>số</a:t>
            </a:r>
            <a:r>
              <a:rPr lang="en-US" sz="2000" i="1" dirty="0">
                <a:solidFill>
                  <a:srgbClr val="5E5E5E"/>
                </a:solidFill>
                <a:latin typeface="Arial" panose="020B0604020202020204" pitchFamily="34" charset="0"/>
                <a:cs typeface="Arial" panose="020B0604020202020204" pitchFamily="34" charset="0"/>
              </a:rPr>
              <a:t> </a:t>
            </a:r>
            <a:r>
              <a:rPr lang="en-US" sz="2000" i="1" dirty="0" err="1">
                <a:solidFill>
                  <a:srgbClr val="5E5E5E"/>
                </a:solidFill>
                <a:latin typeface="Arial" panose="020B0604020202020204" pitchFamily="34" charset="0"/>
                <a:cs typeface="Arial" panose="020B0604020202020204" pitchFamily="34" charset="0"/>
              </a:rPr>
              <a:t>hoạt</a:t>
            </a:r>
            <a:r>
              <a:rPr lang="en-US" sz="2000" i="1" dirty="0">
                <a:solidFill>
                  <a:srgbClr val="5E5E5E"/>
                </a:solidFill>
                <a:latin typeface="Arial" panose="020B0604020202020204" pitchFamily="34" charset="0"/>
                <a:cs typeface="Arial" panose="020B0604020202020204" pitchFamily="34" charset="0"/>
              </a:rPr>
              <a:t> </a:t>
            </a:r>
            <a:r>
              <a:rPr lang="en-US" sz="2000" i="1" dirty="0" err="1">
                <a:solidFill>
                  <a:srgbClr val="5E5E5E"/>
                </a:solidFill>
                <a:latin typeface="Arial" panose="020B0604020202020204" pitchFamily="34" charset="0"/>
                <a:cs typeface="Arial" panose="020B0604020202020204" pitchFamily="34" charset="0"/>
              </a:rPr>
              <a:t>động</a:t>
            </a:r>
            <a:r>
              <a:rPr lang="en-US" sz="2000" i="1" dirty="0">
                <a:solidFill>
                  <a:srgbClr val="5E5E5E"/>
                </a:solidFill>
                <a:latin typeface="Arial" panose="020B0604020202020204" pitchFamily="34" charset="0"/>
                <a:cs typeface="Arial" panose="020B0604020202020204" pitchFamily="34" charset="0"/>
              </a:rPr>
              <a:t> </a:t>
            </a:r>
            <a:r>
              <a:rPr lang="en-US" sz="2000" i="1" dirty="0" err="1">
                <a:solidFill>
                  <a:srgbClr val="5E5E5E"/>
                </a:solidFill>
                <a:latin typeface="Arial" panose="020B0604020202020204" pitchFamily="34" charset="0"/>
                <a:cs typeface="Arial" panose="020B0604020202020204" pitchFamily="34" charset="0"/>
              </a:rPr>
              <a:t>nhất</a:t>
            </a:r>
            <a:r>
              <a:rPr lang="en-US" sz="2000" i="1" dirty="0">
                <a:solidFill>
                  <a:srgbClr val="5E5E5E"/>
                </a:solidFill>
                <a:latin typeface="Arial" panose="020B0604020202020204" pitchFamily="34" charset="0"/>
                <a:cs typeface="Arial" panose="020B0604020202020204" pitchFamily="34" charset="0"/>
              </a:rPr>
              <a:t> </a:t>
            </a:r>
            <a:r>
              <a:rPr lang="en-US" sz="2000" i="1" dirty="0" err="1">
                <a:solidFill>
                  <a:srgbClr val="5E5E5E"/>
                </a:solidFill>
                <a:latin typeface="Arial" panose="020B0604020202020204" pitchFamily="34" charset="0"/>
                <a:cs typeface="Arial" panose="020B0604020202020204" pitchFamily="34" charset="0"/>
              </a:rPr>
              <a:t>định</a:t>
            </a:r>
            <a:endParaRPr lang="en-US" sz="2000" i="1" dirty="0">
              <a:solidFill>
                <a:srgbClr val="5E5E5E"/>
              </a:solidFill>
              <a:latin typeface="Arial" panose="020B0604020202020204" pitchFamily="34" charset="0"/>
              <a:cs typeface="Arial" panose="020B0604020202020204" pitchFamily="34" charset="0"/>
            </a:endParaRPr>
          </a:p>
          <a:p>
            <a:pPr marL="274238" lvl="1" indent="0">
              <a:buNone/>
            </a:pPr>
            <a:r>
              <a:rPr lang="en-US" sz="2000" i="1" dirty="0">
                <a:solidFill>
                  <a:srgbClr val="C00000"/>
                </a:solidFill>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Chịu</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trách</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nhiệm</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pháp</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lý</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khi</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không</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xử</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sự</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đúng</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với</a:t>
            </a:r>
            <a:r>
              <a:rPr lang="en-US" sz="2000" i="1" dirty="0">
                <a:latin typeface="Arial" panose="020B0604020202020204" pitchFamily="34" charset="0"/>
                <a:cs typeface="Arial" panose="020B0604020202020204" pitchFamily="34" charset="0"/>
              </a:rPr>
              <a:t>  </a:t>
            </a:r>
          </a:p>
          <a:p>
            <a:pPr marL="274238" lvl="1" indent="0">
              <a:buNone/>
            </a:pP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những</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quy</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định</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của</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pháp</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luật</a:t>
            </a:r>
            <a:r>
              <a:rPr lang="en-US" sz="2000" i="1" dirty="0">
                <a:latin typeface="Arial" panose="020B0604020202020204" pitchFamily="34" charset="0"/>
                <a:cs typeface="Arial" panose="020B0604020202020204" pitchFamily="34" charset="0"/>
              </a:rPr>
              <a:t>.</a:t>
            </a:r>
          </a:p>
          <a:p>
            <a:pPr marL="274238" lvl="1" indent="0">
              <a:buNone/>
            </a:pPr>
            <a:r>
              <a:rPr lang="en-US" sz="2000" i="1" dirty="0">
                <a:solidFill>
                  <a:srgbClr val="C00000"/>
                </a:solidFill>
                <a:latin typeface="Arial" panose="020B0604020202020204" pitchFamily="34" charset="0"/>
                <a:cs typeface="Arial" panose="020B0604020202020204" pitchFamily="34" charset="0"/>
              </a:rPr>
              <a:t> </a:t>
            </a:r>
          </a:p>
        </p:txBody>
      </p:sp>
      <p:cxnSp>
        <p:nvCxnSpPr>
          <p:cNvPr id="5" name="Straight Arrow Connector 4">
            <a:extLst>
              <a:ext uri="{FF2B5EF4-FFF2-40B4-BE49-F238E27FC236}">
                <a16:creationId xmlns:a16="http://schemas.microsoft.com/office/drawing/2014/main" id="{B426D7D7-6C29-794C-8499-B909D05C488B}"/>
              </a:ext>
            </a:extLst>
          </p:cNvPr>
          <p:cNvCxnSpPr>
            <a:cxnSpLocks/>
          </p:cNvCxnSpPr>
          <p:nvPr/>
        </p:nvCxnSpPr>
        <p:spPr>
          <a:xfrm>
            <a:off x="3272629" y="1676400"/>
            <a:ext cx="914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A99CD2A-F24C-BC46-B3FC-5D1BF2D845E7}"/>
              </a:ext>
            </a:extLst>
          </p:cNvPr>
          <p:cNvCxnSpPr>
            <a:cxnSpLocks/>
          </p:cNvCxnSpPr>
          <p:nvPr/>
        </p:nvCxnSpPr>
        <p:spPr>
          <a:xfrm>
            <a:off x="3259928" y="1676399"/>
            <a:ext cx="917576" cy="7239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3948E9A-0432-E847-877C-B582D609CF48}"/>
              </a:ext>
            </a:extLst>
          </p:cNvPr>
          <p:cNvCxnSpPr>
            <a:cxnSpLocks/>
          </p:cNvCxnSpPr>
          <p:nvPr/>
        </p:nvCxnSpPr>
        <p:spPr>
          <a:xfrm>
            <a:off x="3259928" y="1676398"/>
            <a:ext cx="917576" cy="1752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6B5DD98-3E5A-7441-8674-6321CBAA4552}"/>
              </a:ext>
            </a:extLst>
          </p:cNvPr>
          <p:cNvCxnSpPr>
            <a:cxnSpLocks/>
          </p:cNvCxnSpPr>
          <p:nvPr/>
        </p:nvCxnSpPr>
        <p:spPr>
          <a:xfrm>
            <a:off x="4060820" y="4446308"/>
            <a:ext cx="585792" cy="8114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A392125-9CB7-5C48-B85D-91310DC4AEE5}"/>
              </a:ext>
            </a:extLst>
          </p:cNvPr>
          <p:cNvCxnSpPr>
            <a:cxnSpLocks/>
          </p:cNvCxnSpPr>
          <p:nvPr/>
        </p:nvCxnSpPr>
        <p:spPr>
          <a:xfrm>
            <a:off x="4060820" y="4446309"/>
            <a:ext cx="585792" cy="405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58FC2B2-0644-3541-A10E-1301C572BDBF}"/>
              </a:ext>
            </a:extLst>
          </p:cNvPr>
          <p:cNvCxnSpPr>
            <a:cxnSpLocks/>
          </p:cNvCxnSpPr>
          <p:nvPr/>
        </p:nvCxnSpPr>
        <p:spPr>
          <a:xfrm>
            <a:off x="4060820" y="4446309"/>
            <a:ext cx="5857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7754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01D5F-7B12-D349-B32E-1A8879D31B86}"/>
              </a:ext>
            </a:extLst>
          </p:cNvPr>
          <p:cNvSpPr>
            <a:spLocks noGrp="1"/>
          </p:cNvSpPr>
          <p:nvPr>
            <p:ph type="title"/>
          </p:nvPr>
        </p:nvSpPr>
        <p:spPr/>
        <p:txBody>
          <a:bodyPr>
            <a:normAutofit/>
          </a:bodyPr>
          <a:lstStyle/>
          <a:p>
            <a:r>
              <a:rPr lang="en-US" sz="2400" dirty="0">
                <a:latin typeface="Arial" panose="020B0604020202020204" pitchFamily="34" charset="0"/>
                <a:cs typeface="Arial" panose="020B0604020202020204" pitchFamily="34" charset="0"/>
              </a:rPr>
              <a:t>c. </a:t>
            </a:r>
            <a:r>
              <a:rPr lang="en-US" sz="2400" dirty="0" err="1">
                <a:latin typeface="Arial" panose="020B0604020202020204" pitchFamily="34" charset="0"/>
                <a:cs typeface="Arial" panose="020B0604020202020204" pitchFamily="34" charset="0"/>
              </a:rPr>
              <a:t>Khách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thể</a:t>
            </a:r>
            <a:r>
              <a:rPr lang="en-US" sz="2400" dirty="0">
                <a:latin typeface="Arial" panose="020B0604020202020204" pitchFamily="34" charset="0"/>
                <a:cs typeface="Arial" panose="020B0604020202020204" pitchFamily="34" charset="0"/>
              </a:rPr>
              <a:t> QHPL</a:t>
            </a:r>
          </a:p>
        </p:txBody>
      </p:sp>
      <p:sp>
        <p:nvSpPr>
          <p:cNvPr id="3" name="Content Placeholder 2">
            <a:extLst>
              <a:ext uri="{FF2B5EF4-FFF2-40B4-BE49-F238E27FC236}">
                <a16:creationId xmlns:a16="http://schemas.microsoft.com/office/drawing/2014/main" id="{BF327A2F-E87A-0649-BEA1-1459F753E70D}"/>
              </a:ext>
            </a:extLst>
          </p:cNvPr>
          <p:cNvSpPr>
            <a:spLocks noGrp="1"/>
          </p:cNvSpPr>
          <p:nvPr>
            <p:ph idx="1"/>
          </p:nvPr>
        </p:nvSpPr>
        <p:spPr/>
        <p:txBody>
          <a:bodyPr>
            <a:normAutofit/>
          </a:bodyPr>
          <a:lstStyle/>
          <a:p>
            <a:pPr>
              <a:lnSpc>
                <a:spcPct val="150000"/>
              </a:lnSpc>
            </a:pPr>
            <a:r>
              <a:rPr lang="en-US" sz="2000" i="1" dirty="0" err="1">
                <a:latin typeface="Arial" panose="020B0604020202020204" pitchFamily="34" charset="0"/>
                <a:cs typeface="Arial" panose="020B0604020202020204" pitchFamily="34" charset="0"/>
              </a:rPr>
              <a:t>Khi</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tham</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gia</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vào</a:t>
            </a:r>
            <a:r>
              <a:rPr lang="en-US" sz="2000" i="1" dirty="0">
                <a:latin typeface="Arial" panose="020B0604020202020204" pitchFamily="34" charset="0"/>
                <a:cs typeface="Arial" panose="020B0604020202020204" pitchFamily="34" charset="0"/>
              </a:rPr>
              <a:t> QHPL, </a:t>
            </a:r>
            <a:r>
              <a:rPr lang="en-US" sz="2000" i="1" dirty="0" err="1">
                <a:latin typeface="Arial" panose="020B0604020202020204" pitchFamily="34" charset="0"/>
                <a:cs typeface="Arial" panose="020B0604020202020204" pitchFamily="34" charset="0"/>
              </a:rPr>
              <a:t>chủ</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thể</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đều</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mong</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muốn</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thoả</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mãn</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nhu</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cầu</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nhất</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định</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Nhu</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cầu</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này</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rất</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đa</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dạng</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và</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phong</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phú</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nó</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là</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tất</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cả</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những</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gì</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các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bên</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chủ</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thể</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mong</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muốn</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đạt</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được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khi</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tham</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gia</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vào</a:t>
            </a:r>
            <a:r>
              <a:rPr lang="en-US" sz="2000" i="1" dirty="0">
                <a:latin typeface="Arial" panose="020B0604020202020204" pitchFamily="34" charset="0"/>
                <a:cs typeface="Arial" panose="020B0604020202020204" pitchFamily="34" charset="0"/>
              </a:rPr>
              <a:t> QHPL. Do </a:t>
            </a:r>
            <a:r>
              <a:rPr lang="en-US" sz="2000" i="1" dirty="0" err="1">
                <a:latin typeface="Arial" panose="020B0604020202020204" pitchFamily="34" charset="0"/>
                <a:cs typeface="Arial" panose="020B0604020202020204" pitchFamily="34" charset="0"/>
              </a:rPr>
              <a:t>vậy</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khách</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thể</a:t>
            </a:r>
            <a:r>
              <a:rPr lang="en-US" sz="2000" i="1" dirty="0">
                <a:latin typeface="Arial" panose="020B0604020202020204" pitchFamily="34" charset="0"/>
                <a:cs typeface="Arial" panose="020B0604020202020204" pitchFamily="34" charset="0"/>
              </a:rPr>
              <a:t> QHPL </a:t>
            </a:r>
            <a:r>
              <a:rPr lang="en-US" sz="2000" i="1" dirty="0" err="1">
                <a:latin typeface="Arial" panose="020B0604020202020204" pitchFamily="34" charset="0"/>
                <a:cs typeface="Arial" panose="020B0604020202020204" pitchFamily="34" charset="0"/>
              </a:rPr>
              <a:t>phản</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ánh</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lợi</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ích</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của</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chủ</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thể</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là</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động</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lực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thúc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đẩy</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sự</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phát</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sinh</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thay</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đổi</a:t>
            </a:r>
            <a:r>
              <a:rPr lang="en-US" sz="2000" i="1" dirty="0">
                <a:latin typeface="Arial" panose="020B0604020202020204" pitchFamily="34" charset="0"/>
                <a:cs typeface="Arial" panose="020B0604020202020204" pitchFamily="34" charset="0"/>
              </a:rPr>
              <a:t> hay </a:t>
            </a:r>
            <a:r>
              <a:rPr lang="en-US" sz="2000" i="1" dirty="0" err="1">
                <a:latin typeface="Arial" panose="020B0604020202020204" pitchFamily="34" charset="0"/>
                <a:cs typeface="Arial" panose="020B0604020202020204" pitchFamily="34" charset="0"/>
              </a:rPr>
              <a:t>chấm</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dứt</a:t>
            </a:r>
            <a:r>
              <a:rPr lang="en-US" sz="2000" i="1" dirty="0">
                <a:latin typeface="Arial" panose="020B0604020202020204" pitchFamily="34" charset="0"/>
                <a:cs typeface="Arial" panose="020B0604020202020204" pitchFamily="34" charset="0"/>
              </a:rPr>
              <a:t> QHPL.</a:t>
            </a:r>
          </a:p>
        </p:txBody>
      </p:sp>
    </p:spTree>
    <p:extLst>
      <p:ext uri="{BB962C8B-B14F-4D97-AF65-F5344CB8AC3E}">
        <p14:creationId xmlns:p14="http://schemas.microsoft.com/office/powerpoint/2010/main" val="1492545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F3990-8723-8945-9762-710AAF2C9B72}"/>
              </a:ext>
            </a:extLst>
          </p:cNvPr>
          <p:cNvSpPr>
            <a:spLocks noGrp="1"/>
          </p:cNvSpPr>
          <p:nvPr>
            <p:ph type="title"/>
          </p:nvPr>
        </p:nvSpPr>
        <p:spPr/>
        <p:txBody>
          <a:bodyPr>
            <a:normAutofit/>
          </a:bodyPr>
          <a:lstStyle/>
          <a:p>
            <a:r>
              <a:rPr lang="en-US" sz="2400" u="sng" dirty="0">
                <a:latin typeface="Arial" panose="020B0604020202020204" pitchFamily="34" charset="0"/>
                <a:cs typeface="Arial" panose="020B0604020202020204" pitchFamily="34" charset="0"/>
              </a:rPr>
              <a:t>3. </a:t>
            </a:r>
            <a:r>
              <a:rPr lang="en-US" sz="2400" u="sng" dirty="0" err="1">
                <a:latin typeface="Arial" panose="020B0604020202020204" pitchFamily="34" charset="0"/>
                <a:cs typeface="Arial" panose="020B0604020202020204" pitchFamily="34" charset="0"/>
              </a:rPr>
              <a:t>Sự</a:t>
            </a:r>
            <a:r>
              <a:rPr lang="en-US" sz="2400" u="sng" dirty="0">
                <a:latin typeface="Arial" panose="020B0604020202020204" pitchFamily="34" charset="0"/>
                <a:cs typeface="Arial" panose="020B0604020202020204" pitchFamily="34" charset="0"/>
              </a:rPr>
              <a:t> </a:t>
            </a:r>
            <a:r>
              <a:rPr lang="en-US" sz="2400" u="sng" dirty="0" err="1">
                <a:latin typeface="Arial" panose="020B0604020202020204" pitchFamily="34" charset="0"/>
                <a:cs typeface="Arial" panose="020B0604020202020204" pitchFamily="34" charset="0"/>
              </a:rPr>
              <a:t>kiện</a:t>
            </a:r>
            <a:r>
              <a:rPr lang="en-US" sz="2400" u="sng" dirty="0">
                <a:latin typeface="Arial" panose="020B0604020202020204" pitchFamily="34" charset="0"/>
                <a:cs typeface="Arial" panose="020B0604020202020204" pitchFamily="34" charset="0"/>
              </a:rPr>
              <a:t> </a:t>
            </a:r>
            <a:r>
              <a:rPr lang="en-US" sz="2400" u="sng" dirty="0" err="1">
                <a:latin typeface="Arial" panose="020B0604020202020204" pitchFamily="34" charset="0"/>
                <a:cs typeface="Arial" panose="020B0604020202020204" pitchFamily="34" charset="0"/>
              </a:rPr>
              <a:t>pháp</a:t>
            </a:r>
            <a:r>
              <a:rPr lang="en-US" sz="2400" u="sng" dirty="0">
                <a:latin typeface="Arial" panose="020B0604020202020204" pitchFamily="34" charset="0"/>
                <a:cs typeface="Arial" panose="020B0604020202020204" pitchFamily="34" charset="0"/>
              </a:rPr>
              <a:t> </a:t>
            </a:r>
            <a:r>
              <a:rPr lang="en-US" sz="2400" u="sng" dirty="0" err="1">
                <a:latin typeface="Arial" panose="020B0604020202020204" pitchFamily="34" charset="0"/>
                <a:cs typeface="Arial" panose="020B0604020202020204" pitchFamily="34" charset="0"/>
              </a:rPr>
              <a:t>lý</a:t>
            </a:r>
            <a:endParaRPr lang="en-US" sz="2400" u="sng"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91D88CE-B166-0C45-9557-E263458DBBF2}"/>
              </a:ext>
            </a:extLst>
          </p:cNvPr>
          <p:cNvSpPr>
            <a:spLocks noGrp="1"/>
          </p:cNvSpPr>
          <p:nvPr>
            <p:ph idx="1"/>
          </p:nvPr>
        </p:nvSpPr>
        <p:spPr>
          <a:xfrm>
            <a:off x="1064934" y="1828800"/>
            <a:ext cx="10055781" cy="3931920"/>
          </a:xfrm>
        </p:spPr>
        <p:txBody>
          <a:bodyPr>
            <a:normAutofit/>
          </a:bodyPr>
          <a:lstStyle/>
          <a:p>
            <a:r>
              <a:rPr lang="en-US" sz="2000" i="1" dirty="0">
                <a:latin typeface="Arial" panose="020B0604020202020204" pitchFamily="34" charset="0"/>
                <a:cs typeface="Arial" panose="020B0604020202020204" pitchFamily="34" charset="0"/>
              </a:rPr>
              <a:t>a. </a:t>
            </a:r>
            <a:r>
              <a:rPr lang="en-US" sz="2000" i="1" dirty="0" err="1">
                <a:latin typeface="Arial" panose="020B0604020202020204" pitchFamily="34" charset="0"/>
                <a:cs typeface="Arial" panose="020B0604020202020204" pitchFamily="34" charset="0"/>
              </a:rPr>
              <a:t>Khái</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niệm</a:t>
            </a:r>
            <a:endParaRPr lang="en-US" sz="2000" i="1" dirty="0">
              <a:latin typeface="Arial" panose="020B0604020202020204" pitchFamily="34" charset="0"/>
              <a:cs typeface="Arial" panose="020B0604020202020204" pitchFamily="34" charset="0"/>
            </a:endParaRPr>
          </a:p>
          <a:p>
            <a:pPr>
              <a:lnSpc>
                <a:spcPct val="150000"/>
              </a:lnSpc>
            </a:pPr>
            <a:endParaRPr lang="en-US" sz="2000" i="1" dirty="0">
              <a:solidFill>
                <a:srgbClr val="C00000"/>
              </a:solidFill>
              <a:latin typeface="Arial" panose="020B0604020202020204" pitchFamily="34" charset="0"/>
              <a:cs typeface="Arial" panose="020B0604020202020204" pitchFamily="34" charset="0"/>
            </a:endParaRPr>
          </a:p>
          <a:p>
            <a:pPr>
              <a:lnSpc>
                <a:spcPct val="150000"/>
              </a:lnSpc>
            </a:pPr>
            <a:r>
              <a:rPr lang="en-US" sz="2000" i="1" dirty="0">
                <a:solidFill>
                  <a:srgbClr val="C00000"/>
                </a:solidFill>
                <a:latin typeface="Arial" panose="020B0604020202020204" pitchFamily="34" charset="0"/>
                <a:cs typeface="Arial" panose="020B0604020202020204" pitchFamily="34" charset="0"/>
              </a:rPr>
              <a:t>“</a:t>
            </a:r>
            <a:r>
              <a:rPr lang="en-US" sz="2000" i="1" dirty="0" err="1">
                <a:solidFill>
                  <a:srgbClr val="C00000"/>
                </a:solidFill>
                <a:latin typeface="Arial" panose="020B0604020202020204" pitchFamily="34" charset="0"/>
                <a:cs typeface="Arial" panose="020B0604020202020204" pitchFamily="34" charset="0"/>
              </a:rPr>
              <a:t>Sự</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kiện</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pháp</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lý</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là</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những</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sự</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kiện</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xảy</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ra</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thực</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tế</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trong</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đời</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sống</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xã</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hội</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phù</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hợp</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với</a:t>
            </a:r>
            <a:r>
              <a:rPr lang="en-US" sz="2000" i="1" dirty="0">
                <a:solidFill>
                  <a:srgbClr val="C00000"/>
                </a:solidFill>
                <a:latin typeface="Arial" panose="020B0604020202020204" pitchFamily="34" charset="0"/>
                <a:cs typeface="Arial" panose="020B0604020202020204" pitchFamily="34" charset="0"/>
              </a:rPr>
              <a:t> QPPL, </a:t>
            </a:r>
            <a:r>
              <a:rPr lang="en-US" sz="2000" i="1" dirty="0" err="1">
                <a:solidFill>
                  <a:srgbClr val="C00000"/>
                </a:solidFill>
                <a:latin typeface="Arial" panose="020B0604020202020204" pitchFamily="34" charset="0"/>
                <a:cs typeface="Arial" panose="020B0604020202020204" pitchFamily="34" charset="0"/>
              </a:rPr>
              <a:t>sự</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mất</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đi</a:t>
            </a:r>
            <a:r>
              <a:rPr lang="en-US" sz="2000" i="1" dirty="0">
                <a:solidFill>
                  <a:srgbClr val="C00000"/>
                </a:solidFill>
                <a:latin typeface="Arial" panose="020B0604020202020204" pitchFamily="34" charset="0"/>
                <a:cs typeface="Arial" panose="020B0604020202020204" pitchFamily="34" charset="0"/>
              </a:rPr>
              <a:t> hay </a:t>
            </a:r>
            <a:r>
              <a:rPr lang="en-US" sz="2000" i="1" dirty="0" err="1">
                <a:solidFill>
                  <a:srgbClr val="C00000"/>
                </a:solidFill>
                <a:latin typeface="Arial" panose="020B0604020202020204" pitchFamily="34" charset="0"/>
                <a:cs typeface="Arial" panose="020B0604020202020204" pitchFamily="34" charset="0"/>
              </a:rPr>
              <a:t>xuất</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hiện</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của</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chúng</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làm</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hình</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thành</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thay</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đổi</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chấm</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dứt</a:t>
            </a:r>
            <a:r>
              <a:rPr lang="en-US" sz="2000" i="1" dirty="0">
                <a:solidFill>
                  <a:srgbClr val="C00000"/>
                </a:solidFill>
                <a:latin typeface="Arial" panose="020B0604020202020204" pitchFamily="34" charset="0"/>
                <a:cs typeface="Arial" panose="020B0604020202020204" pitchFamily="34" charset="0"/>
              </a:rPr>
              <a:t> QHPL.” </a:t>
            </a:r>
          </a:p>
        </p:txBody>
      </p:sp>
    </p:spTree>
    <p:extLst>
      <p:ext uri="{BB962C8B-B14F-4D97-AF65-F5344CB8AC3E}">
        <p14:creationId xmlns:p14="http://schemas.microsoft.com/office/powerpoint/2010/main" val="2863190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6312A-6861-9C4E-963F-84EDA9B936F9}"/>
              </a:ext>
            </a:extLst>
          </p:cNvPr>
          <p:cNvSpPr>
            <a:spLocks noGrp="1"/>
          </p:cNvSpPr>
          <p:nvPr>
            <p:ph type="title"/>
          </p:nvPr>
        </p:nvSpPr>
        <p:spPr>
          <a:xfrm>
            <a:off x="1066522" y="642594"/>
            <a:ext cx="10055781" cy="652806"/>
          </a:xfrm>
        </p:spPr>
        <p:txBody>
          <a:bodyPr>
            <a:normAutofit/>
          </a:bodyPr>
          <a:lstStyle/>
          <a:p>
            <a:r>
              <a:rPr lang="en-US" sz="2000" dirty="0">
                <a:latin typeface="Arial" panose="020B0604020202020204" pitchFamily="34" charset="0"/>
                <a:cs typeface="Arial" panose="020B0604020202020204" pitchFamily="34" charset="0"/>
              </a:rPr>
              <a:t>b. </a:t>
            </a:r>
            <a:r>
              <a:rPr lang="en-US" sz="2000" dirty="0" err="1">
                <a:latin typeface="Arial" panose="020B0604020202020204" pitchFamily="34" charset="0"/>
                <a:cs typeface="Arial" panose="020B0604020202020204" pitchFamily="34" charset="0"/>
              </a:rPr>
              <a:t>Phân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loại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kiện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lý</a:t>
            </a:r>
            <a:endParaRPr lang="en-US" sz="2000" dirty="0">
              <a:latin typeface="Arial" panose="020B0604020202020204" pitchFamily="34" charset="0"/>
              <a:cs typeface="Arial" panose="020B0604020202020204" pitchFamily="34" charset="0"/>
            </a:endParaRPr>
          </a:p>
        </p:txBody>
      </p:sp>
      <p:graphicFrame>
        <p:nvGraphicFramePr>
          <p:cNvPr id="4" name="Content Placeholder 3">
            <a:extLst>
              <a:ext uri="{FF2B5EF4-FFF2-40B4-BE49-F238E27FC236}">
                <a16:creationId xmlns:a16="http://schemas.microsoft.com/office/drawing/2014/main" id="{BBAB3285-A97C-6145-A08A-617ABFDB1284}"/>
              </a:ext>
            </a:extLst>
          </p:cNvPr>
          <p:cNvGraphicFramePr>
            <a:graphicFrameLocks noGrp="1"/>
          </p:cNvGraphicFramePr>
          <p:nvPr>
            <p:ph idx="1"/>
            <p:extLst>
              <p:ext uri="{D42A27DB-BD31-4B8C-83A1-F6EECF244321}">
                <p14:modId xmlns:p14="http://schemas.microsoft.com/office/powerpoint/2010/main" val="1223895775"/>
              </p:ext>
            </p:extLst>
          </p:nvPr>
        </p:nvGraphicFramePr>
        <p:xfrm>
          <a:off x="684212" y="1524000"/>
          <a:ext cx="9372600" cy="24406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3">
            <a:extLst>
              <a:ext uri="{FF2B5EF4-FFF2-40B4-BE49-F238E27FC236}">
                <a16:creationId xmlns:a16="http://schemas.microsoft.com/office/drawing/2014/main" id="{DF2291FE-D59C-C140-BA43-9320E926192E}"/>
              </a:ext>
            </a:extLst>
          </p:cNvPr>
          <p:cNvGraphicFramePr>
            <a:graphicFrameLocks/>
          </p:cNvGraphicFramePr>
          <p:nvPr>
            <p:extLst>
              <p:ext uri="{D42A27DB-BD31-4B8C-83A1-F6EECF244321}">
                <p14:modId xmlns:p14="http://schemas.microsoft.com/office/powerpoint/2010/main" val="2586958689"/>
              </p:ext>
            </p:extLst>
          </p:nvPr>
        </p:nvGraphicFramePr>
        <p:xfrm>
          <a:off x="531812" y="4495800"/>
          <a:ext cx="7770813" cy="13716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031224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3281E-F76B-9844-ABB4-A52FA04BD3D2}"/>
              </a:ext>
            </a:extLst>
          </p:cNvPr>
          <p:cNvSpPr>
            <a:spLocks noGrp="1"/>
          </p:cNvSpPr>
          <p:nvPr>
            <p:ph type="title"/>
          </p:nvPr>
        </p:nvSpPr>
        <p:spPr/>
        <p:txBody>
          <a:bodyPr>
            <a:normAutofit/>
          </a:bodyPr>
          <a:lstStyle/>
          <a:p>
            <a:r>
              <a:rPr lang="en-US" sz="2400" dirty="0">
                <a:solidFill>
                  <a:schemeClr val="tx1"/>
                </a:solidFill>
                <a:latin typeface="Arial" panose="020B0604020202020204" pitchFamily="34" charset="0"/>
                <a:cs typeface="Arial" panose="020B0604020202020204" pitchFamily="34" charset="0"/>
              </a:rPr>
              <a:t>V. </a:t>
            </a:r>
            <a:r>
              <a:rPr lang="en-US" sz="2400" dirty="0" err="1">
                <a:solidFill>
                  <a:schemeClr val="tx1"/>
                </a:solidFill>
                <a:latin typeface="Arial" panose="020B0604020202020204" pitchFamily="34" charset="0"/>
                <a:cs typeface="Arial" panose="020B0604020202020204" pitchFamily="34" charset="0"/>
              </a:rPr>
              <a:t>Thực</a:t>
            </a:r>
            <a:r>
              <a:rPr lang="en-US" sz="2400" dirty="0">
                <a:solidFill>
                  <a:schemeClr val="tx1"/>
                </a:solidFill>
                <a:latin typeface="Arial" panose="020B0604020202020204" pitchFamily="34" charset="0"/>
                <a:cs typeface="Arial" panose="020B0604020202020204" pitchFamily="34" charset="0"/>
              </a:rPr>
              <a:t> </a:t>
            </a:r>
            <a:r>
              <a:rPr lang="en-US" sz="2400" dirty="0" err="1">
                <a:solidFill>
                  <a:schemeClr val="tx1"/>
                </a:solidFill>
                <a:latin typeface="Arial" panose="020B0604020202020204" pitchFamily="34" charset="0"/>
                <a:cs typeface="Arial" panose="020B0604020202020204" pitchFamily="34" charset="0"/>
              </a:rPr>
              <a:t>hiện</a:t>
            </a:r>
            <a:r>
              <a:rPr lang="en-US" sz="2400" dirty="0">
                <a:solidFill>
                  <a:schemeClr val="tx1"/>
                </a:solidFill>
                <a:latin typeface="Arial" panose="020B0604020202020204" pitchFamily="34" charset="0"/>
                <a:cs typeface="Arial" panose="020B0604020202020204" pitchFamily="34" charset="0"/>
              </a:rPr>
              <a:t> </a:t>
            </a:r>
            <a:r>
              <a:rPr lang="en-US" sz="2400" dirty="0" err="1">
                <a:solidFill>
                  <a:schemeClr val="tx1"/>
                </a:solidFill>
                <a:latin typeface="Arial" panose="020B0604020202020204" pitchFamily="34" charset="0"/>
                <a:cs typeface="Arial" panose="020B0604020202020204" pitchFamily="34" charset="0"/>
              </a:rPr>
              <a:t>pháp</a:t>
            </a:r>
            <a:r>
              <a:rPr lang="en-US" sz="2400" dirty="0">
                <a:solidFill>
                  <a:schemeClr val="tx1"/>
                </a:solidFill>
                <a:latin typeface="Arial" panose="020B0604020202020204" pitchFamily="34" charset="0"/>
                <a:cs typeface="Arial" panose="020B0604020202020204" pitchFamily="34" charset="0"/>
              </a:rPr>
              <a:t> </a:t>
            </a:r>
            <a:r>
              <a:rPr lang="en-US" sz="2400" dirty="0" err="1">
                <a:solidFill>
                  <a:schemeClr val="tx1"/>
                </a:solidFill>
                <a:latin typeface="Arial" panose="020B0604020202020204" pitchFamily="34" charset="0"/>
                <a:cs typeface="Arial" panose="020B0604020202020204" pitchFamily="34" charset="0"/>
              </a:rPr>
              <a:t>luật</a:t>
            </a:r>
            <a:r>
              <a:rPr lang="en-US" sz="2400" dirty="0">
                <a:solidFill>
                  <a:schemeClr val="tx1"/>
                </a:solidFill>
                <a:latin typeface="Arial" panose="020B0604020202020204" pitchFamily="34" charset="0"/>
                <a:cs typeface="Arial" panose="020B0604020202020204" pitchFamily="34" charset="0"/>
              </a:rPr>
              <a:t>, </a:t>
            </a:r>
            <a:r>
              <a:rPr lang="en-US" sz="2400" dirty="0" err="1">
                <a:solidFill>
                  <a:schemeClr val="tx1"/>
                </a:solidFill>
                <a:latin typeface="Arial" panose="020B0604020202020204" pitchFamily="34" charset="0"/>
                <a:cs typeface="Arial" panose="020B0604020202020204" pitchFamily="34" charset="0"/>
              </a:rPr>
              <a:t>áp</a:t>
            </a:r>
            <a:r>
              <a:rPr lang="en-US" sz="2400" dirty="0">
                <a:solidFill>
                  <a:schemeClr val="tx1"/>
                </a:solidFill>
                <a:latin typeface="Arial" panose="020B0604020202020204" pitchFamily="34" charset="0"/>
                <a:cs typeface="Arial" panose="020B0604020202020204" pitchFamily="34" charset="0"/>
              </a:rPr>
              <a:t> </a:t>
            </a:r>
            <a:r>
              <a:rPr lang="en-US" sz="2400" dirty="0" err="1">
                <a:solidFill>
                  <a:schemeClr val="tx1"/>
                </a:solidFill>
                <a:latin typeface="Arial" panose="020B0604020202020204" pitchFamily="34" charset="0"/>
                <a:cs typeface="Arial" panose="020B0604020202020204" pitchFamily="34" charset="0"/>
              </a:rPr>
              <a:t>dụng</a:t>
            </a:r>
            <a:r>
              <a:rPr lang="en-US" sz="2400" dirty="0">
                <a:solidFill>
                  <a:schemeClr val="tx1"/>
                </a:solidFill>
                <a:latin typeface="Arial" panose="020B0604020202020204" pitchFamily="34" charset="0"/>
                <a:cs typeface="Arial" panose="020B0604020202020204" pitchFamily="34" charset="0"/>
              </a:rPr>
              <a:t> </a:t>
            </a:r>
            <a:r>
              <a:rPr lang="en-US" sz="2400" dirty="0" err="1">
                <a:solidFill>
                  <a:schemeClr val="tx1"/>
                </a:solidFill>
                <a:latin typeface="Arial" panose="020B0604020202020204" pitchFamily="34" charset="0"/>
                <a:cs typeface="Arial" panose="020B0604020202020204" pitchFamily="34" charset="0"/>
              </a:rPr>
              <a:t>pháp</a:t>
            </a:r>
            <a:r>
              <a:rPr lang="en-US" sz="2400" dirty="0">
                <a:solidFill>
                  <a:schemeClr val="tx1"/>
                </a:solidFill>
                <a:latin typeface="Arial" panose="020B0604020202020204" pitchFamily="34" charset="0"/>
                <a:cs typeface="Arial" panose="020B0604020202020204" pitchFamily="34" charset="0"/>
              </a:rPr>
              <a:t> </a:t>
            </a:r>
            <a:r>
              <a:rPr lang="en-US" sz="2400" dirty="0" err="1">
                <a:solidFill>
                  <a:schemeClr val="tx1"/>
                </a:solidFill>
                <a:latin typeface="Arial" panose="020B0604020202020204" pitchFamily="34" charset="0"/>
                <a:cs typeface="Arial" panose="020B0604020202020204" pitchFamily="34" charset="0"/>
              </a:rPr>
              <a:t>luật</a:t>
            </a:r>
            <a:endParaRPr lang="en-US" sz="2400"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AB64D8C-D78E-074C-8060-C16931E855A3}"/>
              </a:ext>
            </a:extLst>
          </p:cNvPr>
          <p:cNvSpPr>
            <a:spLocks noGrp="1"/>
          </p:cNvSpPr>
          <p:nvPr>
            <p:ph idx="1"/>
          </p:nvPr>
        </p:nvSpPr>
        <p:spPr>
          <a:xfrm>
            <a:off x="1066522" y="1752600"/>
            <a:ext cx="10055781" cy="3931920"/>
          </a:xfrm>
        </p:spPr>
        <p:txBody>
          <a:bodyPr/>
          <a:lstStyle/>
          <a:p>
            <a:r>
              <a:rPr lang="en-US" sz="2000" u="sng" dirty="0">
                <a:latin typeface="Arial" panose="020B0604020202020204" pitchFamily="34" charset="0"/>
                <a:cs typeface="Arial" panose="020B0604020202020204" pitchFamily="34" charset="0"/>
              </a:rPr>
              <a:t>1. </a:t>
            </a:r>
            <a:r>
              <a:rPr lang="en-US" sz="2000" u="sng" dirty="0" err="1">
                <a:latin typeface="Arial" panose="020B0604020202020204" pitchFamily="34" charset="0"/>
                <a:cs typeface="Arial" panose="020B0604020202020204" pitchFamily="34" charset="0"/>
              </a:rPr>
              <a:t>Thực</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hiện</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pháp</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luật</a:t>
            </a:r>
            <a:endParaRPr lang="en-US" sz="2000" u="sng" dirty="0">
              <a:latin typeface="Arial" panose="020B0604020202020204" pitchFamily="34" charset="0"/>
              <a:cs typeface="Arial" panose="020B0604020202020204" pitchFamily="34" charset="0"/>
            </a:endParaRPr>
          </a:p>
          <a:p>
            <a:r>
              <a:rPr lang="en-US" i="1" dirty="0">
                <a:latin typeface="Arial" panose="020B0604020202020204" pitchFamily="34" charset="0"/>
                <a:cs typeface="Arial" panose="020B0604020202020204" pitchFamily="34" charset="0"/>
              </a:rPr>
              <a:t>a. </a:t>
            </a:r>
            <a:r>
              <a:rPr lang="en-US" i="1" dirty="0" err="1">
                <a:latin typeface="Arial" panose="020B0604020202020204" pitchFamily="34" charset="0"/>
                <a:cs typeface="Arial" panose="020B0604020202020204" pitchFamily="34" charset="0"/>
              </a:rPr>
              <a:t>Khái</a:t>
            </a:r>
            <a:r>
              <a:rPr lang="en-US" i="1" dirty="0">
                <a:latin typeface="Arial" panose="020B0604020202020204" pitchFamily="34" charset="0"/>
                <a:cs typeface="Arial" panose="020B0604020202020204" pitchFamily="34" charset="0"/>
              </a:rPr>
              <a:t> </a:t>
            </a:r>
            <a:r>
              <a:rPr lang="en-US" i="1" dirty="0" err="1">
                <a:latin typeface="Arial" panose="020B0604020202020204" pitchFamily="34" charset="0"/>
                <a:cs typeface="Arial" panose="020B0604020202020204" pitchFamily="34" charset="0"/>
              </a:rPr>
              <a:t>niệm</a:t>
            </a:r>
            <a:endParaRPr lang="en-US" i="1" dirty="0">
              <a:latin typeface="Arial" panose="020B0604020202020204" pitchFamily="34" charset="0"/>
              <a:cs typeface="Arial" panose="020B0604020202020204" pitchFamily="34" charset="0"/>
            </a:endParaRPr>
          </a:p>
          <a:p>
            <a:endParaRPr lang="en-US" sz="2000" i="1" u="sng" dirty="0">
              <a:solidFill>
                <a:srgbClr val="C00000"/>
              </a:solidFill>
              <a:latin typeface="Arial" panose="020B0604020202020204" pitchFamily="34" charset="0"/>
              <a:cs typeface="Arial" panose="020B0604020202020204" pitchFamily="34" charset="0"/>
            </a:endParaRPr>
          </a:p>
          <a:p>
            <a:pPr>
              <a:lnSpc>
                <a:spcPct val="150000"/>
              </a:lnSpc>
            </a:pPr>
            <a:r>
              <a:rPr lang="en-US" sz="2000" i="1" u="sng" dirty="0">
                <a:solidFill>
                  <a:srgbClr val="C00000"/>
                </a:solidFill>
                <a:latin typeface="Arial" panose="020B0604020202020204" pitchFamily="34" charset="0"/>
                <a:cs typeface="Arial" panose="020B0604020202020204" pitchFamily="34" charset="0"/>
              </a:rPr>
              <a:t>“</a:t>
            </a:r>
            <a:r>
              <a:rPr lang="en-US" sz="2000" i="1" u="sng" dirty="0" err="1">
                <a:solidFill>
                  <a:srgbClr val="C00000"/>
                </a:solidFill>
                <a:latin typeface="Arial" panose="020B0604020202020204" pitchFamily="34" charset="0"/>
                <a:cs typeface="Arial" panose="020B0604020202020204" pitchFamily="34" charset="0"/>
              </a:rPr>
              <a:t>Thực</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hiện</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pháp</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luật</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là</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quá</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trình</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hoạt</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động</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có</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mục</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đích</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làm</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cho</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những</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quy</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định</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của</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pháp</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luật</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đi</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vào</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cuộc</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sống</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là</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cơ</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sở</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pháp</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lý</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cho</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hoạt</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động</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thực</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tế</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của</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các</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chủ</a:t>
            </a:r>
            <a:r>
              <a:rPr lang="en-US" sz="2000" i="1" u="sng" dirty="0">
                <a:solidFill>
                  <a:srgbClr val="C00000"/>
                </a:solidFill>
                <a:latin typeface="Arial" panose="020B0604020202020204" pitchFamily="34" charset="0"/>
                <a:cs typeface="Arial" panose="020B0604020202020204" pitchFamily="34" charset="0"/>
              </a:rPr>
              <a:t> </a:t>
            </a:r>
            <a:r>
              <a:rPr lang="en-US" sz="2000" i="1" u="sng" dirty="0" err="1">
                <a:solidFill>
                  <a:srgbClr val="C00000"/>
                </a:solidFill>
                <a:latin typeface="Arial" panose="020B0604020202020204" pitchFamily="34" charset="0"/>
                <a:cs typeface="Arial" panose="020B0604020202020204" pitchFamily="34" charset="0"/>
              </a:rPr>
              <a:t>thể</a:t>
            </a:r>
            <a:r>
              <a:rPr lang="en-US" sz="2000" i="1" u="sng" dirty="0">
                <a:solidFill>
                  <a:srgbClr val="C0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147196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966D3214-76C8-2A4F-A2D5-C1855185C880}"/>
              </a:ext>
            </a:extLst>
          </p:cNvPr>
          <p:cNvGraphicFramePr>
            <a:graphicFrameLocks noGrp="1"/>
          </p:cNvGraphicFramePr>
          <p:nvPr>
            <p:ph idx="1"/>
            <p:extLst>
              <p:ext uri="{D42A27DB-BD31-4B8C-83A1-F6EECF244321}">
                <p14:modId xmlns:p14="http://schemas.microsoft.com/office/powerpoint/2010/main" val="2624994467"/>
              </p:ext>
            </p:extLst>
          </p:nvPr>
        </p:nvGraphicFramePr>
        <p:xfrm>
          <a:off x="1066800" y="838200"/>
          <a:ext cx="10055225" cy="5197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54874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02F63-F96A-FC49-A773-E11077CCAD98}"/>
              </a:ext>
            </a:extLst>
          </p:cNvPr>
          <p:cNvSpPr>
            <a:spLocks noGrp="1"/>
          </p:cNvSpPr>
          <p:nvPr>
            <p:ph type="title"/>
          </p:nvPr>
        </p:nvSpPr>
        <p:spPr>
          <a:xfrm>
            <a:off x="1066522" y="642594"/>
            <a:ext cx="10055781" cy="957606"/>
          </a:xfrm>
        </p:spPr>
        <p:txBody>
          <a:bodyPr>
            <a:normAutofit/>
          </a:bodyPr>
          <a:lstStyle/>
          <a:p>
            <a:r>
              <a:rPr lang="en-US" sz="2400" u="sng" dirty="0">
                <a:latin typeface="Arial" panose="020B0604020202020204" pitchFamily="34" charset="0"/>
                <a:cs typeface="Arial" panose="020B0604020202020204" pitchFamily="34" charset="0"/>
              </a:rPr>
              <a:t>2. </a:t>
            </a:r>
            <a:r>
              <a:rPr lang="en-US" sz="2400" u="sng" dirty="0" err="1">
                <a:latin typeface="Arial" panose="020B0604020202020204" pitchFamily="34" charset="0"/>
                <a:cs typeface="Arial" panose="020B0604020202020204" pitchFamily="34" charset="0"/>
              </a:rPr>
              <a:t>Áp</a:t>
            </a:r>
            <a:r>
              <a:rPr lang="en-US" sz="2400" u="sng" dirty="0">
                <a:latin typeface="Arial" panose="020B0604020202020204" pitchFamily="34" charset="0"/>
                <a:cs typeface="Arial" panose="020B0604020202020204" pitchFamily="34" charset="0"/>
              </a:rPr>
              <a:t> </a:t>
            </a:r>
            <a:r>
              <a:rPr lang="en-US" sz="2400" u="sng" dirty="0" err="1">
                <a:latin typeface="Arial" panose="020B0604020202020204" pitchFamily="34" charset="0"/>
                <a:cs typeface="Arial" panose="020B0604020202020204" pitchFamily="34" charset="0"/>
              </a:rPr>
              <a:t>dụng</a:t>
            </a:r>
            <a:r>
              <a:rPr lang="en-US" sz="2400" u="sng" dirty="0">
                <a:latin typeface="Arial" panose="020B0604020202020204" pitchFamily="34" charset="0"/>
                <a:cs typeface="Arial" panose="020B0604020202020204" pitchFamily="34" charset="0"/>
              </a:rPr>
              <a:t> </a:t>
            </a:r>
            <a:r>
              <a:rPr lang="en-US" sz="2400" u="sng" dirty="0" err="1">
                <a:latin typeface="Arial" panose="020B0604020202020204" pitchFamily="34" charset="0"/>
                <a:cs typeface="Arial" panose="020B0604020202020204" pitchFamily="34" charset="0"/>
              </a:rPr>
              <a:t>pháp</a:t>
            </a:r>
            <a:r>
              <a:rPr lang="en-US" sz="2400" u="sng" dirty="0">
                <a:latin typeface="Arial" panose="020B0604020202020204" pitchFamily="34" charset="0"/>
                <a:cs typeface="Arial" panose="020B0604020202020204" pitchFamily="34" charset="0"/>
              </a:rPr>
              <a:t> </a:t>
            </a:r>
            <a:r>
              <a:rPr lang="en-US" sz="2400" u="sng" dirty="0" err="1">
                <a:latin typeface="Arial" panose="020B0604020202020204" pitchFamily="34" charset="0"/>
                <a:cs typeface="Arial" panose="020B0604020202020204" pitchFamily="34" charset="0"/>
              </a:rPr>
              <a:t>luật</a:t>
            </a:r>
            <a:endParaRPr lang="en-US" sz="2400" u="sng"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1A8B032A-1917-DE49-BBB6-7CAE90D8CA8E}"/>
              </a:ext>
            </a:extLst>
          </p:cNvPr>
          <p:cNvSpPr>
            <a:spLocks noGrp="1"/>
          </p:cNvSpPr>
          <p:nvPr>
            <p:ph idx="1"/>
          </p:nvPr>
        </p:nvSpPr>
        <p:spPr>
          <a:xfrm>
            <a:off x="1066522" y="2538212"/>
            <a:ext cx="10055781" cy="1752600"/>
          </a:xfrm>
        </p:spPr>
        <p:txBody>
          <a:bodyPr/>
          <a:lstStyle/>
          <a:p>
            <a:pPr>
              <a:lnSpc>
                <a:spcPct val="150000"/>
              </a:lnSpc>
              <a:spcBef>
                <a:spcPts val="0"/>
              </a:spcBef>
            </a:pPr>
            <a:r>
              <a:rPr lang="en-US" i="1" dirty="0">
                <a:solidFill>
                  <a:srgbClr val="C00000"/>
                </a:solidFill>
                <a:latin typeface="Arial" panose="020B0604020202020204" pitchFamily="34" charset="0"/>
                <a:cs typeface="Arial" panose="020B0604020202020204" pitchFamily="34" charset="0"/>
              </a:rPr>
              <a:t>“ ADPL </a:t>
            </a:r>
            <a:r>
              <a:rPr lang="en-US" i="1" dirty="0" err="1">
                <a:solidFill>
                  <a:srgbClr val="C00000"/>
                </a:solidFill>
                <a:latin typeface="Arial" panose="020B0604020202020204" pitchFamily="34" charset="0"/>
                <a:cs typeface="Arial" panose="020B0604020202020204" pitchFamily="34" charset="0"/>
              </a:rPr>
              <a:t>là</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một</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hình</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thức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thực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hiện</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pháp</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luật</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trong</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đó</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nhà</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nước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thông</a:t>
            </a:r>
            <a:r>
              <a:rPr lang="en-US" i="1" dirty="0">
                <a:solidFill>
                  <a:srgbClr val="C00000"/>
                </a:solidFill>
                <a:latin typeface="Arial" panose="020B0604020202020204" pitchFamily="34" charset="0"/>
                <a:cs typeface="Arial" panose="020B0604020202020204" pitchFamily="34" charset="0"/>
              </a:rPr>
              <a:t> qua </a:t>
            </a:r>
            <a:r>
              <a:rPr lang="en-US" i="1" dirty="0" err="1">
                <a:solidFill>
                  <a:srgbClr val="C00000"/>
                </a:solidFill>
                <a:latin typeface="Arial" panose="020B0604020202020204" pitchFamily="34" charset="0"/>
                <a:cs typeface="Arial" panose="020B0604020202020204" pitchFamily="34" charset="0"/>
              </a:rPr>
              <a:t>các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cơ</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quan</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có</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thẩm</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quyền</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hoặc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các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nhà</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chức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trách</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để</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tổ</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chức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cho</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các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chủ</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thể</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thực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hiện</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pháp</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luật</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hoặc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tự</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mình</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căn</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cứ</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quy</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định</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của</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pháp</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luật</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để</a:t>
            </a:r>
            <a:r>
              <a:rPr lang="en-US" i="1" dirty="0">
                <a:solidFill>
                  <a:srgbClr val="C00000"/>
                </a:solidFill>
                <a:latin typeface="Arial" panose="020B0604020202020204" pitchFamily="34" charset="0"/>
                <a:cs typeface="Arial" panose="020B0604020202020204" pitchFamily="34" charset="0"/>
              </a:rPr>
              <a:t> ban </a:t>
            </a:r>
            <a:r>
              <a:rPr lang="en-US" i="1" dirty="0" err="1">
                <a:solidFill>
                  <a:srgbClr val="C00000"/>
                </a:solidFill>
                <a:latin typeface="Arial" panose="020B0604020202020204" pitchFamily="34" charset="0"/>
                <a:cs typeface="Arial" panose="020B0604020202020204" pitchFamily="34" charset="0"/>
              </a:rPr>
              <a:t>hành</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ra</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các</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quyết</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định</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làm</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phát</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sinh</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thay</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đổi</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chấm</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dứt</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quan</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hệ</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pháp</a:t>
            </a:r>
            <a:r>
              <a:rPr lang="en-US" i="1" dirty="0">
                <a:solidFill>
                  <a:srgbClr val="C00000"/>
                </a:solidFill>
                <a:latin typeface="Arial" panose="020B0604020202020204" pitchFamily="34" charset="0"/>
                <a:cs typeface="Arial" panose="020B0604020202020204" pitchFamily="34" charset="0"/>
              </a:rPr>
              <a:t> </a:t>
            </a:r>
            <a:r>
              <a:rPr lang="en-US" i="1" dirty="0" err="1">
                <a:solidFill>
                  <a:srgbClr val="C00000"/>
                </a:solidFill>
                <a:latin typeface="Arial" panose="020B0604020202020204" pitchFamily="34" charset="0"/>
                <a:cs typeface="Arial" panose="020B0604020202020204" pitchFamily="34" charset="0"/>
              </a:rPr>
              <a:t>luật</a:t>
            </a:r>
            <a:r>
              <a:rPr lang="en-US" i="1" dirty="0">
                <a:solidFill>
                  <a:srgbClr val="C00000"/>
                </a:solidFill>
                <a:latin typeface="Arial" panose="020B0604020202020204" pitchFamily="34" charset="0"/>
                <a:cs typeface="Arial" panose="020B0604020202020204" pitchFamily="34" charset="0"/>
              </a:rPr>
              <a:t>.”</a:t>
            </a:r>
          </a:p>
        </p:txBody>
      </p:sp>
      <p:sp>
        <p:nvSpPr>
          <p:cNvPr id="4" name="TextBox 3">
            <a:extLst>
              <a:ext uri="{FF2B5EF4-FFF2-40B4-BE49-F238E27FC236}">
                <a16:creationId xmlns:a16="http://schemas.microsoft.com/office/drawing/2014/main" id="{07A90E82-5F5A-8A4C-B1F8-5C64638371EF}"/>
              </a:ext>
            </a:extLst>
          </p:cNvPr>
          <p:cNvSpPr txBox="1"/>
          <p:nvPr/>
        </p:nvSpPr>
        <p:spPr>
          <a:xfrm>
            <a:off x="1217612" y="1415534"/>
            <a:ext cx="1467068" cy="369332"/>
          </a:xfrm>
          <a:prstGeom prst="rect">
            <a:avLst/>
          </a:prstGeom>
          <a:noFill/>
        </p:spPr>
        <p:txBody>
          <a:bodyPr wrap="none" rtlCol="0">
            <a:spAutoFit/>
          </a:bodyPr>
          <a:lstStyle/>
          <a:p>
            <a:r>
              <a:rPr lang="en-US" sz="1800" dirty="0">
                <a:latin typeface="Arial" panose="020B0604020202020204" pitchFamily="34" charset="0"/>
                <a:cs typeface="Arial" panose="020B0604020202020204" pitchFamily="34" charset="0"/>
              </a:rPr>
              <a:t>a. </a:t>
            </a:r>
            <a:r>
              <a:rPr lang="en-US" sz="1800" dirty="0" err="1">
                <a:latin typeface="Arial" panose="020B0604020202020204" pitchFamily="34" charset="0"/>
                <a:cs typeface="Arial" panose="020B0604020202020204" pitchFamily="34" charset="0"/>
              </a:rPr>
              <a:t>Khái</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niệm</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31120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6377A-D75E-354C-8AA8-1E942472F8A8}"/>
              </a:ext>
            </a:extLst>
          </p:cNvPr>
          <p:cNvSpPr>
            <a:spLocks noGrp="1"/>
          </p:cNvSpPr>
          <p:nvPr>
            <p:ph type="title"/>
          </p:nvPr>
        </p:nvSpPr>
        <p:spPr>
          <a:xfrm>
            <a:off x="1066522" y="642594"/>
            <a:ext cx="10055781" cy="805206"/>
          </a:xfrm>
        </p:spPr>
        <p:txBody>
          <a:bodyPr>
            <a:normAutofit/>
          </a:bodyPr>
          <a:lstStyle/>
          <a:p>
            <a:r>
              <a:rPr lang="en-US" sz="2000" dirty="0">
                <a:latin typeface="Arial" panose="020B0604020202020204" pitchFamily="34" charset="0"/>
                <a:cs typeface="Arial" panose="020B0604020202020204" pitchFamily="34" charset="0"/>
              </a:rPr>
              <a:t>b.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trường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hợp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được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áp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luật</a:t>
            </a:r>
            <a:endParaRPr lang="en-US" sz="2000" dirty="0">
              <a:latin typeface="Arial" panose="020B0604020202020204" pitchFamily="34" charset="0"/>
              <a:cs typeface="Arial" panose="020B0604020202020204" pitchFamily="34" charset="0"/>
            </a:endParaRPr>
          </a:p>
        </p:txBody>
      </p:sp>
      <p:graphicFrame>
        <p:nvGraphicFramePr>
          <p:cNvPr id="4" name="Content Placeholder 3">
            <a:extLst>
              <a:ext uri="{FF2B5EF4-FFF2-40B4-BE49-F238E27FC236}">
                <a16:creationId xmlns:a16="http://schemas.microsoft.com/office/drawing/2014/main" id="{6B715002-79A5-2040-B30F-B26EB34CE408}"/>
              </a:ext>
            </a:extLst>
          </p:cNvPr>
          <p:cNvGraphicFramePr>
            <a:graphicFrameLocks noGrp="1"/>
          </p:cNvGraphicFramePr>
          <p:nvPr>
            <p:ph idx="1"/>
            <p:extLst>
              <p:ext uri="{D42A27DB-BD31-4B8C-83A1-F6EECF244321}">
                <p14:modId xmlns:p14="http://schemas.microsoft.com/office/powerpoint/2010/main" val="4118286236"/>
              </p:ext>
            </p:extLst>
          </p:nvPr>
        </p:nvGraphicFramePr>
        <p:xfrm>
          <a:off x="1066800" y="1752600"/>
          <a:ext cx="10055225" cy="42830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66875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9F87C-2B23-A74D-B12A-974BD439AF6D}"/>
              </a:ext>
            </a:extLst>
          </p:cNvPr>
          <p:cNvSpPr>
            <a:spLocks noGrp="1"/>
          </p:cNvSpPr>
          <p:nvPr>
            <p:ph type="title"/>
          </p:nvPr>
        </p:nvSpPr>
        <p:spPr>
          <a:xfrm>
            <a:off x="1066522" y="642594"/>
            <a:ext cx="10055781" cy="805206"/>
          </a:xfrm>
        </p:spPr>
        <p:txBody>
          <a:bodyPr>
            <a:normAutofit/>
          </a:bodyPr>
          <a:lstStyle/>
          <a:p>
            <a:r>
              <a:rPr lang="en-US" sz="2000" b="1" dirty="0">
                <a:latin typeface="Arial" panose="020B0604020202020204" pitchFamily="34" charset="0"/>
                <a:cs typeface="Arial" panose="020B0604020202020204" pitchFamily="34" charset="0"/>
              </a:rPr>
              <a:t>c. </a:t>
            </a:r>
            <a:r>
              <a:rPr lang="en-US" sz="2000" b="1" dirty="0" err="1">
                <a:latin typeface="Arial" panose="020B0604020202020204" pitchFamily="34" charset="0"/>
                <a:cs typeface="Arial" panose="020B0604020202020204" pitchFamily="34" charset="0"/>
              </a:rPr>
              <a:t>Đặc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điểm</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của</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áp</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dụng</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pháp</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luật</a:t>
            </a:r>
            <a:endParaRPr lang="en-US" sz="20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7DA6E40-1F83-2848-A11A-BF99F3277E9C}"/>
              </a:ext>
            </a:extLst>
          </p:cNvPr>
          <p:cNvSpPr>
            <a:spLocks noGrp="1"/>
          </p:cNvSpPr>
          <p:nvPr>
            <p:ph idx="1"/>
          </p:nvPr>
        </p:nvSpPr>
        <p:spPr>
          <a:xfrm>
            <a:off x="1066522" y="1524000"/>
            <a:ext cx="10055781" cy="4511040"/>
          </a:xfrm>
        </p:spPr>
        <p:txBody>
          <a:bodyPr>
            <a:normAutofit/>
          </a:bodyPr>
          <a:lstStyle/>
          <a:p>
            <a:pPr>
              <a:lnSpc>
                <a:spcPct val="150000"/>
              </a:lnSpc>
              <a:spcBef>
                <a:spcPts val="0"/>
              </a:spcBef>
            </a:pP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Là</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một</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hoạt</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động</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tổ</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chức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mang</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tính</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quyền</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lực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nhà</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nước</a:t>
            </a:r>
            <a:r>
              <a:rPr lang="en-US" sz="2000" i="1" dirty="0">
                <a:latin typeface="Arial" panose="020B0604020202020204" pitchFamily="34" charset="0"/>
                <a:cs typeface="Arial" panose="020B0604020202020204" pitchFamily="34" charset="0"/>
              </a:rPr>
              <a:t>. </a:t>
            </a:r>
          </a:p>
          <a:p>
            <a:pPr>
              <a:lnSpc>
                <a:spcPct val="150000"/>
              </a:lnSpc>
              <a:spcBef>
                <a:spcPts val="0"/>
              </a:spcBef>
            </a:pP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Việc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áp</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dụng</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pháp</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luật</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phải</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tuân</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thủ</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theo</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những</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trình</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tự</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thủ</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tục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và</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hình</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thức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nhất</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định</a:t>
            </a:r>
            <a:r>
              <a:rPr lang="en-US" sz="2000" i="1" dirty="0">
                <a:latin typeface="Arial" panose="020B0604020202020204" pitchFamily="34" charset="0"/>
                <a:cs typeface="Arial" panose="020B0604020202020204" pitchFamily="34" charset="0"/>
              </a:rPr>
              <a:t>.</a:t>
            </a:r>
          </a:p>
          <a:p>
            <a:pPr>
              <a:lnSpc>
                <a:spcPct val="150000"/>
              </a:lnSpc>
              <a:spcBef>
                <a:spcPts val="0"/>
              </a:spcBef>
            </a:pP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Là</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hoạt</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động</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điều</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chỉnh</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cá</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biệt</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đối</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với</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các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quan</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hệ</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xã</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hội</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xác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định</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nhằm</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cá</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biệt</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hoá</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các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quy</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phạm</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pháp</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luật</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cho</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các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cá</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nhân</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tổ</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chức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xác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định</a:t>
            </a:r>
            <a:r>
              <a:rPr lang="en-US" sz="2000" i="1" dirty="0">
                <a:latin typeface="Arial" panose="020B0604020202020204" pitchFamily="34" charset="0"/>
                <a:cs typeface="Arial" panose="020B0604020202020204" pitchFamily="34" charset="0"/>
              </a:rPr>
              <a:t>.</a:t>
            </a:r>
          </a:p>
          <a:p>
            <a:pPr>
              <a:lnSpc>
                <a:spcPct val="150000"/>
              </a:lnSpc>
              <a:spcBef>
                <a:spcPts val="0"/>
              </a:spcBef>
            </a:pP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Là</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hoạt</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động</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đòi</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hỏi</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tính</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sáng</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tạo</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Khi</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áp</a:t>
            </a:r>
            <a:r>
              <a:rPr lang="en-US" sz="2000" i="1" dirty="0">
                <a:latin typeface="Arial" panose="020B0604020202020204" pitchFamily="34" charset="0"/>
                <a:cs typeface="Arial" panose="020B0604020202020204" pitchFamily="34" charset="0"/>
              </a:rPr>
              <a:t> dung </a:t>
            </a:r>
            <a:r>
              <a:rPr lang="en-US" sz="2000" i="1" dirty="0" err="1">
                <a:latin typeface="Arial" panose="020B0604020202020204" pitchFamily="34" charset="0"/>
                <a:cs typeface="Arial" panose="020B0604020202020204" pitchFamily="34" charset="0"/>
              </a:rPr>
              <a:t>pháp</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luật</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các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cơ</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quan</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nhà</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nước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có</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thẩm</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quyền</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các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nhà</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chức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trách</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có</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thẩm</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quyền</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phải</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nghiên</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cứu</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kỹ</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lưỡng</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vụ</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việc</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làm</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sáng</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tỏ</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cấu</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thành</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pháp</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lý</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của</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nó</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để</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lưạ</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chọn</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quy</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phạm</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pháp</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luật</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phù</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hợp</a:t>
            </a:r>
            <a:r>
              <a:rPr lang="en-US" sz="2000" i="1"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356386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6A602-BC07-3D4E-847E-6FAEFBFCADA8}"/>
              </a:ext>
            </a:extLst>
          </p:cNvPr>
          <p:cNvSpPr>
            <a:spLocks noGrp="1"/>
          </p:cNvSpPr>
          <p:nvPr>
            <p:ph type="title"/>
          </p:nvPr>
        </p:nvSpPr>
        <p:spPr>
          <a:xfrm>
            <a:off x="1066522" y="642594"/>
            <a:ext cx="10055781" cy="805206"/>
          </a:xfrm>
        </p:spPr>
        <p:txBody>
          <a:bodyPr>
            <a:normAutofit/>
          </a:bodyPr>
          <a:lstStyle/>
          <a:p>
            <a:r>
              <a:rPr lang="en-US" sz="2000" dirty="0">
                <a:latin typeface="Arial" panose="020B0604020202020204" pitchFamily="34" charset="0"/>
                <a:cs typeface="Arial" panose="020B0604020202020204" pitchFamily="34" charset="0"/>
              </a:rPr>
              <a:t>d.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giai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đoạn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trình</a:t>
            </a:r>
            <a:r>
              <a:rPr lang="en-US" sz="2000" dirty="0">
                <a:latin typeface="Arial" panose="020B0604020202020204" pitchFamily="34" charset="0"/>
                <a:cs typeface="Arial" panose="020B0604020202020204" pitchFamily="34" charset="0"/>
              </a:rPr>
              <a:t> ADPL</a:t>
            </a:r>
          </a:p>
        </p:txBody>
      </p:sp>
      <p:graphicFrame>
        <p:nvGraphicFramePr>
          <p:cNvPr id="7" name="Content Placeholder 6">
            <a:extLst>
              <a:ext uri="{FF2B5EF4-FFF2-40B4-BE49-F238E27FC236}">
                <a16:creationId xmlns:a16="http://schemas.microsoft.com/office/drawing/2014/main" id="{E551035E-D7F9-974E-BA34-CCB8A024F299}"/>
              </a:ext>
            </a:extLst>
          </p:cNvPr>
          <p:cNvGraphicFramePr>
            <a:graphicFrameLocks noGrp="1"/>
          </p:cNvGraphicFramePr>
          <p:nvPr>
            <p:ph idx="1"/>
            <p:extLst>
              <p:ext uri="{D42A27DB-BD31-4B8C-83A1-F6EECF244321}">
                <p14:modId xmlns:p14="http://schemas.microsoft.com/office/powerpoint/2010/main" val="3420075426"/>
              </p:ext>
            </p:extLst>
          </p:nvPr>
        </p:nvGraphicFramePr>
        <p:xfrm>
          <a:off x="1076376" y="1219200"/>
          <a:ext cx="10055225" cy="4038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32045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4911-EB02-834B-8186-73572E97E5D9}"/>
              </a:ext>
            </a:extLst>
          </p:cNvPr>
          <p:cNvSpPr>
            <a:spLocks noGrp="1"/>
          </p:cNvSpPr>
          <p:nvPr>
            <p:ph type="title"/>
          </p:nvPr>
        </p:nvSpPr>
        <p:spPr>
          <a:xfrm>
            <a:off x="1066522" y="642594"/>
            <a:ext cx="10055781" cy="805206"/>
          </a:xfrm>
        </p:spPr>
        <p:txBody>
          <a:bodyPr>
            <a:normAutofit/>
          </a:bodyPr>
          <a:lstStyle/>
          <a:p>
            <a:r>
              <a:rPr lang="en-US" sz="2400" dirty="0">
                <a:latin typeface="Arial" panose="020B0604020202020204" pitchFamily="34" charset="0"/>
                <a:cs typeface="Arial" panose="020B0604020202020204" pitchFamily="34" charset="0"/>
              </a:rPr>
              <a:t>VI. Vi </a:t>
            </a:r>
            <a:r>
              <a:rPr lang="en-US" sz="2400" dirty="0" err="1">
                <a:latin typeface="Arial" panose="020B0604020202020204" pitchFamily="34" charset="0"/>
                <a:cs typeface="Arial" panose="020B0604020202020204" pitchFamily="34" charset="0"/>
              </a:rPr>
              <a:t>phạm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pháp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luật</a:t>
            </a:r>
            <a:endParaRPr lang="en-US" sz="2400" dirty="0">
              <a:latin typeface="Arial" panose="020B0604020202020204" pitchFamily="34" charset="0"/>
              <a:cs typeface="Arial" panose="020B0604020202020204" pitchFamily="34" charset="0"/>
            </a:endParaRPr>
          </a:p>
        </p:txBody>
      </p:sp>
      <p:graphicFrame>
        <p:nvGraphicFramePr>
          <p:cNvPr id="4" name="Content Placeholder 3">
            <a:extLst>
              <a:ext uri="{FF2B5EF4-FFF2-40B4-BE49-F238E27FC236}">
                <a16:creationId xmlns:a16="http://schemas.microsoft.com/office/drawing/2014/main" id="{1655466A-3B79-5547-940D-65B4BBF57B33}"/>
              </a:ext>
            </a:extLst>
          </p:cNvPr>
          <p:cNvGraphicFramePr>
            <a:graphicFrameLocks noGrp="1"/>
          </p:cNvGraphicFramePr>
          <p:nvPr>
            <p:ph idx="1"/>
            <p:extLst>
              <p:ext uri="{D42A27DB-BD31-4B8C-83A1-F6EECF244321}">
                <p14:modId xmlns:p14="http://schemas.microsoft.com/office/powerpoint/2010/main" val="2743076139"/>
              </p:ext>
            </p:extLst>
          </p:nvPr>
        </p:nvGraphicFramePr>
        <p:xfrm>
          <a:off x="1066800" y="1219200"/>
          <a:ext cx="10055225"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1616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AD4171-ECDD-1048-A31F-DF6584120EF3}"/>
              </a:ext>
            </a:extLst>
          </p:cNvPr>
          <p:cNvSpPr>
            <a:spLocks noGrp="1"/>
          </p:cNvSpPr>
          <p:nvPr>
            <p:ph idx="1"/>
          </p:nvPr>
        </p:nvSpPr>
        <p:spPr>
          <a:xfrm>
            <a:off x="912812" y="1371600"/>
            <a:ext cx="10055781" cy="2667000"/>
          </a:xfrm>
        </p:spPr>
        <p:txBody>
          <a:bodyPr>
            <a:normAutofit/>
          </a:bodyPr>
          <a:lstStyle/>
          <a:p>
            <a:r>
              <a:rPr lang="en-US" sz="2400" u="sng" dirty="0">
                <a:latin typeface="Arial" panose="020B0604020202020204" pitchFamily="34" charset="0"/>
                <a:cs typeface="Arial" panose="020B0604020202020204" pitchFamily="34" charset="0"/>
              </a:rPr>
              <a:t>1. </a:t>
            </a:r>
            <a:r>
              <a:rPr lang="en-US" sz="2400" u="sng" dirty="0" err="1">
                <a:latin typeface="Arial" panose="020B0604020202020204" pitchFamily="34" charset="0"/>
                <a:cs typeface="Arial" panose="020B0604020202020204" pitchFamily="34" charset="0"/>
              </a:rPr>
              <a:t>Định</a:t>
            </a:r>
            <a:r>
              <a:rPr lang="en-US" sz="2400" u="sng" dirty="0">
                <a:latin typeface="Arial" panose="020B0604020202020204" pitchFamily="34" charset="0"/>
                <a:cs typeface="Arial" panose="020B0604020202020204" pitchFamily="34" charset="0"/>
              </a:rPr>
              <a:t> </a:t>
            </a:r>
            <a:r>
              <a:rPr lang="en-US" sz="2400" u="sng" dirty="0" err="1">
                <a:latin typeface="Arial" panose="020B0604020202020204" pitchFamily="34" charset="0"/>
                <a:cs typeface="Arial" panose="020B0604020202020204" pitchFamily="34" charset="0"/>
              </a:rPr>
              <a:t>nghĩa</a:t>
            </a:r>
            <a:endParaRPr lang="en-US" sz="2400" u="sng" dirty="0">
              <a:latin typeface="Arial" panose="020B0604020202020204" pitchFamily="34" charset="0"/>
              <a:cs typeface="Arial" panose="020B0604020202020204" pitchFamily="34" charset="0"/>
            </a:endParaRPr>
          </a:p>
          <a:p>
            <a:endParaRPr lang="en-US" sz="2400" u="sng" dirty="0">
              <a:latin typeface="Arial" panose="020B0604020202020204" pitchFamily="34" charset="0"/>
              <a:cs typeface="Arial" panose="020B0604020202020204" pitchFamily="34" charset="0"/>
            </a:endParaRPr>
          </a:p>
          <a:p>
            <a:pPr algn="ctr">
              <a:lnSpc>
                <a:spcPct val="150000"/>
              </a:lnSpc>
            </a:pPr>
            <a:r>
              <a:rPr lang="en-US" sz="2400" i="1" dirty="0">
                <a:solidFill>
                  <a:srgbClr val="C00000"/>
                </a:solidFill>
                <a:latin typeface="Arial" panose="020B0604020202020204" pitchFamily="34" charset="0"/>
                <a:cs typeface="Arial" panose="020B0604020202020204" pitchFamily="34" charset="0"/>
              </a:rPr>
              <a:t>“VPPL </a:t>
            </a:r>
            <a:r>
              <a:rPr lang="en-US" sz="2400" i="1" dirty="0" err="1">
                <a:solidFill>
                  <a:srgbClr val="C00000"/>
                </a:solidFill>
                <a:latin typeface="Arial" panose="020B0604020202020204" pitchFamily="34" charset="0"/>
                <a:cs typeface="Arial" panose="020B0604020202020204" pitchFamily="34" charset="0"/>
              </a:rPr>
              <a:t>là</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hành</a:t>
            </a:r>
            <a:r>
              <a:rPr lang="en-US" sz="2400" i="1" dirty="0">
                <a:solidFill>
                  <a:srgbClr val="C00000"/>
                </a:solidFill>
                <a:latin typeface="Arial" panose="020B0604020202020204" pitchFamily="34" charset="0"/>
                <a:cs typeface="Arial" panose="020B0604020202020204" pitchFamily="34" charset="0"/>
              </a:rPr>
              <a:t> vi </a:t>
            </a:r>
            <a:r>
              <a:rPr lang="en-US" sz="2400" i="1" dirty="0" err="1">
                <a:solidFill>
                  <a:srgbClr val="C00000"/>
                </a:solidFill>
                <a:latin typeface="Arial" panose="020B0604020202020204" pitchFamily="34" charset="0"/>
                <a:cs typeface="Arial" panose="020B0604020202020204" pitchFamily="34" charset="0"/>
              </a:rPr>
              <a:t>trái</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pháp</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luật</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có</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lỗi</a:t>
            </a:r>
            <a:r>
              <a:rPr lang="en-US" sz="2400" i="1" dirty="0">
                <a:solidFill>
                  <a:srgbClr val="C00000"/>
                </a:solidFill>
                <a:latin typeface="Arial" panose="020B0604020202020204" pitchFamily="34" charset="0"/>
                <a:cs typeface="Arial" panose="020B0604020202020204" pitchFamily="34" charset="0"/>
              </a:rPr>
              <a:t> do </a:t>
            </a:r>
            <a:r>
              <a:rPr lang="en-US" sz="2400" i="1" dirty="0" err="1">
                <a:solidFill>
                  <a:srgbClr val="C00000"/>
                </a:solidFill>
                <a:latin typeface="Arial" panose="020B0604020202020204" pitchFamily="34" charset="0"/>
                <a:cs typeface="Arial" panose="020B0604020202020204" pitchFamily="34" charset="0"/>
              </a:rPr>
              <a:t>chủ</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thể</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có</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năng</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lực</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trách</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nhiệm</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pháp</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lý</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thực</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hiện</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xâm</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hại</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đến</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các</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quan</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hệ</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xã</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hội</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được</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pháp</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luật</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bảo</a:t>
            </a:r>
            <a:r>
              <a:rPr lang="en-US" sz="2400" i="1" dirty="0">
                <a:solidFill>
                  <a:srgbClr val="C00000"/>
                </a:solidFill>
                <a:latin typeface="Arial" panose="020B0604020202020204" pitchFamily="34" charset="0"/>
                <a:cs typeface="Arial" panose="020B0604020202020204" pitchFamily="34" charset="0"/>
              </a:rPr>
              <a:t> </a:t>
            </a:r>
            <a:r>
              <a:rPr lang="en-US" sz="2400" i="1" dirty="0" err="1">
                <a:solidFill>
                  <a:srgbClr val="C00000"/>
                </a:solidFill>
                <a:latin typeface="Arial" panose="020B0604020202020204" pitchFamily="34" charset="0"/>
                <a:cs typeface="Arial" panose="020B0604020202020204" pitchFamily="34" charset="0"/>
              </a:rPr>
              <a:t>vệ</a:t>
            </a:r>
            <a:r>
              <a:rPr lang="en-US" sz="2400" i="1" dirty="0">
                <a:solidFill>
                  <a:srgbClr val="C0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124157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D148-EBAD-6646-9D07-3FE0EA8C9C1E}"/>
              </a:ext>
            </a:extLst>
          </p:cNvPr>
          <p:cNvSpPr>
            <a:spLocks noGrp="1"/>
          </p:cNvSpPr>
          <p:nvPr>
            <p:ph type="title"/>
          </p:nvPr>
        </p:nvSpPr>
        <p:spPr/>
        <p:txBody>
          <a:bodyPr>
            <a:normAutofit/>
          </a:bodyPr>
          <a:lstStyle/>
          <a:p>
            <a:r>
              <a:rPr lang="en-US" sz="2400" u="sng" dirty="0">
                <a:solidFill>
                  <a:schemeClr val="tx1"/>
                </a:solidFill>
                <a:latin typeface="Arial" panose="020B0604020202020204" pitchFamily="34" charset="0"/>
                <a:cs typeface="Arial" panose="020B0604020202020204" pitchFamily="34" charset="0"/>
              </a:rPr>
              <a:t>2. </a:t>
            </a:r>
            <a:r>
              <a:rPr lang="en-US" sz="2400" u="sng" dirty="0" err="1">
                <a:solidFill>
                  <a:schemeClr val="tx1"/>
                </a:solidFill>
                <a:latin typeface="Arial" panose="020B0604020202020204" pitchFamily="34" charset="0"/>
                <a:cs typeface="Arial" panose="020B0604020202020204" pitchFamily="34" charset="0"/>
              </a:rPr>
              <a:t>Phân</a:t>
            </a:r>
            <a:r>
              <a:rPr lang="en-US" sz="2400" u="sng" dirty="0">
                <a:solidFill>
                  <a:schemeClr val="tx1"/>
                </a:solidFill>
                <a:latin typeface="Arial" panose="020B0604020202020204" pitchFamily="34" charset="0"/>
                <a:cs typeface="Arial" panose="020B0604020202020204" pitchFamily="34" charset="0"/>
              </a:rPr>
              <a:t> </a:t>
            </a:r>
            <a:r>
              <a:rPr lang="en-US" sz="2400" u="sng" dirty="0" err="1">
                <a:solidFill>
                  <a:schemeClr val="tx1"/>
                </a:solidFill>
                <a:latin typeface="Arial" panose="020B0604020202020204" pitchFamily="34" charset="0"/>
                <a:cs typeface="Arial" panose="020B0604020202020204" pitchFamily="34" charset="0"/>
              </a:rPr>
              <a:t>loại</a:t>
            </a:r>
            <a:r>
              <a:rPr lang="en-US" sz="2400" u="sng" dirty="0">
                <a:solidFill>
                  <a:schemeClr val="tx1"/>
                </a:solidFill>
                <a:latin typeface="Arial" panose="020B0604020202020204" pitchFamily="34" charset="0"/>
                <a:cs typeface="Arial" panose="020B0604020202020204" pitchFamily="34" charset="0"/>
              </a:rPr>
              <a:t> VPPL</a:t>
            </a:r>
          </a:p>
        </p:txBody>
      </p:sp>
      <p:sp>
        <p:nvSpPr>
          <p:cNvPr id="3" name="Content Placeholder 2">
            <a:extLst>
              <a:ext uri="{FF2B5EF4-FFF2-40B4-BE49-F238E27FC236}">
                <a16:creationId xmlns:a16="http://schemas.microsoft.com/office/drawing/2014/main" id="{742B7645-6D0B-7045-8402-FFC5968E0C07}"/>
              </a:ext>
            </a:extLst>
          </p:cNvPr>
          <p:cNvSpPr>
            <a:spLocks noGrp="1"/>
          </p:cNvSpPr>
          <p:nvPr>
            <p:ph idx="1"/>
          </p:nvPr>
        </p:nvSpPr>
        <p:spPr>
          <a:xfrm>
            <a:off x="1066522" y="1752600"/>
            <a:ext cx="4875489" cy="4267200"/>
          </a:xfrm>
        </p:spPr>
        <p:txBody>
          <a:bodyPr/>
          <a:lstStyle/>
          <a:p>
            <a:r>
              <a:rPr lang="en-US" b="1" dirty="0">
                <a:solidFill>
                  <a:srgbClr val="C00000"/>
                </a:solidFill>
                <a:latin typeface="Arial" panose="020B0604020202020204" pitchFamily="34" charset="0"/>
                <a:cs typeface="Arial" panose="020B0604020202020204" pitchFamily="34" charset="0"/>
              </a:rPr>
              <a:t>a. Vi </a:t>
            </a:r>
            <a:r>
              <a:rPr lang="en-US" b="1" dirty="0" err="1">
                <a:solidFill>
                  <a:srgbClr val="C00000"/>
                </a:solidFill>
                <a:latin typeface="Arial" panose="020B0604020202020204" pitchFamily="34" charset="0"/>
                <a:cs typeface="Arial" panose="020B0604020202020204" pitchFamily="34" charset="0"/>
              </a:rPr>
              <a:t>phạm</a:t>
            </a:r>
            <a:r>
              <a:rPr lang="en-US" b="1" dirty="0">
                <a:solidFill>
                  <a:srgbClr val="C00000"/>
                </a:solidFill>
                <a:latin typeface="Arial" panose="020B0604020202020204" pitchFamily="34" charset="0"/>
                <a:cs typeface="Arial" panose="020B0604020202020204" pitchFamily="34" charset="0"/>
              </a:rPr>
              <a:t> </a:t>
            </a:r>
            <a:r>
              <a:rPr lang="en-US" b="1" dirty="0" err="1">
                <a:solidFill>
                  <a:srgbClr val="C00000"/>
                </a:solidFill>
                <a:latin typeface="Arial" panose="020B0604020202020204" pitchFamily="34" charset="0"/>
                <a:cs typeface="Arial" panose="020B0604020202020204" pitchFamily="34" charset="0"/>
              </a:rPr>
              <a:t>hình</a:t>
            </a:r>
            <a:r>
              <a:rPr lang="en-US" b="1" dirty="0">
                <a:solidFill>
                  <a:srgbClr val="C00000"/>
                </a:solidFill>
                <a:latin typeface="Arial" panose="020B0604020202020204" pitchFamily="34" charset="0"/>
                <a:cs typeface="Arial" panose="020B0604020202020204" pitchFamily="34" charset="0"/>
              </a:rPr>
              <a:t> </a:t>
            </a:r>
            <a:r>
              <a:rPr lang="en-US" b="1" dirty="0" err="1">
                <a:solidFill>
                  <a:srgbClr val="C00000"/>
                </a:solidFill>
                <a:latin typeface="Arial" panose="020B0604020202020204" pitchFamily="34" charset="0"/>
                <a:cs typeface="Arial" panose="020B0604020202020204" pitchFamily="34" charset="0"/>
              </a:rPr>
              <a:t>sự</a:t>
            </a:r>
            <a:r>
              <a:rPr lang="en-US" b="1" dirty="0">
                <a:solidFill>
                  <a:srgbClr val="C00000"/>
                </a:solidFill>
                <a:latin typeface="Arial" panose="020B0604020202020204" pitchFamily="34" charset="0"/>
                <a:cs typeface="Arial" panose="020B0604020202020204" pitchFamily="34" charset="0"/>
              </a:rPr>
              <a:t> </a:t>
            </a:r>
          </a:p>
          <a:p>
            <a:r>
              <a:rPr lang="en-US" dirty="0" err="1">
                <a:latin typeface="Arial" panose="020B0604020202020204" pitchFamily="34" charset="0"/>
                <a:cs typeface="Arial" panose="020B0604020202020204" pitchFamily="34" charset="0"/>
              </a:rPr>
              <a:t>Là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những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hành</a:t>
            </a:r>
            <a:r>
              <a:rPr lang="en-US" dirty="0">
                <a:latin typeface="Arial" panose="020B0604020202020204" pitchFamily="34" charset="0"/>
                <a:cs typeface="Arial" panose="020B0604020202020204" pitchFamily="34" charset="0"/>
              </a:rPr>
              <a:t> vi </a:t>
            </a:r>
            <a:r>
              <a:rPr lang="en-US" dirty="0" err="1">
                <a:latin typeface="Arial" panose="020B0604020202020204" pitchFamily="34" charset="0"/>
                <a:cs typeface="Arial" panose="020B0604020202020204" pitchFamily="34" charset="0"/>
              </a:rPr>
              <a:t>nguy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hiểm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hội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được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trong</a:t>
            </a:r>
            <a:r>
              <a:rPr lang="en-US" dirty="0">
                <a:latin typeface="Arial" panose="020B0604020202020204" pitchFamily="34" charset="0"/>
                <a:cs typeface="Arial" panose="020B0604020202020204" pitchFamily="34" charset="0"/>
              </a:rPr>
              <a:t> BLHS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nước</a:t>
            </a:r>
            <a:r>
              <a:rPr lang="en-US" dirty="0">
                <a:latin typeface="Arial" panose="020B0604020202020204" pitchFamily="34" charset="0"/>
                <a:cs typeface="Arial" panose="020B0604020202020204" pitchFamily="34" charset="0"/>
              </a:rPr>
              <a:t> ta do </a:t>
            </a:r>
            <a:r>
              <a:rPr lang="en-US" dirty="0" err="1">
                <a:latin typeface="Arial" panose="020B0604020202020204" pitchFamily="34" charset="0"/>
                <a:cs typeface="Arial" panose="020B0604020202020204" pitchFamily="34" charset="0"/>
              </a:rPr>
              <a:t>người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năng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trách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nhiệm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hình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gây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ra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một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cố</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vô</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xâm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hại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đến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lập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chủ</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quyền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đất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nước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xâm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hại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đến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chế</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kinh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tế</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chủ</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nghĩa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hội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xâm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hại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đến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sức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khoẻ</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phẩm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lợi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ích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hợp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pháp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xâm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phạm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đến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những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lĩnh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của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trật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hội</a:t>
            </a:r>
            <a:r>
              <a:rPr lang="en-US" dirty="0">
                <a:latin typeface="Arial" panose="020B0604020202020204" pitchFamily="34" charset="0"/>
                <a:cs typeface="Arial" panose="020B0604020202020204" pitchFamily="34" charset="0"/>
              </a:rPr>
              <a:t>.</a:t>
            </a:r>
          </a:p>
        </p:txBody>
      </p:sp>
      <p:pic>
        <p:nvPicPr>
          <p:cNvPr id="4" name="Picture 3" descr="A group of people around each other&#10;&#10;Description automatically generated">
            <a:extLst>
              <a:ext uri="{FF2B5EF4-FFF2-40B4-BE49-F238E27FC236}">
                <a16:creationId xmlns:a16="http://schemas.microsoft.com/office/drawing/2014/main" id="{8A805BF2-293F-3A45-9325-7AC2159547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2012" y="1752599"/>
            <a:ext cx="5334000" cy="4267201"/>
          </a:xfrm>
          <a:prstGeom prst="rect">
            <a:avLst/>
          </a:prstGeom>
        </p:spPr>
      </p:pic>
    </p:spTree>
    <p:extLst>
      <p:ext uri="{BB962C8B-B14F-4D97-AF65-F5344CB8AC3E}">
        <p14:creationId xmlns:p14="http://schemas.microsoft.com/office/powerpoint/2010/main" val="1078684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picture containing man, table, bed&#10;&#10;Description automatically generated">
            <a:extLst>
              <a:ext uri="{FF2B5EF4-FFF2-40B4-BE49-F238E27FC236}">
                <a16:creationId xmlns:a16="http://schemas.microsoft.com/office/drawing/2014/main" id="{7CA2A429-C768-634F-9CDD-FAF008B3AAC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12864" y="1447800"/>
            <a:ext cx="4978400" cy="3367741"/>
          </a:xfrm>
          <a:prstGeom prst="rect">
            <a:avLst/>
          </a:prstGeom>
        </p:spPr>
      </p:pic>
      <p:sp>
        <p:nvSpPr>
          <p:cNvPr id="5" name="TextBox 4">
            <a:extLst>
              <a:ext uri="{FF2B5EF4-FFF2-40B4-BE49-F238E27FC236}">
                <a16:creationId xmlns:a16="http://schemas.microsoft.com/office/drawing/2014/main" id="{B3623E51-D658-6A45-98CA-752FE5CFB0F4}"/>
              </a:ext>
            </a:extLst>
          </p:cNvPr>
          <p:cNvSpPr txBox="1"/>
          <p:nvPr/>
        </p:nvSpPr>
        <p:spPr>
          <a:xfrm>
            <a:off x="815567" y="2133600"/>
            <a:ext cx="5715000" cy="2246769"/>
          </a:xfrm>
          <a:prstGeom prst="rect">
            <a:avLst/>
          </a:prstGeom>
          <a:noFill/>
        </p:spPr>
        <p:txBody>
          <a:bodyPr wrap="square" rtlCol="0">
            <a:spAutoFit/>
          </a:bodyPr>
          <a:lstStyle/>
          <a:p>
            <a:r>
              <a:rPr lang="en-US" sz="2000" b="1" dirty="0">
                <a:solidFill>
                  <a:srgbClr val="C00000"/>
                </a:solidFill>
                <a:latin typeface="Arial" panose="020B0604020202020204" pitchFamily="34" charset="0"/>
                <a:cs typeface="Arial" panose="020B0604020202020204" pitchFamily="34" charset="0"/>
              </a:rPr>
              <a:t>b. Vi </a:t>
            </a:r>
            <a:r>
              <a:rPr lang="en-US" sz="2000" b="1" dirty="0" err="1">
                <a:solidFill>
                  <a:srgbClr val="C00000"/>
                </a:solidFill>
                <a:latin typeface="Arial" panose="020B0604020202020204" pitchFamily="34" charset="0"/>
                <a:cs typeface="Arial" panose="020B0604020202020204" pitchFamily="34" charset="0"/>
              </a:rPr>
              <a:t>phạm</a:t>
            </a:r>
            <a:r>
              <a:rPr lang="en-US"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hành</a:t>
            </a:r>
            <a:r>
              <a:rPr lang="en-US"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chính</a:t>
            </a:r>
            <a:endParaRPr lang="en-US" sz="2000" b="1" dirty="0">
              <a:solidFill>
                <a:srgbClr val="C00000"/>
              </a:solidFill>
              <a:latin typeface="Arial" panose="020B0604020202020204" pitchFamily="34" charset="0"/>
              <a:cs typeface="Arial" panose="020B0604020202020204" pitchFamily="34" charset="0"/>
            </a:endParaRPr>
          </a:p>
          <a:p>
            <a:endParaRPr lang="en-US" sz="2000" b="1" dirty="0">
              <a:latin typeface="Arial" panose="020B0604020202020204" pitchFamily="34" charset="0"/>
              <a:cs typeface="Arial" panose="020B0604020202020204" pitchFamily="34" charset="0"/>
            </a:endParaRPr>
          </a:p>
          <a:p>
            <a:r>
              <a:rPr lang="en-US" sz="2000" dirty="0" err="1">
                <a:latin typeface="Arial" panose="020B0604020202020204" pitchFamily="34" charset="0"/>
                <a:cs typeface="Arial" panose="020B0604020202020204" pitchFamily="34" charset="0"/>
              </a:rPr>
              <a:t>Là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những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hành</a:t>
            </a:r>
            <a:r>
              <a:rPr lang="en-US" sz="2000" dirty="0">
                <a:latin typeface="Arial" panose="020B0604020202020204" pitchFamily="34" charset="0"/>
                <a:cs typeface="Arial" panose="020B0604020202020204" pitchFamily="34" charset="0"/>
              </a:rPr>
              <a:t> vi do </a:t>
            </a:r>
            <a:r>
              <a:rPr lang="en-US" sz="2000" dirty="0" err="1">
                <a:latin typeface="Arial" panose="020B0604020202020204" pitchFamily="34" charset="0"/>
                <a:cs typeface="Arial" panose="020B0604020202020204" pitchFamily="34" charset="0"/>
              </a:rPr>
              <a:t>cá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tổ</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chức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thực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hiện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một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cố</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ý</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vô</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ý</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xâm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đến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tắc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quản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lý</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nước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phải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tội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phạm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hình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theo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định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luật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phạt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hành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chính</a:t>
            </a:r>
            <a:r>
              <a:rPr lang="en-US" sz="2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09249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picture containing drawing&#10;&#10;Description automatically generated">
            <a:extLst>
              <a:ext uri="{FF2B5EF4-FFF2-40B4-BE49-F238E27FC236}">
                <a16:creationId xmlns:a16="http://schemas.microsoft.com/office/drawing/2014/main" id="{B2CC8083-4A0F-1A43-BD7B-9273BB0D2E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61212" y="1942514"/>
            <a:ext cx="4025900" cy="2972972"/>
          </a:xfrm>
          <a:prstGeom prst="rect">
            <a:avLst/>
          </a:prstGeom>
        </p:spPr>
      </p:pic>
      <p:sp>
        <p:nvSpPr>
          <p:cNvPr id="5" name="TextBox 4">
            <a:extLst>
              <a:ext uri="{FF2B5EF4-FFF2-40B4-BE49-F238E27FC236}">
                <a16:creationId xmlns:a16="http://schemas.microsoft.com/office/drawing/2014/main" id="{3200F383-C776-E64E-87CA-A7A2EAC6B6C9}"/>
              </a:ext>
            </a:extLst>
          </p:cNvPr>
          <p:cNvSpPr txBox="1"/>
          <p:nvPr/>
        </p:nvSpPr>
        <p:spPr>
          <a:xfrm>
            <a:off x="997948" y="2459504"/>
            <a:ext cx="6019800" cy="1938992"/>
          </a:xfrm>
          <a:prstGeom prst="rect">
            <a:avLst/>
          </a:prstGeom>
          <a:noFill/>
        </p:spPr>
        <p:txBody>
          <a:bodyPr wrap="square" rtlCol="0">
            <a:spAutoFit/>
          </a:bodyPr>
          <a:lstStyle/>
          <a:p>
            <a:r>
              <a:rPr lang="en-US" sz="2000" b="1" dirty="0">
                <a:solidFill>
                  <a:srgbClr val="C00000"/>
                </a:solidFill>
                <a:latin typeface="Arial" panose="020B0604020202020204" pitchFamily="34" charset="0"/>
                <a:cs typeface="Arial" panose="020B0604020202020204" pitchFamily="34" charset="0"/>
              </a:rPr>
              <a:t>c. Vi </a:t>
            </a:r>
            <a:r>
              <a:rPr lang="en-US" sz="2000" b="1" dirty="0" err="1">
                <a:solidFill>
                  <a:srgbClr val="C00000"/>
                </a:solidFill>
                <a:latin typeface="Arial" panose="020B0604020202020204" pitchFamily="34" charset="0"/>
                <a:cs typeface="Arial" panose="020B0604020202020204" pitchFamily="34" charset="0"/>
              </a:rPr>
              <a:t>phạm</a:t>
            </a:r>
            <a:r>
              <a:rPr lang="en-US"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dân</a:t>
            </a:r>
            <a:r>
              <a:rPr lang="en-US"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sự</a:t>
            </a:r>
            <a:endParaRPr lang="en-US" sz="2000" b="1" dirty="0">
              <a:solidFill>
                <a:srgbClr val="C00000"/>
              </a:solidFill>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r>
              <a:rPr lang="en-US" sz="2000" dirty="0" err="1">
                <a:latin typeface="Arial" panose="020B0604020202020204" pitchFamily="34" charset="0"/>
                <a:cs typeface="Arial" panose="020B0604020202020204" pitchFamily="34" charset="0"/>
              </a:rPr>
              <a:t>Là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những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hành</a:t>
            </a:r>
            <a:r>
              <a:rPr lang="en-US" sz="2000" dirty="0">
                <a:latin typeface="Arial" panose="020B0604020202020204" pitchFamily="34" charset="0"/>
                <a:cs typeface="Arial" panose="020B0604020202020204" pitchFamily="34" charset="0"/>
              </a:rPr>
              <a:t> vi </a:t>
            </a:r>
            <a:r>
              <a:rPr lang="en-US" sz="2000" dirty="0" err="1">
                <a:latin typeface="Arial" panose="020B0604020202020204" pitchFamily="34" charset="0"/>
                <a:cs typeface="Arial" panose="020B0604020202020204" pitchFamily="34" charset="0"/>
              </a:rPr>
              <a:t>trái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luật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có</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lỗi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xâm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phạm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tới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những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hệ</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sản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hệ</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có</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liên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đến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sản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hệ</a:t>
            </a:r>
            <a:r>
              <a:rPr lang="en-US" sz="2000" dirty="0">
                <a:latin typeface="Arial" panose="020B0604020202020204" pitchFamily="34" charset="0"/>
                <a:cs typeface="Arial" panose="020B0604020202020204" pitchFamily="34" charset="0"/>
              </a:rPr>
              <a:t> phi </a:t>
            </a:r>
            <a:r>
              <a:rPr lang="en-US" sz="2000" dirty="0" err="1">
                <a:latin typeface="Arial" panose="020B0604020202020204" pitchFamily="34" charset="0"/>
                <a:cs typeface="Arial" panose="020B0604020202020204" pitchFamily="34" charset="0"/>
              </a:rPr>
              <a:t>tài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sản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danh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phẩm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quyền</a:t>
            </a:r>
            <a:r>
              <a:rPr lang="en-US" sz="2000" dirty="0">
                <a:latin typeface="Arial" panose="020B0604020202020204" pitchFamily="34" charset="0"/>
                <a:cs typeface="Arial" panose="020B0604020202020204" pitchFamily="34" charset="0"/>
              </a:rPr>
              <a:t> SHTT)</a:t>
            </a:r>
          </a:p>
        </p:txBody>
      </p:sp>
    </p:spTree>
    <p:extLst>
      <p:ext uri="{BB962C8B-B14F-4D97-AF65-F5344CB8AC3E}">
        <p14:creationId xmlns:p14="http://schemas.microsoft.com/office/powerpoint/2010/main" val="2636908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picture containing skiing, holding, man&#10;&#10;Description automatically generated">
            <a:extLst>
              <a:ext uri="{FF2B5EF4-FFF2-40B4-BE49-F238E27FC236}">
                <a16:creationId xmlns:a16="http://schemas.microsoft.com/office/drawing/2014/main" id="{9A901D6F-2E17-6546-872F-B5D26A1A1FD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59610" y="806807"/>
            <a:ext cx="4451350" cy="2956736"/>
          </a:xfrm>
          <a:prstGeom prst="rect">
            <a:avLst/>
          </a:prstGeom>
        </p:spPr>
      </p:pic>
      <p:pic>
        <p:nvPicPr>
          <p:cNvPr id="5" name="Picture 4" descr="A drawing of a cartoon character&#10;&#10;Description automatically generated">
            <a:extLst>
              <a:ext uri="{FF2B5EF4-FFF2-40B4-BE49-F238E27FC236}">
                <a16:creationId xmlns:a16="http://schemas.microsoft.com/office/drawing/2014/main" id="{475FA1B8-1BA1-F841-8E19-4EFEAC6B20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9270" y="3763543"/>
            <a:ext cx="4474775" cy="2545977"/>
          </a:xfrm>
          <a:prstGeom prst="rect">
            <a:avLst/>
          </a:prstGeom>
        </p:spPr>
      </p:pic>
      <p:sp>
        <p:nvSpPr>
          <p:cNvPr id="6" name="TextBox 5">
            <a:extLst>
              <a:ext uri="{FF2B5EF4-FFF2-40B4-BE49-F238E27FC236}">
                <a16:creationId xmlns:a16="http://schemas.microsoft.com/office/drawing/2014/main" id="{AA9BB83C-9D7D-BE46-B814-002AFCEAF56F}"/>
              </a:ext>
            </a:extLst>
          </p:cNvPr>
          <p:cNvSpPr txBox="1"/>
          <p:nvPr/>
        </p:nvSpPr>
        <p:spPr>
          <a:xfrm>
            <a:off x="816010" y="2057400"/>
            <a:ext cx="5943600" cy="2246769"/>
          </a:xfrm>
          <a:prstGeom prst="rect">
            <a:avLst/>
          </a:prstGeom>
          <a:noFill/>
        </p:spPr>
        <p:txBody>
          <a:bodyPr wrap="square" rtlCol="0">
            <a:spAutoFit/>
          </a:bodyPr>
          <a:lstStyle/>
          <a:p>
            <a:r>
              <a:rPr lang="en-US" sz="2000" b="1" dirty="0">
                <a:solidFill>
                  <a:srgbClr val="C00000"/>
                </a:solidFill>
                <a:latin typeface="Arial" panose="020B0604020202020204" pitchFamily="34" charset="0"/>
                <a:cs typeface="Arial" panose="020B0604020202020204" pitchFamily="34" charset="0"/>
              </a:rPr>
              <a:t>d. Vi </a:t>
            </a:r>
            <a:r>
              <a:rPr lang="en-US" sz="2000" b="1" dirty="0" err="1">
                <a:solidFill>
                  <a:srgbClr val="C00000"/>
                </a:solidFill>
                <a:latin typeface="Arial" panose="020B0604020202020204" pitchFamily="34" charset="0"/>
                <a:cs typeface="Arial" panose="020B0604020202020204" pitchFamily="34" charset="0"/>
              </a:rPr>
              <a:t>phạm</a:t>
            </a:r>
            <a:r>
              <a:rPr lang="en-US"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kỷ</a:t>
            </a:r>
            <a:r>
              <a:rPr lang="en-US"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luật</a:t>
            </a:r>
            <a:endParaRPr lang="en-US" sz="2000" b="1" dirty="0">
              <a:solidFill>
                <a:srgbClr val="C00000"/>
              </a:solidFill>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r>
              <a:rPr lang="en-US" sz="2000" dirty="0" err="1">
                <a:latin typeface="Arial" panose="020B0604020202020204" pitchFamily="34" charset="0"/>
                <a:cs typeface="Arial" panose="020B0604020202020204" pitchFamily="34" charset="0"/>
              </a:rPr>
              <a:t>Là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hành</a:t>
            </a:r>
            <a:r>
              <a:rPr lang="en-US" sz="2000" dirty="0">
                <a:latin typeface="Arial" panose="020B0604020202020204" pitchFamily="34" charset="0"/>
                <a:cs typeface="Arial" panose="020B0604020202020204" pitchFamily="34" charset="0"/>
              </a:rPr>
              <a:t> vi </a:t>
            </a:r>
            <a:r>
              <a:rPr lang="en-US" sz="2000" dirty="0" err="1">
                <a:latin typeface="Arial" panose="020B0604020202020204" pitchFamily="34" charset="0"/>
                <a:cs typeface="Arial" panose="020B0604020202020204" pitchFamily="34" charset="0"/>
              </a:rPr>
              <a:t>có</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lỗi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với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chế</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tắc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lập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trật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trong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nội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bộ</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một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nghiệp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trường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học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Nói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chủ</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thể</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thực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hiện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đúng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kỷ</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luật</a:t>
            </a:r>
            <a:r>
              <a:rPr lang="en-US" sz="2000" dirty="0">
                <a:latin typeface="Arial" panose="020B0604020202020204" pitchFamily="34" charset="0"/>
                <a:cs typeface="Arial" panose="020B0604020202020204" pitchFamily="34" charset="0"/>
              </a:rPr>
              <a:t> lao </a:t>
            </a:r>
            <a:r>
              <a:rPr lang="en-US" sz="2000" dirty="0" err="1">
                <a:latin typeface="Arial" panose="020B0604020202020204" pitchFamily="34" charset="0"/>
                <a:cs typeface="Arial" panose="020B0604020202020204" pitchFamily="34" charset="0"/>
              </a:rPr>
              <a:t>động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học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tập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đã</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đề</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trong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nghiệp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trường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học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đó</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3629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73F3C-5830-4447-819A-F600AA0A23DC}"/>
              </a:ext>
            </a:extLst>
          </p:cNvPr>
          <p:cNvSpPr>
            <a:spLocks noGrp="1"/>
          </p:cNvSpPr>
          <p:nvPr>
            <p:ph type="title"/>
          </p:nvPr>
        </p:nvSpPr>
        <p:spPr>
          <a:xfrm>
            <a:off x="684212" y="337794"/>
            <a:ext cx="10055781" cy="881406"/>
          </a:xfrm>
        </p:spPr>
        <p:txBody>
          <a:bodyPr>
            <a:normAutofit/>
          </a:bodyPr>
          <a:lstStyle/>
          <a:p>
            <a:r>
              <a:rPr lang="en-US" sz="2400" u="sng" dirty="0">
                <a:solidFill>
                  <a:schemeClr val="tx1"/>
                </a:solidFill>
                <a:latin typeface="Arial" panose="020B0604020202020204" pitchFamily="34" charset="0"/>
                <a:cs typeface="Arial" panose="020B0604020202020204" pitchFamily="34" charset="0"/>
              </a:rPr>
              <a:t>3. </a:t>
            </a:r>
            <a:r>
              <a:rPr lang="en-US" sz="2400" u="sng" dirty="0" err="1">
                <a:solidFill>
                  <a:schemeClr val="tx1"/>
                </a:solidFill>
                <a:latin typeface="Arial" panose="020B0604020202020204" pitchFamily="34" charset="0"/>
                <a:cs typeface="Arial" panose="020B0604020202020204" pitchFamily="34" charset="0"/>
              </a:rPr>
              <a:t>Cấu</a:t>
            </a:r>
            <a:r>
              <a:rPr lang="en-US" sz="2400" u="sng" dirty="0">
                <a:solidFill>
                  <a:schemeClr val="tx1"/>
                </a:solidFill>
                <a:latin typeface="Arial" panose="020B0604020202020204" pitchFamily="34" charset="0"/>
                <a:cs typeface="Arial" panose="020B0604020202020204" pitchFamily="34" charset="0"/>
              </a:rPr>
              <a:t> </a:t>
            </a:r>
            <a:r>
              <a:rPr lang="en-US" sz="2400" u="sng" dirty="0" err="1">
                <a:solidFill>
                  <a:schemeClr val="tx1"/>
                </a:solidFill>
                <a:latin typeface="Arial" panose="020B0604020202020204" pitchFamily="34" charset="0"/>
                <a:cs typeface="Arial" panose="020B0604020202020204" pitchFamily="34" charset="0"/>
              </a:rPr>
              <a:t>thành</a:t>
            </a:r>
            <a:r>
              <a:rPr lang="en-US" sz="2400" u="sng" dirty="0">
                <a:solidFill>
                  <a:schemeClr val="tx1"/>
                </a:solidFill>
                <a:latin typeface="Arial" panose="020B0604020202020204" pitchFamily="34" charset="0"/>
                <a:cs typeface="Arial" panose="020B0604020202020204" pitchFamily="34" charset="0"/>
              </a:rPr>
              <a:t> </a:t>
            </a:r>
            <a:r>
              <a:rPr lang="en-US" sz="2400" u="sng" dirty="0" err="1">
                <a:solidFill>
                  <a:schemeClr val="tx1"/>
                </a:solidFill>
                <a:latin typeface="Arial" panose="020B0604020202020204" pitchFamily="34" charset="0"/>
                <a:cs typeface="Arial" panose="020B0604020202020204" pitchFamily="34" charset="0"/>
              </a:rPr>
              <a:t>của</a:t>
            </a:r>
            <a:r>
              <a:rPr lang="en-US" sz="2400" u="sng" dirty="0">
                <a:solidFill>
                  <a:schemeClr val="tx1"/>
                </a:solidFill>
                <a:latin typeface="Arial" panose="020B0604020202020204" pitchFamily="34" charset="0"/>
                <a:cs typeface="Arial" panose="020B0604020202020204" pitchFamily="34" charset="0"/>
              </a:rPr>
              <a:t> VPPL</a:t>
            </a:r>
          </a:p>
        </p:txBody>
      </p:sp>
      <p:graphicFrame>
        <p:nvGraphicFramePr>
          <p:cNvPr id="4" name="Content Placeholder 3">
            <a:extLst>
              <a:ext uri="{FF2B5EF4-FFF2-40B4-BE49-F238E27FC236}">
                <a16:creationId xmlns:a16="http://schemas.microsoft.com/office/drawing/2014/main" id="{C164ECF2-ED99-9E4C-8E95-E5DACD16B5AE}"/>
              </a:ext>
            </a:extLst>
          </p:cNvPr>
          <p:cNvGraphicFramePr>
            <a:graphicFrameLocks noGrp="1"/>
          </p:cNvGraphicFramePr>
          <p:nvPr>
            <p:ph idx="1"/>
            <p:extLst>
              <p:ext uri="{D42A27DB-BD31-4B8C-83A1-F6EECF244321}">
                <p14:modId xmlns:p14="http://schemas.microsoft.com/office/powerpoint/2010/main" val="3909966620"/>
              </p:ext>
            </p:extLst>
          </p:nvPr>
        </p:nvGraphicFramePr>
        <p:xfrm>
          <a:off x="684212" y="1143000"/>
          <a:ext cx="10820401" cy="5715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64057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91CD4-F70F-9A40-BD5D-6C9AD8131F0B}"/>
              </a:ext>
            </a:extLst>
          </p:cNvPr>
          <p:cNvSpPr>
            <a:spLocks noGrp="1"/>
          </p:cNvSpPr>
          <p:nvPr>
            <p:ph type="title"/>
          </p:nvPr>
        </p:nvSpPr>
        <p:spPr/>
        <p:txBody>
          <a:bodyPr>
            <a:normAutofit/>
          </a:bodyPr>
          <a:lstStyle/>
          <a:p>
            <a:r>
              <a:rPr lang="en-US" sz="2800" dirty="0">
                <a:latin typeface="Arial" panose="020B0604020202020204" pitchFamily="34" charset="0"/>
                <a:cs typeface="Arial" panose="020B0604020202020204" pitchFamily="34" charset="0"/>
              </a:rPr>
              <a:t>VII. </a:t>
            </a:r>
            <a:r>
              <a:rPr lang="en-US" sz="2800" dirty="0" err="1">
                <a:latin typeface="Arial" panose="020B0604020202020204" pitchFamily="34" charset="0"/>
                <a:cs typeface="Arial" panose="020B0604020202020204" pitchFamily="34" charset="0"/>
              </a:rPr>
              <a:t>Trách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nhiệm</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pháp</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lý</a:t>
            </a:r>
            <a:endParaRPr lang="en-US"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7B7EF7A-0E96-904A-AC8E-A7FD93F9C235}"/>
              </a:ext>
            </a:extLst>
          </p:cNvPr>
          <p:cNvSpPr>
            <a:spLocks noGrp="1"/>
          </p:cNvSpPr>
          <p:nvPr>
            <p:ph idx="1"/>
          </p:nvPr>
        </p:nvSpPr>
        <p:spPr>
          <a:xfrm>
            <a:off x="1066522" y="1905000"/>
            <a:ext cx="10055781" cy="4130040"/>
          </a:xfrm>
        </p:spPr>
        <p:txBody>
          <a:bodyPr>
            <a:normAutofit/>
          </a:bodyPr>
          <a:lstStyle/>
          <a:p>
            <a:r>
              <a:rPr lang="en-US" sz="2000" u="sng" dirty="0">
                <a:latin typeface="Arial" panose="020B0604020202020204" pitchFamily="34" charset="0"/>
                <a:cs typeface="Arial" panose="020B0604020202020204" pitchFamily="34" charset="0"/>
              </a:rPr>
              <a:t>1. </a:t>
            </a:r>
            <a:r>
              <a:rPr lang="en-US" sz="2000" u="sng" dirty="0" err="1">
                <a:latin typeface="Arial" panose="020B0604020202020204" pitchFamily="34" charset="0"/>
                <a:cs typeface="Arial" panose="020B0604020202020204" pitchFamily="34" charset="0"/>
              </a:rPr>
              <a:t>Khái</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niệm</a:t>
            </a:r>
            <a:endParaRPr lang="en-US" sz="2000" u="sng"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pPr>
              <a:lnSpc>
                <a:spcPct val="150000"/>
              </a:lnSpc>
            </a:pPr>
            <a:r>
              <a:rPr lang="en-US" sz="2000" i="1" dirty="0">
                <a:solidFill>
                  <a:srgbClr val="C00000"/>
                </a:solidFill>
                <a:latin typeface="Arial" panose="020B0604020202020204" pitchFamily="34" charset="0"/>
                <a:cs typeface="Arial" panose="020B0604020202020204" pitchFamily="34" charset="0"/>
              </a:rPr>
              <a:t>“</a:t>
            </a:r>
            <a:r>
              <a:rPr lang="en-US" sz="2000" i="1" dirty="0" err="1">
                <a:solidFill>
                  <a:srgbClr val="C00000"/>
                </a:solidFill>
                <a:latin typeface="Arial" panose="020B0604020202020204" pitchFamily="34" charset="0"/>
                <a:cs typeface="Arial" panose="020B0604020202020204" pitchFamily="34" charset="0"/>
              </a:rPr>
              <a:t>Trách</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nhiệm</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pháp</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lý</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là</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một</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loại</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quan</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hệ</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pháp</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luật</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đặc</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biệt</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giữa</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Nhà</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nước</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và</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chủ</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thể</a:t>
            </a:r>
            <a:r>
              <a:rPr lang="en-US" sz="2000" i="1" dirty="0">
                <a:solidFill>
                  <a:srgbClr val="C00000"/>
                </a:solidFill>
                <a:latin typeface="Arial" panose="020B0604020202020204" pitchFamily="34" charset="0"/>
                <a:cs typeface="Arial" panose="020B0604020202020204" pitchFamily="34" charset="0"/>
              </a:rPr>
              <a:t> vi </a:t>
            </a:r>
            <a:r>
              <a:rPr lang="en-US" sz="2000" i="1" dirty="0" err="1">
                <a:solidFill>
                  <a:srgbClr val="C00000"/>
                </a:solidFill>
                <a:latin typeface="Arial" panose="020B0604020202020204" pitchFamily="34" charset="0"/>
                <a:cs typeface="Arial" panose="020B0604020202020204" pitchFamily="34" charset="0"/>
              </a:rPr>
              <a:t>phạm</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pháp</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luật</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trong</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đó</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bên</a:t>
            </a:r>
            <a:r>
              <a:rPr lang="en-US" sz="2000" i="1" dirty="0">
                <a:solidFill>
                  <a:srgbClr val="C00000"/>
                </a:solidFill>
                <a:latin typeface="Arial" panose="020B0604020202020204" pitchFamily="34" charset="0"/>
                <a:cs typeface="Arial" panose="020B0604020202020204" pitchFamily="34" charset="0"/>
              </a:rPr>
              <a:t> vi </a:t>
            </a:r>
            <a:r>
              <a:rPr lang="en-US" sz="2000" i="1" dirty="0" err="1">
                <a:solidFill>
                  <a:srgbClr val="C00000"/>
                </a:solidFill>
                <a:latin typeface="Arial" panose="020B0604020202020204" pitchFamily="34" charset="0"/>
                <a:cs typeface="Arial" panose="020B0604020202020204" pitchFamily="34" charset="0"/>
              </a:rPr>
              <a:t>phạm</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pháp</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luật</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phải</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có</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nghĩa</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vụ</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gánh</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chịu</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những</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hậu</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quả</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bất</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lợi</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và</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những</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biện</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pháp</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cưỡng</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chế</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nhà</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nước</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được</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quy</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định</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ở</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chế</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tài</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của</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các</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quy</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phạm</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pháp</a:t>
            </a:r>
            <a:r>
              <a:rPr lang="en-US" sz="2000" i="1" dirty="0">
                <a:solidFill>
                  <a:srgbClr val="C00000"/>
                </a:solidFill>
                <a:latin typeface="Arial" panose="020B0604020202020204" pitchFamily="34" charset="0"/>
                <a:cs typeface="Arial" panose="020B0604020202020204" pitchFamily="34" charset="0"/>
              </a:rPr>
              <a:t> </a:t>
            </a:r>
            <a:r>
              <a:rPr lang="en-US" sz="2000" i="1" dirty="0" err="1">
                <a:solidFill>
                  <a:srgbClr val="C00000"/>
                </a:solidFill>
                <a:latin typeface="Arial" panose="020B0604020202020204" pitchFamily="34" charset="0"/>
                <a:cs typeface="Arial" panose="020B0604020202020204" pitchFamily="34" charset="0"/>
              </a:rPr>
              <a:t>luật</a:t>
            </a:r>
            <a:r>
              <a:rPr lang="en-US" sz="2000" i="1" dirty="0">
                <a:solidFill>
                  <a:srgbClr val="C0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527962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53C5A-78C5-0E49-8935-E884D0369AD1}"/>
              </a:ext>
            </a:extLst>
          </p:cNvPr>
          <p:cNvSpPr>
            <a:spLocks noGrp="1"/>
          </p:cNvSpPr>
          <p:nvPr>
            <p:ph type="title"/>
          </p:nvPr>
        </p:nvSpPr>
        <p:spPr>
          <a:xfrm>
            <a:off x="1066522" y="642594"/>
            <a:ext cx="10055781" cy="805206"/>
          </a:xfrm>
        </p:spPr>
        <p:txBody>
          <a:bodyPr>
            <a:normAutofit/>
          </a:bodyPr>
          <a:lstStyle/>
          <a:p>
            <a:r>
              <a:rPr lang="en-US" sz="2000" u="sng" dirty="0">
                <a:latin typeface="Arial" panose="020B0604020202020204" pitchFamily="34" charset="0"/>
                <a:cs typeface="Arial" panose="020B0604020202020204" pitchFamily="34" charset="0"/>
              </a:rPr>
              <a:t>2. </a:t>
            </a:r>
            <a:r>
              <a:rPr lang="en-US" sz="2000" u="sng" dirty="0" err="1">
                <a:latin typeface="Arial" panose="020B0604020202020204" pitchFamily="34" charset="0"/>
                <a:cs typeface="Arial" panose="020B0604020202020204" pitchFamily="34" charset="0"/>
              </a:rPr>
              <a:t>Tác</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dụng</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của</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trách</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nhiệm</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pháp</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lý</a:t>
            </a:r>
            <a:endParaRPr lang="en-US" sz="2000" u="sng" dirty="0">
              <a:latin typeface="Arial" panose="020B0604020202020204" pitchFamily="34" charset="0"/>
              <a:cs typeface="Arial" panose="020B0604020202020204" pitchFamily="34" charset="0"/>
            </a:endParaRPr>
          </a:p>
        </p:txBody>
      </p:sp>
      <p:graphicFrame>
        <p:nvGraphicFramePr>
          <p:cNvPr id="4" name="Content Placeholder 3">
            <a:extLst>
              <a:ext uri="{FF2B5EF4-FFF2-40B4-BE49-F238E27FC236}">
                <a16:creationId xmlns:a16="http://schemas.microsoft.com/office/drawing/2014/main" id="{3FE7029D-4450-E549-BEA4-ACA1A0F5C8EB}"/>
              </a:ext>
            </a:extLst>
          </p:cNvPr>
          <p:cNvGraphicFramePr>
            <a:graphicFrameLocks noGrp="1"/>
          </p:cNvGraphicFramePr>
          <p:nvPr>
            <p:ph idx="1"/>
            <p:extLst>
              <p:ext uri="{D42A27DB-BD31-4B8C-83A1-F6EECF244321}">
                <p14:modId xmlns:p14="http://schemas.microsoft.com/office/powerpoint/2010/main" val="94077968"/>
              </p:ext>
            </p:extLst>
          </p:nvPr>
        </p:nvGraphicFramePr>
        <p:xfrm>
          <a:off x="760412" y="1431925"/>
          <a:ext cx="10972801" cy="4587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9555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9429B-AE57-1E4E-9F54-9103CF708022}"/>
              </a:ext>
            </a:extLst>
          </p:cNvPr>
          <p:cNvSpPr>
            <a:spLocks noGrp="1"/>
          </p:cNvSpPr>
          <p:nvPr>
            <p:ph type="title"/>
          </p:nvPr>
        </p:nvSpPr>
        <p:spPr/>
        <p:txBody>
          <a:bodyPr>
            <a:normAutofit/>
          </a:bodyPr>
          <a:lstStyle/>
          <a:p>
            <a:r>
              <a:rPr lang="en-US" sz="2000" u="sng" dirty="0">
                <a:latin typeface="Arial" panose="020B0604020202020204" pitchFamily="34" charset="0"/>
                <a:cs typeface="Arial" panose="020B0604020202020204" pitchFamily="34" charset="0"/>
              </a:rPr>
              <a:t>3. </a:t>
            </a:r>
            <a:r>
              <a:rPr lang="en-US" sz="2000" u="sng" dirty="0" err="1">
                <a:latin typeface="Arial" panose="020B0604020202020204" pitchFamily="34" charset="0"/>
                <a:cs typeface="Arial" panose="020B0604020202020204" pitchFamily="34" charset="0"/>
              </a:rPr>
              <a:t>Căn</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cứ</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để</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truy</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cứu</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trách</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nhiệm</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pháp</a:t>
            </a:r>
            <a:r>
              <a:rPr lang="en-US" sz="2000" u="sng" dirty="0">
                <a:latin typeface="Arial" panose="020B0604020202020204" pitchFamily="34" charset="0"/>
                <a:cs typeface="Arial" panose="020B0604020202020204" pitchFamily="34" charset="0"/>
              </a:rPr>
              <a:t> </a:t>
            </a:r>
            <a:r>
              <a:rPr lang="en-US" sz="2000" u="sng" dirty="0" err="1">
                <a:latin typeface="Arial" panose="020B0604020202020204" pitchFamily="34" charset="0"/>
                <a:cs typeface="Arial" panose="020B0604020202020204" pitchFamily="34" charset="0"/>
              </a:rPr>
              <a:t>lý</a:t>
            </a:r>
            <a:endParaRPr lang="en-US" sz="2000" u="sng"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F3C9FCC-6E90-B44A-A4F4-7F45EE6900AC}"/>
              </a:ext>
            </a:extLst>
          </p:cNvPr>
          <p:cNvSpPr>
            <a:spLocks noGrp="1"/>
          </p:cNvSpPr>
          <p:nvPr>
            <p:ph idx="1"/>
          </p:nvPr>
        </p:nvSpPr>
        <p:spPr/>
        <p:txBody>
          <a:bodyPr>
            <a:normAutofit/>
          </a:bodyPr>
          <a:lstStyle/>
          <a:p>
            <a:pPr>
              <a:lnSpc>
                <a:spcPct val="150000"/>
              </a:lnSpc>
            </a:pPr>
            <a:r>
              <a:rPr lang="en-US" sz="2000" dirty="0" err="1">
                <a:latin typeface="Arial" panose="020B0604020202020204" pitchFamily="34" charset="0"/>
                <a:cs typeface="Arial" panose="020B0604020202020204" pitchFamily="34" charset="0"/>
              </a:rPr>
              <a:t>Để</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truy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cứu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trách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nhiệm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lý</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trước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luật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phải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định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được</a:t>
            </a:r>
            <a:r>
              <a:rPr lang="en-US" sz="2000" dirty="0">
                <a:latin typeface="Arial" panose="020B0604020202020204" pitchFamily="34" charset="0"/>
                <a:cs typeface="Arial" panose="020B0604020202020204" pitchFamily="34" charset="0"/>
              </a:rPr>
              <a:t> </a:t>
            </a:r>
            <a:r>
              <a:rPr lang="en-US" sz="2000" dirty="0" err="1">
                <a:solidFill>
                  <a:srgbClr val="C00000"/>
                </a:solidFill>
                <a:latin typeface="Arial" panose="020B0604020202020204" pitchFamily="34" charset="0"/>
                <a:cs typeface="Arial" panose="020B0604020202020204" pitchFamily="34" charset="0"/>
              </a:rPr>
              <a:t>cấu</a:t>
            </a:r>
            <a:r>
              <a:rPr lang="en-US" sz="2000" dirty="0">
                <a:solidFill>
                  <a:srgbClr val="C00000"/>
                </a:solidFill>
                <a:latin typeface="Arial" panose="020B0604020202020204" pitchFamily="34" charset="0"/>
                <a:cs typeface="Arial" panose="020B0604020202020204" pitchFamily="34" charset="0"/>
              </a:rPr>
              <a:t> </a:t>
            </a:r>
            <a:r>
              <a:rPr lang="en-US" sz="2000" dirty="0" err="1">
                <a:solidFill>
                  <a:srgbClr val="C00000"/>
                </a:solidFill>
                <a:latin typeface="Arial" panose="020B0604020202020204" pitchFamily="34" charset="0"/>
                <a:cs typeface="Arial" panose="020B0604020202020204" pitchFamily="34" charset="0"/>
              </a:rPr>
              <a:t>thành</a:t>
            </a:r>
            <a:r>
              <a:rPr lang="en-US" sz="2000" dirty="0">
                <a:solidFill>
                  <a:srgbClr val="C00000"/>
                </a:solidFill>
                <a:latin typeface="Arial" panose="020B0604020202020204" pitchFamily="34" charset="0"/>
                <a:cs typeface="Arial" panose="020B0604020202020204" pitchFamily="34" charset="0"/>
              </a:rPr>
              <a:t> vi </a:t>
            </a:r>
            <a:r>
              <a:rPr lang="en-US" sz="2000" dirty="0" err="1">
                <a:solidFill>
                  <a:srgbClr val="C00000"/>
                </a:solidFill>
                <a:latin typeface="Arial" panose="020B0604020202020204" pitchFamily="34" charset="0"/>
                <a:cs typeface="Arial" panose="020B0604020202020204" pitchFamily="34" charset="0"/>
              </a:rPr>
              <a:t>phạm</a:t>
            </a:r>
            <a:r>
              <a:rPr lang="en-US" sz="2000" dirty="0">
                <a:solidFill>
                  <a:srgbClr val="C00000"/>
                </a:solidFill>
                <a:latin typeface="Arial" panose="020B0604020202020204" pitchFamily="34" charset="0"/>
                <a:cs typeface="Arial" panose="020B0604020202020204" pitchFamily="34" charset="0"/>
              </a:rPr>
              <a:t> </a:t>
            </a:r>
            <a:r>
              <a:rPr lang="en-US" sz="2000" dirty="0" err="1">
                <a:solidFill>
                  <a:srgbClr val="C00000"/>
                </a:solidFill>
                <a:latin typeface="Arial" panose="020B0604020202020204" pitchFamily="34" charset="0"/>
                <a:cs typeface="Arial" panose="020B0604020202020204" pitchFamily="34" charset="0"/>
              </a:rPr>
              <a:t>pháp</a:t>
            </a:r>
            <a:r>
              <a:rPr lang="en-US" sz="2000" dirty="0">
                <a:solidFill>
                  <a:srgbClr val="C00000"/>
                </a:solidFill>
                <a:latin typeface="Arial" panose="020B0604020202020204" pitchFamily="34" charset="0"/>
                <a:cs typeface="Arial" panose="020B0604020202020204" pitchFamily="34" charset="0"/>
              </a:rPr>
              <a:t> </a:t>
            </a:r>
            <a:r>
              <a:rPr lang="en-US" sz="2000" dirty="0" err="1">
                <a:solidFill>
                  <a:srgbClr val="C00000"/>
                </a:solidFill>
                <a:latin typeface="Arial" panose="020B0604020202020204" pitchFamily="34" charset="0"/>
                <a:cs typeface="Arial" panose="020B0604020202020204" pitchFamily="34" charset="0"/>
              </a:rPr>
              <a:t>luật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thành</a:t>
            </a:r>
            <a:r>
              <a:rPr lang="en-US" sz="2000" dirty="0">
                <a:latin typeface="Arial" panose="020B0604020202020204" pitchFamily="34" charset="0"/>
                <a:cs typeface="Arial" panose="020B0604020202020204" pitchFamily="34" charset="0"/>
              </a:rPr>
              <a:t> vi </a:t>
            </a:r>
            <a:r>
              <a:rPr lang="en-US" sz="2000" dirty="0" err="1">
                <a:latin typeface="Arial" panose="020B0604020202020204" pitchFamily="34" charset="0"/>
                <a:cs typeface="Arial" panose="020B0604020202020204" pitchFamily="34" charset="0"/>
              </a:rPr>
              <a:t>phạm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luật</a:t>
            </a:r>
            <a:r>
              <a:rPr lang="en-US" sz="2000" dirty="0">
                <a:latin typeface="Arial" panose="020B0604020202020204" pitchFamily="34" charset="0"/>
                <a:cs typeface="Arial" panose="020B0604020202020204" pitchFamily="34" charset="0"/>
              </a:rPr>
              <a:t> bao </a:t>
            </a:r>
            <a:r>
              <a:rPr lang="en-US" sz="2000" dirty="0" err="1">
                <a:latin typeface="Arial" panose="020B0604020202020204" pitchFamily="34" charset="0"/>
                <a:cs typeface="Arial" panose="020B0604020202020204" pitchFamily="34" charset="0"/>
              </a:rPr>
              <a:t>gồm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mặt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khách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mặt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chủ</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khách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thể</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chủ</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thể</a:t>
            </a:r>
            <a:r>
              <a:rPr lang="en-US" sz="2000" dirty="0">
                <a:latin typeface="Arial" panose="020B0604020202020204" pitchFamily="34" charset="0"/>
                <a:cs typeface="Arial" panose="020B0604020202020204" pitchFamily="34" charset="0"/>
              </a:rPr>
              <a:t> vi </a:t>
            </a:r>
            <a:r>
              <a:rPr lang="en-US" sz="2000" dirty="0" err="1">
                <a:latin typeface="Arial" panose="020B0604020202020204" pitchFamily="34" charset="0"/>
                <a:cs typeface="Arial" panose="020B0604020202020204" pitchFamily="34" charset="0"/>
              </a:rPr>
              <a:t>phạm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luật</a:t>
            </a:r>
            <a:r>
              <a:rPr lang="en-US" sz="2000"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7308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3F20CFC1-E34F-405B-AA49-5BE0E194F1B3}"/>
    </a:ext>
  </a:extLst>
</a:theme>
</file>

<file path=ppt/theme/theme2.xml><?xml version="1.0" encoding="utf-8"?>
<a:theme xmlns:a="http://schemas.openxmlformats.org/drawingml/2006/main" name="Office Theme">
  <a:themeElements>
    <a:clrScheme name="Books16x9">
      <a:dk1>
        <a:srgbClr val="374C81"/>
      </a:dk1>
      <a:lt1>
        <a:srgbClr val="FFFFFF"/>
      </a:lt1>
      <a:dk2>
        <a:srgbClr val="000000"/>
      </a:dk2>
      <a:lt2>
        <a:srgbClr val="EDE5DF"/>
      </a:lt2>
      <a:accent1>
        <a:srgbClr val="414E77"/>
      </a:accent1>
      <a:accent2>
        <a:srgbClr val="70AAC4"/>
      </a:accent2>
      <a:accent3>
        <a:srgbClr val="8B6A94"/>
      </a:accent3>
      <a:accent4>
        <a:srgbClr val="61A796"/>
      </a:accent4>
      <a:accent5>
        <a:srgbClr val="4E5798"/>
      </a:accent5>
      <a:accent6>
        <a:srgbClr val="7E5C5C"/>
      </a:accent6>
      <a:hlink>
        <a:srgbClr val="0070C0"/>
      </a:hlink>
      <a:folHlink>
        <a:srgbClr val="7030A0"/>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extraClrSchemeLst/>
</a:theme>
</file>

<file path=ppt/theme/theme3.xml><?xml version="1.0" encoding="utf-8"?>
<a:theme xmlns:a="http://schemas.openxmlformats.org/drawingml/2006/main" name="Office Theme">
  <a:themeElements>
    <a:clrScheme name="Books16x9">
      <a:dk1>
        <a:srgbClr val="374C81"/>
      </a:dk1>
      <a:lt1>
        <a:srgbClr val="FFFFFF"/>
      </a:lt1>
      <a:dk2>
        <a:srgbClr val="000000"/>
      </a:dk2>
      <a:lt2>
        <a:srgbClr val="EDE5DF"/>
      </a:lt2>
      <a:accent1>
        <a:srgbClr val="414E77"/>
      </a:accent1>
      <a:accent2>
        <a:srgbClr val="70AAC4"/>
      </a:accent2>
      <a:accent3>
        <a:srgbClr val="8B6A94"/>
      </a:accent3>
      <a:accent4>
        <a:srgbClr val="61A796"/>
      </a:accent4>
      <a:accent5>
        <a:srgbClr val="4E5798"/>
      </a:accent5>
      <a:accent6>
        <a:srgbClr val="7E5C5C"/>
      </a:accent6>
      <a:hlink>
        <a:srgbClr val="0070C0"/>
      </a:hlink>
      <a:folHlink>
        <a:srgbClr val="7030A0"/>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ài liệu" ma:contentTypeID="0x01010060811C320DB09146B949355C1F67BBAE" ma:contentTypeVersion="7" ma:contentTypeDescription="Tạo tài liệu mới." ma:contentTypeScope="" ma:versionID="ca2d4ab66a161cc7c4457210eee4cb1a">
  <xsd:schema xmlns:xsd="http://www.w3.org/2001/XMLSchema" xmlns:xs="http://www.w3.org/2001/XMLSchema" xmlns:p="http://schemas.microsoft.com/office/2006/metadata/properties" xmlns:ns2="fd63efce-8fbd-4040-94f1-ea540616c8b8" targetNamespace="http://schemas.microsoft.com/office/2006/metadata/properties" ma:root="true" ma:fieldsID="1c7eaee93ad99eb446dcbd3c704fa23a" ns2:_="">
    <xsd:import namespace="fd63efce-8fbd-4040-94f1-ea540616c8b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63efce-8fbd-4040-94f1-ea540616c8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030338B-D1C9-4585-B8B1-780A47FFABAC}"/>
</file>

<file path=customXml/itemProps2.xml><?xml version="1.0" encoding="utf-8"?>
<ds:datastoreItem xmlns:ds="http://schemas.openxmlformats.org/officeDocument/2006/customXml" ds:itemID="{F301D382-32B0-43EE-932C-28906AF37617}">
  <ds:schemaRefs>
    <ds:schemaRef ds:uri="http://purl.org/dc/elements/1.1/"/>
    <ds:schemaRef ds:uri="http://schemas.microsoft.com/office/2006/metadata/properties"/>
    <ds:schemaRef ds:uri="http://schemas.microsoft.com/office/2006/documentManagement/types"/>
    <ds:schemaRef ds:uri="http://purl.org/dc/terms/"/>
    <ds:schemaRef ds:uri="http://purl.org/dc/dcmitype/"/>
    <ds:schemaRef ds:uri="http://schemas.openxmlformats.org/package/2006/metadata/core-properties"/>
    <ds:schemaRef ds:uri="http://schemas.microsoft.com/office/infopath/2007/PartnerControls"/>
    <ds:schemaRef ds:uri="4873beb7-5857-4685-be1f-d57550cc96cc"/>
    <ds:schemaRef ds:uri="http://www.w3.org/XML/1998/namespace"/>
  </ds:schemaRefs>
</ds:datastoreItem>
</file>

<file path=customXml/itemProps3.xml><?xml version="1.0" encoding="utf-8"?>
<ds:datastoreItem xmlns:ds="http://schemas.openxmlformats.org/officeDocument/2006/customXml" ds:itemID="{626D92B9-5BD2-4DD7-86ED-7987FDE27F3D}"/>
</file>

<file path=docProps/app.xml><?xml version="1.0" encoding="utf-8"?>
<Properties xmlns="http://schemas.openxmlformats.org/officeDocument/2006/extended-properties" xmlns:vt="http://schemas.openxmlformats.org/officeDocument/2006/docPropsVTypes">
  <Template>Savon</Template>
  <TotalTime>93313</TotalTime>
  <Words>3203</Words>
  <Application>Microsoft Macintosh PowerPoint</Application>
  <PresentationFormat>Custom</PresentationFormat>
  <Paragraphs>220</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Century Gothic</vt:lpstr>
      <vt:lpstr>Garamond</vt:lpstr>
      <vt:lpstr>Times New Roman</vt:lpstr>
      <vt:lpstr>Savon</vt:lpstr>
      <vt:lpstr>Pháp luật đại cương</vt:lpstr>
      <vt:lpstr>Nội dung môn học</vt:lpstr>
      <vt:lpstr>I. Định nghĩa pháp luật – Đặc trưng cơ bản của pháp luật</vt:lpstr>
      <vt:lpstr>2. Đặc trưng của pháp luật</vt:lpstr>
      <vt:lpstr>II. Văn bản quy phạm pháp luật</vt:lpstr>
      <vt:lpstr>2. Hệ thống văn bản quy phạm pháp luật ở Việt Nam hiện nay</vt:lpstr>
      <vt:lpstr>PowerPoint Presentation</vt:lpstr>
      <vt:lpstr>III. Quy phạm pháp luật </vt:lpstr>
      <vt:lpstr>b. Đặc điểm QPPL</vt:lpstr>
      <vt:lpstr>2. Cơ cấu chung của QPPL</vt:lpstr>
      <vt:lpstr>PowerPoint Presentation</vt:lpstr>
      <vt:lpstr>IV. Quan hệ pháp luật, Sự kiện pháp lý</vt:lpstr>
      <vt:lpstr>b. Đặc điểm Quan hệ pháp luật</vt:lpstr>
      <vt:lpstr>2. Các yếu tố cấu thành QHPL</vt:lpstr>
      <vt:lpstr>a. Chủ thể QHPL</vt:lpstr>
      <vt:lpstr>PowerPoint Presentation</vt:lpstr>
      <vt:lpstr>b. Nội dung QHPL</vt:lpstr>
      <vt:lpstr>c. Khách thể QHPL</vt:lpstr>
      <vt:lpstr>3. Sự kiện pháp lý</vt:lpstr>
      <vt:lpstr>b. Phân loại sự kiện pháp lý</vt:lpstr>
      <vt:lpstr>V. Thực hiện pháp luật, áp dụng pháp luật</vt:lpstr>
      <vt:lpstr>PowerPoint Presentation</vt:lpstr>
      <vt:lpstr>2. Áp dụng pháp luật</vt:lpstr>
      <vt:lpstr>b. Các trường hợp được áp dụng pháp luật</vt:lpstr>
      <vt:lpstr>c. Đặc điểm của áp dụng pháp luật</vt:lpstr>
      <vt:lpstr>d. Các giai đoạn của quá trình ADPL</vt:lpstr>
      <vt:lpstr>VI. Vi phạm pháp luật</vt:lpstr>
      <vt:lpstr>PowerPoint Presentation</vt:lpstr>
      <vt:lpstr>2. Phân loại VPPL</vt:lpstr>
      <vt:lpstr>PowerPoint Presentation</vt:lpstr>
      <vt:lpstr>PowerPoint Presentation</vt:lpstr>
      <vt:lpstr>PowerPoint Presentation</vt:lpstr>
      <vt:lpstr>3. Cấu thành của VPPL</vt:lpstr>
      <vt:lpstr>VII. Trách nhiệm pháp lý</vt:lpstr>
      <vt:lpstr>2. Tác dụng của trách nhiệm pháp lý</vt:lpstr>
      <vt:lpstr>3. Căn cứ để truy cứu trách nhiệm pháp lý</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Windows User</dc:creator>
  <cp:lastModifiedBy>Phạm Thu Giang</cp:lastModifiedBy>
  <cp:revision>184</cp:revision>
  <dcterms:created xsi:type="dcterms:W3CDTF">2019-02-14T03:08:38Z</dcterms:created>
  <dcterms:modified xsi:type="dcterms:W3CDTF">2025-08-12T12:53:35Z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0x01010060811C320DB09146B949355C1F67BBAE</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